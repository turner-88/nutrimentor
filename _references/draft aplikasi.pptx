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01" r:id="rId3"/>
    <p:sldId id="514" r:id="rId4"/>
    <p:sldId id="513" r:id="rId5"/>
    <p:sldId id="512" r:id="rId6"/>
    <p:sldId id="511" r:id="rId7"/>
    <p:sldId id="283" r:id="rId8"/>
    <p:sldId id="280" r:id="rId9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49">
          <p15:clr>
            <a:srgbClr val="A4A3A4"/>
          </p15:clr>
        </p15:guide>
        <p15:guide id="2" pos="14391">
          <p15:clr>
            <a:srgbClr val="A4A3A4"/>
          </p15:clr>
        </p15:guide>
        <p15:guide id="3" pos="1010">
          <p15:clr>
            <a:srgbClr val="A4A3A4"/>
          </p15:clr>
        </p15:guide>
        <p15:guide id="4" pos="76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B8B8"/>
    <a:srgbClr val="566A86"/>
    <a:srgbClr val="242C35"/>
    <a:srgbClr val="525252"/>
    <a:srgbClr val="0E80C9"/>
    <a:srgbClr val="414E5E"/>
    <a:srgbClr val="384558"/>
    <a:srgbClr val="F1CB16"/>
    <a:srgbClr val="0F86D2"/>
    <a:srgbClr val="1FB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07" autoAdjust="0"/>
    <p:restoredTop sz="99409" autoAdjust="0"/>
  </p:normalViewPr>
  <p:slideViewPr>
    <p:cSldViewPr snapToGrid="0" snapToObjects="1">
      <p:cViewPr varScale="1">
        <p:scale>
          <a:sx n="58" d="100"/>
          <a:sy n="58" d="100"/>
        </p:scale>
        <p:origin x="296" y="448"/>
      </p:cViewPr>
      <p:guideLst>
        <p:guide orient="horz" pos="8249"/>
        <p:guide pos="14391"/>
        <p:guide pos="1010"/>
        <p:guide pos="767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4" d="100"/>
        <a:sy n="24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/>
              </a:defRPr>
            </a:lvl1pPr>
          </a:lstStyle>
          <a:p>
            <a:fld id="{EFC10EE1-B198-C942-8235-326C972CBB30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4217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8434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2651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868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FA003C-ACE2-4EF7-AF62-71758D32E637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3963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847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3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24423368" cy="13716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4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30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3565281" cy="13716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4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0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lients Rect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666847" y="3364015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396240" y="3364015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2760861" y="3364015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8084877" y="3364015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666847" y="5957056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3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396240" y="5957056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2760861" y="5957056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18084877" y="5957056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666847" y="8576559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35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7396240" y="8576559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12760861" y="8576559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3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18084877" y="8576559"/>
            <a:ext cx="4630133" cy="20903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26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lients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101313" y="304093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8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159690" y="304093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8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218066" y="304093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8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2276443" y="304093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5334820" y="304093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8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8393197" y="304093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91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3101313" y="610729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92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159690" y="610729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9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9218066" y="610729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94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2276443" y="610729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95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15334820" y="610729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96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18393197" y="6107297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103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3101313" y="9246575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104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6159690" y="9246575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105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9218066" y="9246575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106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12276443" y="9246575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107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15334820" y="9246575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108" name="Picture Placeholder 2"/>
          <p:cNvSpPr>
            <a:spLocks noGrp="1"/>
          </p:cNvSpPr>
          <p:nvPr>
            <p:ph type="pic" sz="quarter" idx="30"/>
          </p:nvPr>
        </p:nvSpPr>
        <p:spPr>
          <a:xfrm>
            <a:off x="18393197" y="9246575"/>
            <a:ext cx="2822817" cy="28228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87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15595855" cy="1371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Drag / Drop / Send to Back</a:t>
            </a:r>
          </a:p>
        </p:txBody>
      </p:sp>
    </p:spTree>
    <p:extLst>
      <p:ext uri="{BB962C8B-B14F-4D97-AF65-F5344CB8AC3E}">
        <p14:creationId xmlns:p14="http://schemas.microsoft.com/office/powerpoint/2010/main" val="47406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 userDrawn="1"/>
        </p:nvSpPr>
        <p:spPr>
          <a:xfrm>
            <a:off x="22432557" y="971902"/>
            <a:ext cx="687533" cy="687533"/>
          </a:xfrm>
          <a:prstGeom prst="ellipse">
            <a:avLst/>
          </a:prstGeom>
          <a:solidFill>
            <a:srgbClr val="566A86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chemeClr val="tx1"/>
              </a:solidFill>
              <a:latin typeface="Lato Light"/>
              <a:cs typeface="Lato Ligh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0316" y="645742"/>
            <a:ext cx="21025723" cy="1991831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22403154" y="1039540"/>
            <a:ext cx="738273" cy="553961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algn="ctr"/>
            <a:fld id="{260E2A6B-A809-4840-BF14-8648BC0BDF87}" type="slidenum">
              <a:rPr lang="id-ID" sz="2400" b="1" smtClean="0">
                <a:solidFill>
                  <a:schemeClr val="bg1"/>
                </a:solidFill>
                <a:latin typeface="Lato Light"/>
                <a:cs typeface="Lato Light"/>
              </a:rPr>
              <a:pPr algn="ctr"/>
              <a:t>‹#›</a:t>
            </a:fld>
            <a:endParaRPr lang="id-ID" sz="2400" b="1" dirty="0">
              <a:solidFill>
                <a:schemeClr val="bg1"/>
              </a:solidFill>
              <a:latin typeface="Lato Light"/>
              <a:cs typeface="Lato Light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2210635"/>
            <a:ext cx="24377650" cy="0"/>
          </a:xfrm>
          <a:prstGeom prst="line">
            <a:avLst/>
          </a:prstGeom>
          <a:ln w="127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868" r:id="rId2"/>
    <p:sldLayoutId id="2147483901" r:id="rId3"/>
    <p:sldLayoutId id="2147483821" r:id="rId4"/>
    <p:sldLayoutId id="2147483783" r:id="rId5"/>
    <p:sldLayoutId id="2147483784" r:id="rId6"/>
    <p:sldLayoutId id="2147483876" r:id="rId7"/>
  </p:sldLayoutIdLst>
  <p:hf hdr="0" ftr="0" dt="0"/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lang="en-US" sz="6000" kern="1200">
          <a:solidFill>
            <a:schemeClr val="tx1"/>
          </a:solidFill>
          <a:latin typeface="Lato Bold"/>
          <a:ea typeface="+mj-ea"/>
          <a:cs typeface="Lato Bold"/>
        </a:defRPr>
      </a:lvl1pPr>
    </p:titleStyle>
    <p:bodyStyle>
      <a:lvl1pPr marL="0" indent="0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lang="en-US" sz="4800" kern="1200" dirty="0" smtClean="0">
          <a:solidFill>
            <a:schemeClr val="tx1"/>
          </a:solidFill>
          <a:effectLst/>
          <a:latin typeface="Lato Light"/>
          <a:ea typeface="+mn-ea"/>
          <a:cs typeface="Lato Light"/>
        </a:defRPr>
      </a:lvl1pPr>
      <a:lvl2pPr marL="914217" indent="0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4000" kern="1200" dirty="0" smtClean="0">
          <a:solidFill>
            <a:schemeClr val="tx1"/>
          </a:solidFill>
          <a:effectLst/>
          <a:latin typeface="Lato Light"/>
          <a:ea typeface="+mn-ea"/>
          <a:cs typeface="Lato Light"/>
        </a:defRPr>
      </a:lvl2pPr>
      <a:lvl3pPr marL="1828434" indent="0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3600" kern="1200" dirty="0" smtClean="0">
          <a:solidFill>
            <a:schemeClr val="tx1"/>
          </a:solidFill>
          <a:effectLst/>
          <a:latin typeface="Lato Light"/>
          <a:ea typeface="+mn-ea"/>
          <a:cs typeface="Lato Light"/>
        </a:defRPr>
      </a:lvl3pPr>
      <a:lvl4pPr marL="2742651" indent="0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3200" kern="1200" dirty="0" smtClean="0">
          <a:solidFill>
            <a:schemeClr val="tx1"/>
          </a:solidFill>
          <a:effectLst/>
          <a:latin typeface="Lato Light"/>
          <a:ea typeface="+mn-ea"/>
          <a:cs typeface="Lato Light"/>
        </a:defRPr>
      </a:lvl4pPr>
      <a:lvl5pPr marL="3656868" indent="0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3200" kern="1200" dirty="0">
          <a:solidFill>
            <a:schemeClr val="tx1"/>
          </a:solidFill>
          <a:effectLst/>
          <a:latin typeface="Lato Light"/>
          <a:ea typeface="+mn-ea"/>
          <a:cs typeface="Lato Light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roup 4"/>
          <p:cNvGrpSpPr>
            <a:grpSpLocks noChangeAspect="1"/>
          </p:cNvGrpSpPr>
          <p:nvPr/>
        </p:nvGrpSpPr>
        <p:grpSpPr bwMode="auto">
          <a:xfrm>
            <a:off x="11678081" y="1249431"/>
            <a:ext cx="11478195" cy="10127083"/>
            <a:chOff x="1044" y="1"/>
            <a:chExt cx="3670" cy="3238"/>
          </a:xfrm>
          <a:solidFill>
            <a:schemeClr val="bg1">
              <a:lumMod val="85000"/>
              <a:alpha val="61000"/>
            </a:schemeClr>
          </a:solidFill>
        </p:grpSpPr>
        <p:sp>
          <p:nvSpPr>
            <p:cNvPr id="363" name="Freeform 5"/>
            <p:cNvSpPr>
              <a:spLocks noEditPoints="1"/>
            </p:cNvSpPr>
            <p:nvPr/>
          </p:nvSpPr>
          <p:spPr bwMode="auto">
            <a:xfrm>
              <a:off x="4579" y="2187"/>
              <a:ext cx="131" cy="123"/>
            </a:xfrm>
            <a:custGeom>
              <a:avLst/>
              <a:gdLst>
                <a:gd name="T0" fmla="*/ 53 w 107"/>
                <a:gd name="T1" fmla="*/ 13 h 100"/>
                <a:gd name="T2" fmla="*/ 37 w 107"/>
                <a:gd name="T3" fmla="*/ 16 h 100"/>
                <a:gd name="T4" fmla="*/ 24 w 107"/>
                <a:gd name="T5" fmla="*/ 23 h 100"/>
                <a:gd name="T6" fmla="*/ 13 w 107"/>
                <a:gd name="T7" fmla="*/ 43 h 100"/>
                <a:gd name="T8" fmla="*/ 17 w 107"/>
                <a:gd name="T9" fmla="*/ 55 h 100"/>
                <a:gd name="T10" fmla="*/ 27 w 107"/>
                <a:gd name="T11" fmla="*/ 66 h 100"/>
                <a:gd name="T12" fmla="*/ 33 w 107"/>
                <a:gd name="T13" fmla="*/ 75 h 100"/>
                <a:gd name="T14" fmla="*/ 33 w 107"/>
                <a:gd name="T15" fmla="*/ 79 h 100"/>
                <a:gd name="T16" fmla="*/ 36 w 107"/>
                <a:gd name="T17" fmla="*/ 77 h 100"/>
                <a:gd name="T18" fmla="*/ 45 w 107"/>
                <a:gd name="T19" fmla="*/ 73 h 100"/>
                <a:gd name="T20" fmla="*/ 47 w 107"/>
                <a:gd name="T21" fmla="*/ 73 h 100"/>
                <a:gd name="T22" fmla="*/ 53 w 107"/>
                <a:gd name="T23" fmla="*/ 73 h 100"/>
                <a:gd name="T24" fmla="*/ 70 w 107"/>
                <a:gd name="T25" fmla="*/ 71 h 100"/>
                <a:gd name="T26" fmla="*/ 83 w 107"/>
                <a:gd name="T27" fmla="*/ 64 h 100"/>
                <a:gd name="T28" fmla="*/ 93 w 107"/>
                <a:gd name="T29" fmla="*/ 43 h 100"/>
                <a:gd name="T30" fmla="*/ 83 w 107"/>
                <a:gd name="T31" fmla="*/ 23 h 100"/>
                <a:gd name="T32" fmla="*/ 70 w 107"/>
                <a:gd name="T33" fmla="*/ 16 h 100"/>
                <a:gd name="T34" fmla="*/ 53 w 107"/>
                <a:gd name="T35" fmla="*/ 13 h 100"/>
                <a:gd name="T36" fmla="*/ 53 w 107"/>
                <a:gd name="T37" fmla="*/ 0 h 100"/>
                <a:gd name="T38" fmla="*/ 53 w 107"/>
                <a:gd name="T39" fmla="*/ 0 h 100"/>
                <a:gd name="T40" fmla="*/ 107 w 107"/>
                <a:gd name="T41" fmla="*/ 43 h 100"/>
                <a:gd name="T42" fmla="*/ 53 w 107"/>
                <a:gd name="T43" fmla="*/ 87 h 100"/>
                <a:gd name="T44" fmla="*/ 45 w 107"/>
                <a:gd name="T45" fmla="*/ 86 h 100"/>
                <a:gd name="T46" fmla="*/ 7 w 107"/>
                <a:gd name="T47" fmla="*/ 100 h 100"/>
                <a:gd name="T48" fmla="*/ 7 w 107"/>
                <a:gd name="T49" fmla="*/ 97 h 100"/>
                <a:gd name="T50" fmla="*/ 20 w 107"/>
                <a:gd name="T51" fmla="*/ 80 h 100"/>
                <a:gd name="T52" fmla="*/ 20 w 107"/>
                <a:gd name="T53" fmla="*/ 77 h 100"/>
                <a:gd name="T54" fmla="*/ 0 w 107"/>
                <a:gd name="T55" fmla="*/ 43 h 100"/>
                <a:gd name="T56" fmla="*/ 53 w 107"/>
                <a:gd name="T5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7" h="100">
                  <a:moveTo>
                    <a:pt x="53" y="13"/>
                  </a:moveTo>
                  <a:cubicBezTo>
                    <a:pt x="48" y="13"/>
                    <a:pt x="42" y="14"/>
                    <a:pt x="37" y="16"/>
                  </a:cubicBezTo>
                  <a:cubicBezTo>
                    <a:pt x="32" y="18"/>
                    <a:pt x="28" y="20"/>
                    <a:pt x="24" y="23"/>
                  </a:cubicBezTo>
                  <a:cubicBezTo>
                    <a:pt x="17" y="29"/>
                    <a:pt x="13" y="36"/>
                    <a:pt x="13" y="43"/>
                  </a:cubicBezTo>
                  <a:cubicBezTo>
                    <a:pt x="13" y="47"/>
                    <a:pt x="14" y="52"/>
                    <a:pt x="17" y="55"/>
                  </a:cubicBezTo>
                  <a:cubicBezTo>
                    <a:pt x="19" y="59"/>
                    <a:pt x="23" y="63"/>
                    <a:pt x="27" y="66"/>
                  </a:cubicBezTo>
                  <a:cubicBezTo>
                    <a:pt x="30" y="68"/>
                    <a:pt x="32" y="71"/>
                    <a:pt x="33" y="75"/>
                  </a:cubicBezTo>
                  <a:cubicBezTo>
                    <a:pt x="33" y="76"/>
                    <a:pt x="33" y="78"/>
                    <a:pt x="33" y="79"/>
                  </a:cubicBezTo>
                  <a:cubicBezTo>
                    <a:pt x="34" y="78"/>
                    <a:pt x="35" y="77"/>
                    <a:pt x="36" y="77"/>
                  </a:cubicBezTo>
                  <a:cubicBezTo>
                    <a:pt x="38" y="74"/>
                    <a:pt x="42" y="73"/>
                    <a:pt x="45" y="73"/>
                  </a:cubicBezTo>
                  <a:cubicBezTo>
                    <a:pt x="46" y="73"/>
                    <a:pt x="46" y="73"/>
                    <a:pt x="47" y="73"/>
                  </a:cubicBezTo>
                  <a:cubicBezTo>
                    <a:pt x="49" y="73"/>
                    <a:pt x="51" y="73"/>
                    <a:pt x="53" y="73"/>
                  </a:cubicBezTo>
                  <a:cubicBezTo>
                    <a:pt x="59" y="73"/>
                    <a:pt x="65" y="72"/>
                    <a:pt x="70" y="71"/>
                  </a:cubicBezTo>
                  <a:cubicBezTo>
                    <a:pt x="75" y="69"/>
                    <a:pt x="79" y="67"/>
                    <a:pt x="83" y="64"/>
                  </a:cubicBezTo>
                  <a:cubicBezTo>
                    <a:pt x="90" y="58"/>
                    <a:pt x="93" y="51"/>
                    <a:pt x="93" y="43"/>
                  </a:cubicBezTo>
                  <a:cubicBezTo>
                    <a:pt x="93" y="36"/>
                    <a:pt x="90" y="29"/>
                    <a:pt x="83" y="23"/>
                  </a:cubicBezTo>
                  <a:cubicBezTo>
                    <a:pt x="79" y="20"/>
                    <a:pt x="75" y="18"/>
                    <a:pt x="70" y="16"/>
                  </a:cubicBezTo>
                  <a:cubicBezTo>
                    <a:pt x="65" y="14"/>
                    <a:pt x="59" y="13"/>
                    <a:pt x="53" y="13"/>
                  </a:cubicBezTo>
                  <a:close/>
                  <a:moveTo>
                    <a:pt x="53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83" y="0"/>
                    <a:pt x="107" y="19"/>
                    <a:pt x="107" y="43"/>
                  </a:cubicBezTo>
                  <a:cubicBezTo>
                    <a:pt x="107" y="67"/>
                    <a:pt x="83" y="87"/>
                    <a:pt x="53" y="87"/>
                  </a:cubicBezTo>
                  <a:cubicBezTo>
                    <a:pt x="51" y="87"/>
                    <a:pt x="48" y="86"/>
                    <a:pt x="45" y="86"/>
                  </a:cubicBezTo>
                  <a:cubicBezTo>
                    <a:pt x="34" y="98"/>
                    <a:pt x="20" y="100"/>
                    <a:pt x="7" y="100"/>
                  </a:cubicBezTo>
                  <a:cubicBezTo>
                    <a:pt x="7" y="97"/>
                    <a:pt x="7" y="97"/>
                    <a:pt x="7" y="97"/>
                  </a:cubicBezTo>
                  <a:cubicBezTo>
                    <a:pt x="14" y="94"/>
                    <a:pt x="20" y="87"/>
                    <a:pt x="20" y="80"/>
                  </a:cubicBezTo>
                  <a:cubicBezTo>
                    <a:pt x="20" y="79"/>
                    <a:pt x="20" y="78"/>
                    <a:pt x="20" y="77"/>
                  </a:cubicBezTo>
                  <a:cubicBezTo>
                    <a:pt x="8" y="69"/>
                    <a:pt x="0" y="57"/>
                    <a:pt x="0" y="43"/>
                  </a:cubicBezTo>
                  <a:cubicBezTo>
                    <a:pt x="0" y="19"/>
                    <a:pt x="24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4" name="Freeform 6"/>
            <p:cNvSpPr>
              <a:spLocks noEditPoints="1"/>
            </p:cNvSpPr>
            <p:nvPr/>
          </p:nvSpPr>
          <p:spPr bwMode="auto">
            <a:xfrm>
              <a:off x="4488" y="2255"/>
              <a:ext cx="82" cy="82"/>
            </a:xfrm>
            <a:custGeom>
              <a:avLst/>
              <a:gdLst>
                <a:gd name="T0" fmla="*/ 62 w 67"/>
                <a:gd name="T1" fmla="*/ 17 h 67"/>
                <a:gd name="T2" fmla="*/ 67 w 67"/>
                <a:gd name="T3" fmla="*/ 13 h 67"/>
                <a:gd name="T4" fmla="*/ 67 w 67"/>
                <a:gd name="T5" fmla="*/ 4 h 67"/>
                <a:gd name="T6" fmla="*/ 58 w 67"/>
                <a:gd name="T7" fmla="*/ 4 h 67"/>
                <a:gd name="T8" fmla="*/ 58 w 67"/>
                <a:gd name="T9" fmla="*/ 0 h 67"/>
                <a:gd name="T10" fmla="*/ 4 w 67"/>
                <a:gd name="T11" fmla="*/ 0 h 67"/>
                <a:gd name="T12" fmla="*/ 0 w 67"/>
                <a:gd name="T13" fmla="*/ 4 h 67"/>
                <a:gd name="T14" fmla="*/ 0 w 67"/>
                <a:gd name="T15" fmla="*/ 63 h 67"/>
                <a:gd name="T16" fmla="*/ 4 w 67"/>
                <a:gd name="T17" fmla="*/ 67 h 67"/>
                <a:gd name="T18" fmla="*/ 58 w 67"/>
                <a:gd name="T19" fmla="*/ 67 h 67"/>
                <a:gd name="T20" fmla="*/ 58 w 67"/>
                <a:gd name="T21" fmla="*/ 50 h 67"/>
                <a:gd name="T22" fmla="*/ 62 w 67"/>
                <a:gd name="T23" fmla="*/ 50 h 67"/>
                <a:gd name="T24" fmla="*/ 67 w 67"/>
                <a:gd name="T25" fmla="*/ 46 h 67"/>
                <a:gd name="T26" fmla="*/ 67 w 67"/>
                <a:gd name="T27" fmla="*/ 38 h 67"/>
                <a:gd name="T28" fmla="*/ 58 w 67"/>
                <a:gd name="T29" fmla="*/ 38 h 67"/>
                <a:gd name="T30" fmla="*/ 58 w 67"/>
                <a:gd name="T31" fmla="*/ 34 h 67"/>
                <a:gd name="T32" fmla="*/ 62 w 67"/>
                <a:gd name="T33" fmla="*/ 34 h 67"/>
                <a:gd name="T34" fmla="*/ 67 w 67"/>
                <a:gd name="T35" fmla="*/ 29 h 67"/>
                <a:gd name="T36" fmla="*/ 67 w 67"/>
                <a:gd name="T37" fmla="*/ 21 h 67"/>
                <a:gd name="T38" fmla="*/ 58 w 67"/>
                <a:gd name="T39" fmla="*/ 21 h 67"/>
                <a:gd name="T40" fmla="*/ 58 w 67"/>
                <a:gd name="T41" fmla="*/ 17 h 67"/>
                <a:gd name="T42" fmla="*/ 62 w 67"/>
                <a:gd name="T43" fmla="*/ 17 h 67"/>
                <a:gd name="T44" fmla="*/ 37 w 67"/>
                <a:gd name="T45" fmla="*/ 17 h 67"/>
                <a:gd name="T46" fmla="*/ 46 w 67"/>
                <a:gd name="T47" fmla="*/ 25 h 67"/>
                <a:gd name="T48" fmla="*/ 37 w 67"/>
                <a:gd name="T49" fmla="*/ 34 h 67"/>
                <a:gd name="T50" fmla="*/ 29 w 67"/>
                <a:gd name="T51" fmla="*/ 25 h 67"/>
                <a:gd name="T52" fmla="*/ 37 w 67"/>
                <a:gd name="T53" fmla="*/ 17 h 67"/>
                <a:gd name="T54" fmla="*/ 16 w 67"/>
                <a:gd name="T55" fmla="*/ 63 h 67"/>
                <a:gd name="T56" fmla="*/ 12 w 67"/>
                <a:gd name="T57" fmla="*/ 63 h 67"/>
                <a:gd name="T58" fmla="*/ 12 w 67"/>
                <a:gd name="T59" fmla="*/ 4 h 67"/>
                <a:gd name="T60" fmla="*/ 16 w 67"/>
                <a:gd name="T61" fmla="*/ 4 h 67"/>
                <a:gd name="T62" fmla="*/ 16 w 67"/>
                <a:gd name="T63" fmla="*/ 63 h 67"/>
                <a:gd name="T64" fmla="*/ 50 w 67"/>
                <a:gd name="T65" fmla="*/ 50 h 67"/>
                <a:gd name="T66" fmla="*/ 25 w 67"/>
                <a:gd name="T67" fmla="*/ 50 h 67"/>
                <a:gd name="T68" fmla="*/ 25 w 67"/>
                <a:gd name="T69" fmla="*/ 46 h 67"/>
                <a:gd name="T70" fmla="*/ 33 w 67"/>
                <a:gd name="T71" fmla="*/ 38 h 67"/>
                <a:gd name="T72" fmla="*/ 33 w 67"/>
                <a:gd name="T73" fmla="*/ 38 h 67"/>
                <a:gd name="T74" fmla="*/ 41 w 67"/>
                <a:gd name="T75" fmla="*/ 38 h 67"/>
                <a:gd name="T76" fmla="*/ 50 w 67"/>
                <a:gd name="T77" fmla="*/ 46 h 67"/>
                <a:gd name="T78" fmla="*/ 50 w 67"/>
                <a:gd name="T79" fmla="*/ 5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7" h="67">
                  <a:moveTo>
                    <a:pt x="62" y="17"/>
                  </a:moveTo>
                  <a:cubicBezTo>
                    <a:pt x="65" y="17"/>
                    <a:pt x="67" y="15"/>
                    <a:pt x="67" y="13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5"/>
                    <a:pt x="2" y="67"/>
                    <a:pt x="4" y="67"/>
                  </a:cubicBezTo>
                  <a:cubicBezTo>
                    <a:pt x="58" y="67"/>
                    <a:pt x="58" y="67"/>
                    <a:pt x="58" y="67"/>
                  </a:cubicBezTo>
                  <a:cubicBezTo>
                    <a:pt x="58" y="50"/>
                    <a:pt x="58" y="50"/>
                    <a:pt x="58" y="5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5" y="50"/>
                    <a:pt x="67" y="48"/>
                    <a:pt x="67" y="46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58" y="38"/>
                    <a:pt x="58" y="38"/>
                    <a:pt x="58" y="38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5" y="34"/>
                    <a:pt x="67" y="32"/>
                    <a:pt x="67" y="29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8" y="17"/>
                    <a:pt x="58" y="17"/>
                    <a:pt x="58" y="17"/>
                  </a:cubicBezTo>
                  <a:lnTo>
                    <a:pt x="62" y="17"/>
                  </a:lnTo>
                  <a:close/>
                  <a:moveTo>
                    <a:pt x="37" y="17"/>
                  </a:moveTo>
                  <a:cubicBezTo>
                    <a:pt x="42" y="17"/>
                    <a:pt x="46" y="21"/>
                    <a:pt x="46" y="25"/>
                  </a:cubicBezTo>
                  <a:cubicBezTo>
                    <a:pt x="46" y="30"/>
                    <a:pt x="42" y="34"/>
                    <a:pt x="37" y="34"/>
                  </a:cubicBezTo>
                  <a:cubicBezTo>
                    <a:pt x="33" y="34"/>
                    <a:pt x="29" y="30"/>
                    <a:pt x="29" y="25"/>
                  </a:cubicBezTo>
                  <a:cubicBezTo>
                    <a:pt x="29" y="21"/>
                    <a:pt x="33" y="17"/>
                    <a:pt x="37" y="17"/>
                  </a:cubicBezTo>
                  <a:close/>
                  <a:moveTo>
                    <a:pt x="16" y="63"/>
                  </a:moveTo>
                  <a:cubicBezTo>
                    <a:pt x="12" y="63"/>
                    <a:pt x="12" y="63"/>
                    <a:pt x="12" y="6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63"/>
                  </a:lnTo>
                  <a:close/>
                  <a:moveTo>
                    <a:pt x="50" y="50"/>
                  </a:moveTo>
                  <a:cubicBezTo>
                    <a:pt x="25" y="50"/>
                    <a:pt x="25" y="50"/>
                    <a:pt x="25" y="50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8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6" y="38"/>
                    <a:pt x="50" y="42"/>
                    <a:pt x="50" y="46"/>
                  </a:cubicBezTo>
                  <a:lnTo>
                    <a:pt x="50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5" name="Freeform 7"/>
            <p:cNvSpPr>
              <a:spLocks noEditPoints="1"/>
            </p:cNvSpPr>
            <p:nvPr/>
          </p:nvSpPr>
          <p:spPr bwMode="auto">
            <a:xfrm>
              <a:off x="4629" y="2028"/>
              <a:ext cx="71" cy="71"/>
            </a:xfrm>
            <a:custGeom>
              <a:avLst/>
              <a:gdLst>
                <a:gd name="T0" fmla="*/ 58 w 58"/>
                <a:gd name="T1" fmla="*/ 29 h 57"/>
                <a:gd name="T2" fmla="*/ 29 w 58"/>
                <a:gd name="T3" fmla="*/ 57 h 57"/>
                <a:gd name="T4" fmla="*/ 0 w 58"/>
                <a:gd name="T5" fmla="*/ 29 h 57"/>
                <a:gd name="T6" fmla="*/ 29 w 58"/>
                <a:gd name="T7" fmla="*/ 0 h 57"/>
                <a:gd name="T8" fmla="*/ 58 w 58"/>
                <a:gd name="T9" fmla="*/ 29 h 57"/>
                <a:gd name="T10" fmla="*/ 6 w 58"/>
                <a:gd name="T11" fmla="*/ 29 h 57"/>
                <a:gd name="T12" fmla="*/ 29 w 58"/>
                <a:gd name="T13" fmla="*/ 52 h 57"/>
                <a:gd name="T14" fmla="*/ 52 w 58"/>
                <a:gd name="T15" fmla="*/ 29 h 57"/>
                <a:gd name="T16" fmla="*/ 29 w 58"/>
                <a:gd name="T17" fmla="*/ 5 h 57"/>
                <a:gd name="T18" fmla="*/ 6 w 58"/>
                <a:gd name="T19" fmla="*/ 29 h 57"/>
                <a:gd name="T20" fmla="*/ 32 w 58"/>
                <a:gd name="T21" fmla="*/ 12 h 57"/>
                <a:gd name="T22" fmla="*/ 46 w 58"/>
                <a:gd name="T23" fmla="*/ 26 h 57"/>
                <a:gd name="T24" fmla="*/ 46 w 58"/>
                <a:gd name="T25" fmla="*/ 31 h 57"/>
                <a:gd name="T26" fmla="*/ 41 w 58"/>
                <a:gd name="T27" fmla="*/ 31 h 57"/>
                <a:gd name="T28" fmla="*/ 33 w 58"/>
                <a:gd name="T29" fmla="*/ 23 h 57"/>
                <a:gd name="T30" fmla="*/ 33 w 58"/>
                <a:gd name="T31" fmla="*/ 43 h 57"/>
                <a:gd name="T32" fmla="*/ 29 w 58"/>
                <a:gd name="T33" fmla="*/ 47 h 57"/>
                <a:gd name="T34" fmla="*/ 25 w 58"/>
                <a:gd name="T35" fmla="*/ 43 h 57"/>
                <a:gd name="T36" fmla="*/ 25 w 58"/>
                <a:gd name="T37" fmla="*/ 23 h 57"/>
                <a:gd name="T38" fmla="*/ 17 w 58"/>
                <a:gd name="T39" fmla="*/ 31 h 57"/>
                <a:gd name="T40" fmla="*/ 12 w 58"/>
                <a:gd name="T41" fmla="*/ 31 h 57"/>
                <a:gd name="T42" fmla="*/ 11 w 58"/>
                <a:gd name="T43" fmla="*/ 29 h 57"/>
                <a:gd name="T44" fmla="*/ 12 w 58"/>
                <a:gd name="T45" fmla="*/ 26 h 57"/>
                <a:gd name="T46" fmla="*/ 27 w 58"/>
                <a:gd name="T47" fmla="*/ 12 h 57"/>
                <a:gd name="T48" fmla="*/ 32 w 58"/>
                <a:gd name="T4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" h="57">
                  <a:moveTo>
                    <a:pt x="58" y="29"/>
                  </a:moveTo>
                  <a:cubicBezTo>
                    <a:pt x="58" y="45"/>
                    <a:pt x="45" y="57"/>
                    <a:pt x="29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lose/>
                  <a:moveTo>
                    <a:pt x="6" y="29"/>
                  </a:moveTo>
                  <a:cubicBezTo>
                    <a:pt x="6" y="42"/>
                    <a:pt x="16" y="52"/>
                    <a:pt x="29" y="52"/>
                  </a:cubicBezTo>
                  <a:cubicBezTo>
                    <a:pt x="42" y="52"/>
                    <a:pt x="52" y="42"/>
                    <a:pt x="52" y="29"/>
                  </a:cubicBezTo>
                  <a:cubicBezTo>
                    <a:pt x="52" y="16"/>
                    <a:pt x="42" y="5"/>
                    <a:pt x="29" y="5"/>
                  </a:cubicBezTo>
                  <a:cubicBezTo>
                    <a:pt x="16" y="5"/>
                    <a:pt x="6" y="16"/>
                    <a:pt x="6" y="29"/>
                  </a:cubicBezTo>
                  <a:close/>
                  <a:moveTo>
                    <a:pt x="32" y="12"/>
                  </a:moveTo>
                  <a:cubicBezTo>
                    <a:pt x="46" y="26"/>
                    <a:pt x="46" y="26"/>
                    <a:pt x="46" y="26"/>
                  </a:cubicBezTo>
                  <a:cubicBezTo>
                    <a:pt x="47" y="28"/>
                    <a:pt x="47" y="30"/>
                    <a:pt x="46" y="31"/>
                  </a:cubicBezTo>
                  <a:cubicBezTo>
                    <a:pt x="45" y="33"/>
                    <a:pt x="42" y="33"/>
                    <a:pt x="41" y="31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5"/>
                    <a:pt x="31" y="47"/>
                    <a:pt x="29" y="47"/>
                  </a:cubicBezTo>
                  <a:cubicBezTo>
                    <a:pt x="27" y="47"/>
                    <a:pt x="25" y="45"/>
                    <a:pt x="25" y="4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33"/>
                    <a:pt x="14" y="33"/>
                    <a:pt x="12" y="31"/>
                  </a:cubicBezTo>
                  <a:cubicBezTo>
                    <a:pt x="12" y="31"/>
                    <a:pt x="11" y="30"/>
                    <a:pt x="11" y="29"/>
                  </a:cubicBezTo>
                  <a:cubicBezTo>
                    <a:pt x="11" y="28"/>
                    <a:pt x="12" y="27"/>
                    <a:pt x="12" y="26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8" y="10"/>
                    <a:pt x="30" y="10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6" name="Freeform 8"/>
            <p:cNvSpPr>
              <a:spLocks noEditPoints="1"/>
            </p:cNvSpPr>
            <p:nvPr/>
          </p:nvSpPr>
          <p:spPr bwMode="auto">
            <a:xfrm>
              <a:off x="4617" y="2116"/>
              <a:ext cx="56" cy="56"/>
            </a:xfrm>
            <a:custGeom>
              <a:avLst/>
              <a:gdLst>
                <a:gd name="T0" fmla="*/ 3 w 46"/>
                <a:gd name="T1" fmla="*/ 0 h 46"/>
                <a:gd name="T2" fmla="*/ 20 w 46"/>
                <a:gd name="T3" fmla="*/ 0 h 46"/>
                <a:gd name="T4" fmla="*/ 20 w 46"/>
                <a:gd name="T5" fmla="*/ 3 h 46"/>
                <a:gd name="T6" fmla="*/ 3 w 46"/>
                <a:gd name="T7" fmla="*/ 3 h 46"/>
                <a:gd name="T8" fmla="*/ 3 w 46"/>
                <a:gd name="T9" fmla="*/ 0 h 46"/>
                <a:gd name="T10" fmla="*/ 26 w 46"/>
                <a:gd name="T11" fmla="*/ 0 h 46"/>
                <a:gd name="T12" fmla="*/ 43 w 46"/>
                <a:gd name="T13" fmla="*/ 0 h 46"/>
                <a:gd name="T14" fmla="*/ 43 w 46"/>
                <a:gd name="T15" fmla="*/ 3 h 46"/>
                <a:gd name="T16" fmla="*/ 26 w 46"/>
                <a:gd name="T17" fmla="*/ 3 h 46"/>
                <a:gd name="T18" fmla="*/ 26 w 46"/>
                <a:gd name="T19" fmla="*/ 0 h 46"/>
                <a:gd name="T20" fmla="*/ 43 w 46"/>
                <a:gd name="T21" fmla="*/ 14 h 46"/>
                <a:gd name="T22" fmla="*/ 41 w 46"/>
                <a:gd name="T23" fmla="*/ 14 h 46"/>
                <a:gd name="T24" fmla="*/ 41 w 46"/>
                <a:gd name="T25" fmla="*/ 3 h 46"/>
                <a:gd name="T26" fmla="*/ 29 w 46"/>
                <a:gd name="T27" fmla="*/ 3 h 46"/>
                <a:gd name="T28" fmla="*/ 29 w 46"/>
                <a:gd name="T29" fmla="*/ 14 h 46"/>
                <a:gd name="T30" fmla="*/ 17 w 46"/>
                <a:gd name="T31" fmla="*/ 14 h 46"/>
                <a:gd name="T32" fmla="*/ 17 w 46"/>
                <a:gd name="T33" fmla="*/ 3 h 46"/>
                <a:gd name="T34" fmla="*/ 6 w 46"/>
                <a:gd name="T35" fmla="*/ 3 h 46"/>
                <a:gd name="T36" fmla="*/ 6 w 46"/>
                <a:gd name="T37" fmla="*/ 14 h 46"/>
                <a:gd name="T38" fmla="*/ 3 w 46"/>
                <a:gd name="T39" fmla="*/ 14 h 46"/>
                <a:gd name="T40" fmla="*/ 0 w 46"/>
                <a:gd name="T41" fmla="*/ 17 h 46"/>
                <a:gd name="T42" fmla="*/ 0 w 46"/>
                <a:gd name="T43" fmla="*/ 43 h 46"/>
                <a:gd name="T44" fmla="*/ 3 w 46"/>
                <a:gd name="T45" fmla="*/ 46 h 46"/>
                <a:gd name="T46" fmla="*/ 17 w 46"/>
                <a:gd name="T47" fmla="*/ 46 h 46"/>
                <a:gd name="T48" fmla="*/ 20 w 46"/>
                <a:gd name="T49" fmla="*/ 43 h 46"/>
                <a:gd name="T50" fmla="*/ 20 w 46"/>
                <a:gd name="T51" fmla="*/ 26 h 46"/>
                <a:gd name="T52" fmla="*/ 26 w 46"/>
                <a:gd name="T53" fmla="*/ 26 h 46"/>
                <a:gd name="T54" fmla="*/ 26 w 46"/>
                <a:gd name="T55" fmla="*/ 43 h 46"/>
                <a:gd name="T56" fmla="*/ 29 w 46"/>
                <a:gd name="T57" fmla="*/ 46 h 46"/>
                <a:gd name="T58" fmla="*/ 43 w 46"/>
                <a:gd name="T59" fmla="*/ 46 h 46"/>
                <a:gd name="T60" fmla="*/ 46 w 46"/>
                <a:gd name="T61" fmla="*/ 43 h 46"/>
                <a:gd name="T62" fmla="*/ 46 w 46"/>
                <a:gd name="T63" fmla="*/ 17 h 46"/>
                <a:gd name="T64" fmla="*/ 43 w 46"/>
                <a:gd name="T65" fmla="*/ 14 h 46"/>
                <a:gd name="T66" fmla="*/ 16 w 46"/>
                <a:gd name="T67" fmla="*/ 43 h 46"/>
                <a:gd name="T68" fmla="*/ 5 w 46"/>
                <a:gd name="T69" fmla="*/ 43 h 46"/>
                <a:gd name="T70" fmla="*/ 3 w 46"/>
                <a:gd name="T71" fmla="*/ 42 h 46"/>
                <a:gd name="T72" fmla="*/ 5 w 46"/>
                <a:gd name="T73" fmla="*/ 40 h 46"/>
                <a:gd name="T74" fmla="*/ 16 w 46"/>
                <a:gd name="T75" fmla="*/ 40 h 46"/>
                <a:gd name="T76" fmla="*/ 17 w 46"/>
                <a:gd name="T77" fmla="*/ 42 h 46"/>
                <a:gd name="T78" fmla="*/ 16 w 46"/>
                <a:gd name="T79" fmla="*/ 43 h 46"/>
                <a:gd name="T80" fmla="*/ 25 w 46"/>
                <a:gd name="T81" fmla="*/ 23 h 46"/>
                <a:gd name="T82" fmla="*/ 22 w 46"/>
                <a:gd name="T83" fmla="*/ 23 h 46"/>
                <a:gd name="T84" fmla="*/ 20 w 46"/>
                <a:gd name="T85" fmla="*/ 21 h 46"/>
                <a:gd name="T86" fmla="*/ 22 w 46"/>
                <a:gd name="T87" fmla="*/ 20 h 46"/>
                <a:gd name="T88" fmla="*/ 25 w 46"/>
                <a:gd name="T89" fmla="*/ 20 h 46"/>
                <a:gd name="T90" fmla="*/ 26 w 46"/>
                <a:gd name="T91" fmla="*/ 21 h 46"/>
                <a:gd name="T92" fmla="*/ 25 w 46"/>
                <a:gd name="T93" fmla="*/ 23 h 46"/>
                <a:gd name="T94" fmla="*/ 42 w 46"/>
                <a:gd name="T95" fmla="*/ 43 h 46"/>
                <a:gd name="T96" fmla="*/ 31 w 46"/>
                <a:gd name="T97" fmla="*/ 43 h 46"/>
                <a:gd name="T98" fmla="*/ 29 w 46"/>
                <a:gd name="T99" fmla="*/ 42 h 46"/>
                <a:gd name="T100" fmla="*/ 31 w 46"/>
                <a:gd name="T101" fmla="*/ 40 h 46"/>
                <a:gd name="T102" fmla="*/ 42 w 46"/>
                <a:gd name="T103" fmla="*/ 40 h 46"/>
                <a:gd name="T104" fmla="*/ 43 w 46"/>
                <a:gd name="T105" fmla="*/ 42 h 46"/>
                <a:gd name="T106" fmla="*/ 42 w 46"/>
                <a:gd name="T107" fmla="*/ 4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6" h="46">
                  <a:moveTo>
                    <a:pt x="3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3" y="3"/>
                    <a:pt x="3" y="3"/>
                    <a:pt x="3" y="3"/>
                  </a:cubicBezTo>
                  <a:lnTo>
                    <a:pt x="3" y="0"/>
                  </a:lnTo>
                  <a:close/>
                  <a:moveTo>
                    <a:pt x="26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26" y="3"/>
                    <a:pt x="26" y="3"/>
                    <a:pt x="26" y="3"/>
                  </a:cubicBezTo>
                  <a:lnTo>
                    <a:pt x="26" y="0"/>
                  </a:lnTo>
                  <a:close/>
                  <a:moveTo>
                    <a:pt x="43" y="14"/>
                  </a:moveTo>
                  <a:cubicBezTo>
                    <a:pt x="41" y="14"/>
                    <a:pt x="41" y="14"/>
                    <a:pt x="41" y="14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4"/>
                    <a:pt x="0" y="16"/>
                    <a:pt x="0" y="1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2" y="46"/>
                    <a:pt x="3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9" y="46"/>
                    <a:pt x="20" y="44"/>
                    <a:pt x="20" y="43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4"/>
                    <a:pt x="28" y="46"/>
                    <a:pt x="29" y="46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5" y="46"/>
                    <a:pt x="46" y="44"/>
                    <a:pt x="46" y="43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6" y="16"/>
                    <a:pt x="45" y="14"/>
                    <a:pt x="43" y="14"/>
                  </a:cubicBezTo>
                  <a:close/>
                  <a:moveTo>
                    <a:pt x="16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4" y="43"/>
                    <a:pt x="3" y="42"/>
                    <a:pt x="3" y="42"/>
                  </a:cubicBezTo>
                  <a:cubicBezTo>
                    <a:pt x="3" y="41"/>
                    <a:pt x="4" y="40"/>
                    <a:pt x="5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7" y="40"/>
                    <a:pt x="17" y="41"/>
                    <a:pt x="17" y="42"/>
                  </a:cubicBezTo>
                  <a:cubicBezTo>
                    <a:pt x="17" y="42"/>
                    <a:pt x="17" y="43"/>
                    <a:pt x="16" y="43"/>
                  </a:cubicBezTo>
                  <a:close/>
                  <a:moveTo>
                    <a:pt x="25" y="23"/>
                  </a:moveTo>
                  <a:cubicBezTo>
                    <a:pt x="22" y="23"/>
                    <a:pt x="22" y="23"/>
                    <a:pt x="22" y="23"/>
                  </a:cubicBezTo>
                  <a:cubicBezTo>
                    <a:pt x="21" y="23"/>
                    <a:pt x="20" y="22"/>
                    <a:pt x="20" y="21"/>
                  </a:cubicBezTo>
                  <a:cubicBezTo>
                    <a:pt x="20" y="21"/>
                    <a:pt x="21" y="20"/>
                    <a:pt x="22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6" y="21"/>
                    <a:pt x="26" y="21"/>
                  </a:cubicBezTo>
                  <a:cubicBezTo>
                    <a:pt x="26" y="22"/>
                    <a:pt x="25" y="23"/>
                    <a:pt x="25" y="23"/>
                  </a:cubicBezTo>
                  <a:close/>
                  <a:moveTo>
                    <a:pt x="42" y="43"/>
                  </a:moveTo>
                  <a:cubicBezTo>
                    <a:pt x="31" y="43"/>
                    <a:pt x="31" y="43"/>
                    <a:pt x="31" y="43"/>
                  </a:cubicBezTo>
                  <a:cubicBezTo>
                    <a:pt x="30" y="43"/>
                    <a:pt x="29" y="42"/>
                    <a:pt x="29" y="42"/>
                  </a:cubicBezTo>
                  <a:cubicBezTo>
                    <a:pt x="29" y="41"/>
                    <a:pt x="30" y="40"/>
                    <a:pt x="31" y="40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3" y="40"/>
                    <a:pt x="43" y="41"/>
                    <a:pt x="43" y="42"/>
                  </a:cubicBezTo>
                  <a:cubicBezTo>
                    <a:pt x="43" y="42"/>
                    <a:pt x="43" y="43"/>
                    <a:pt x="42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7" name="Freeform 9"/>
            <p:cNvSpPr>
              <a:spLocks/>
            </p:cNvSpPr>
            <p:nvPr/>
          </p:nvSpPr>
          <p:spPr bwMode="auto">
            <a:xfrm>
              <a:off x="4515" y="2127"/>
              <a:ext cx="91" cy="91"/>
            </a:xfrm>
            <a:custGeom>
              <a:avLst/>
              <a:gdLst>
                <a:gd name="T0" fmla="*/ 45 w 91"/>
                <a:gd name="T1" fmla="*/ 91 h 91"/>
                <a:gd name="T2" fmla="*/ 91 w 91"/>
                <a:gd name="T3" fmla="*/ 45 h 91"/>
                <a:gd name="T4" fmla="*/ 62 w 91"/>
                <a:gd name="T5" fmla="*/ 45 h 91"/>
                <a:gd name="T6" fmla="*/ 62 w 91"/>
                <a:gd name="T7" fmla="*/ 0 h 91"/>
                <a:gd name="T8" fmla="*/ 28 w 91"/>
                <a:gd name="T9" fmla="*/ 0 h 91"/>
                <a:gd name="T10" fmla="*/ 28 w 91"/>
                <a:gd name="T11" fmla="*/ 45 h 91"/>
                <a:gd name="T12" fmla="*/ 0 w 91"/>
                <a:gd name="T13" fmla="*/ 45 h 91"/>
                <a:gd name="T14" fmla="*/ 45 w 91"/>
                <a:gd name="T1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" h="91">
                  <a:moveTo>
                    <a:pt x="45" y="91"/>
                  </a:moveTo>
                  <a:lnTo>
                    <a:pt x="91" y="45"/>
                  </a:lnTo>
                  <a:lnTo>
                    <a:pt x="62" y="45"/>
                  </a:lnTo>
                  <a:lnTo>
                    <a:pt x="62" y="0"/>
                  </a:lnTo>
                  <a:lnTo>
                    <a:pt x="28" y="0"/>
                  </a:lnTo>
                  <a:lnTo>
                    <a:pt x="28" y="45"/>
                  </a:lnTo>
                  <a:lnTo>
                    <a:pt x="0" y="45"/>
                  </a:lnTo>
                  <a:lnTo>
                    <a:pt x="45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8" name="Freeform 10"/>
            <p:cNvSpPr>
              <a:spLocks noEditPoints="1"/>
            </p:cNvSpPr>
            <p:nvPr/>
          </p:nvSpPr>
          <p:spPr bwMode="auto">
            <a:xfrm>
              <a:off x="4620" y="1923"/>
              <a:ext cx="77" cy="77"/>
            </a:xfrm>
            <a:custGeom>
              <a:avLst/>
              <a:gdLst>
                <a:gd name="T0" fmla="*/ 31 w 62"/>
                <a:gd name="T1" fmla="*/ 63 h 63"/>
                <a:gd name="T2" fmla="*/ 0 w 62"/>
                <a:gd name="T3" fmla="*/ 32 h 63"/>
                <a:gd name="T4" fmla="*/ 31 w 62"/>
                <a:gd name="T5" fmla="*/ 0 h 63"/>
                <a:gd name="T6" fmla="*/ 62 w 62"/>
                <a:gd name="T7" fmla="*/ 32 h 63"/>
                <a:gd name="T8" fmla="*/ 31 w 62"/>
                <a:gd name="T9" fmla="*/ 63 h 63"/>
                <a:gd name="T10" fmla="*/ 57 w 62"/>
                <a:gd name="T11" fmla="*/ 36 h 63"/>
                <a:gd name="T12" fmla="*/ 41 w 62"/>
                <a:gd name="T13" fmla="*/ 35 h 63"/>
                <a:gd name="T14" fmla="*/ 46 w 62"/>
                <a:gd name="T15" fmla="*/ 54 h 63"/>
                <a:gd name="T16" fmla="*/ 57 w 62"/>
                <a:gd name="T17" fmla="*/ 36 h 63"/>
                <a:gd name="T18" fmla="*/ 41 w 62"/>
                <a:gd name="T19" fmla="*/ 56 h 63"/>
                <a:gd name="T20" fmla="*/ 36 w 62"/>
                <a:gd name="T21" fmla="*/ 36 h 63"/>
                <a:gd name="T22" fmla="*/ 35 w 62"/>
                <a:gd name="T23" fmla="*/ 36 h 63"/>
                <a:gd name="T24" fmla="*/ 15 w 62"/>
                <a:gd name="T25" fmla="*/ 53 h 63"/>
                <a:gd name="T26" fmla="*/ 31 w 62"/>
                <a:gd name="T27" fmla="*/ 58 h 63"/>
                <a:gd name="T28" fmla="*/ 41 w 62"/>
                <a:gd name="T29" fmla="*/ 56 h 63"/>
                <a:gd name="T30" fmla="*/ 11 w 62"/>
                <a:gd name="T31" fmla="*/ 49 h 63"/>
                <a:gd name="T32" fmla="*/ 33 w 62"/>
                <a:gd name="T33" fmla="*/ 32 h 63"/>
                <a:gd name="T34" fmla="*/ 34 w 62"/>
                <a:gd name="T35" fmla="*/ 31 h 63"/>
                <a:gd name="T36" fmla="*/ 32 w 62"/>
                <a:gd name="T37" fmla="*/ 27 h 63"/>
                <a:gd name="T38" fmla="*/ 4 w 62"/>
                <a:gd name="T39" fmla="*/ 31 h 63"/>
                <a:gd name="T40" fmla="*/ 4 w 62"/>
                <a:gd name="T41" fmla="*/ 32 h 63"/>
                <a:gd name="T42" fmla="*/ 11 w 62"/>
                <a:gd name="T43" fmla="*/ 49 h 63"/>
                <a:gd name="T44" fmla="*/ 5 w 62"/>
                <a:gd name="T45" fmla="*/ 26 h 63"/>
                <a:gd name="T46" fmla="*/ 29 w 62"/>
                <a:gd name="T47" fmla="*/ 23 h 63"/>
                <a:gd name="T48" fmla="*/ 20 w 62"/>
                <a:gd name="T49" fmla="*/ 8 h 63"/>
                <a:gd name="T50" fmla="*/ 5 w 62"/>
                <a:gd name="T51" fmla="*/ 26 h 63"/>
                <a:gd name="T52" fmla="*/ 25 w 62"/>
                <a:gd name="T53" fmla="*/ 6 h 63"/>
                <a:gd name="T54" fmla="*/ 35 w 62"/>
                <a:gd name="T55" fmla="*/ 21 h 63"/>
                <a:gd name="T56" fmla="*/ 49 w 62"/>
                <a:gd name="T57" fmla="*/ 12 h 63"/>
                <a:gd name="T58" fmla="*/ 31 w 62"/>
                <a:gd name="T59" fmla="*/ 5 h 63"/>
                <a:gd name="T60" fmla="*/ 25 w 62"/>
                <a:gd name="T61" fmla="*/ 6 h 63"/>
                <a:gd name="T62" fmla="*/ 51 w 62"/>
                <a:gd name="T63" fmla="*/ 15 h 63"/>
                <a:gd name="T64" fmla="*/ 37 w 62"/>
                <a:gd name="T65" fmla="*/ 25 h 63"/>
                <a:gd name="T66" fmla="*/ 38 w 62"/>
                <a:gd name="T67" fmla="*/ 29 h 63"/>
                <a:gd name="T68" fmla="*/ 39 w 62"/>
                <a:gd name="T69" fmla="*/ 30 h 63"/>
                <a:gd name="T70" fmla="*/ 57 w 62"/>
                <a:gd name="T71" fmla="*/ 31 h 63"/>
                <a:gd name="T72" fmla="*/ 51 w 62"/>
                <a:gd name="T7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" h="63">
                  <a:moveTo>
                    <a:pt x="31" y="63"/>
                  </a:moveTo>
                  <a:cubicBezTo>
                    <a:pt x="14" y="63"/>
                    <a:pt x="0" y="49"/>
                    <a:pt x="0" y="32"/>
                  </a:cubicBezTo>
                  <a:cubicBezTo>
                    <a:pt x="0" y="14"/>
                    <a:pt x="14" y="0"/>
                    <a:pt x="31" y="0"/>
                  </a:cubicBezTo>
                  <a:cubicBezTo>
                    <a:pt x="48" y="0"/>
                    <a:pt x="62" y="14"/>
                    <a:pt x="62" y="32"/>
                  </a:cubicBezTo>
                  <a:cubicBezTo>
                    <a:pt x="62" y="49"/>
                    <a:pt x="48" y="63"/>
                    <a:pt x="31" y="63"/>
                  </a:cubicBezTo>
                  <a:close/>
                  <a:moveTo>
                    <a:pt x="57" y="36"/>
                  </a:moveTo>
                  <a:cubicBezTo>
                    <a:pt x="56" y="36"/>
                    <a:pt x="49" y="33"/>
                    <a:pt x="41" y="35"/>
                  </a:cubicBezTo>
                  <a:cubicBezTo>
                    <a:pt x="44" y="44"/>
                    <a:pt x="45" y="52"/>
                    <a:pt x="46" y="54"/>
                  </a:cubicBezTo>
                  <a:cubicBezTo>
                    <a:pt x="52" y="50"/>
                    <a:pt x="56" y="43"/>
                    <a:pt x="57" y="36"/>
                  </a:cubicBezTo>
                  <a:close/>
                  <a:moveTo>
                    <a:pt x="41" y="56"/>
                  </a:moveTo>
                  <a:cubicBezTo>
                    <a:pt x="41" y="54"/>
                    <a:pt x="39" y="46"/>
                    <a:pt x="36" y="36"/>
                  </a:cubicBezTo>
                  <a:cubicBezTo>
                    <a:pt x="36" y="36"/>
                    <a:pt x="36" y="36"/>
                    <a:pt x="35" y="36"/>
                  </a:cubicBezTo>
                  <a:cubicBezTo>
                    <a:pt x="20" y="41"/>
                    <a:pt x="15" y="52"/>
                    <a:pt x="15" y="53"/>
                  </a:cubicBezTo>
                  <a:cubicBezTo>
                    <a:pt x="19" y="56"/>
                    <a:pt x="25" y="58"/>
                    <a:pt x="31" y="58"/>
                  </a:cubicBezTo>
                  <a:cubicBezTo>
                    <a:pt x="35" y="58"/>
                    <a:pt x="38" y="57"/>
                    <a:pt x="41" y="56"/>
                  </a:cubicBezTo>
                  <a:close/>
                  <a:moveTo>
                    <a:pt x="11" y="49"/>
                  </a:moveTo>
                  <a:cubicBezTo>
                    <a:pt x="12" y="48"/>
                    <a:pt x="19" y="36"/>
                    <a:pt x="33" y="32"/>
                  </a:cubicBezTo>
                  <a:cubicBezTo>
                    <a:pt x="33" y="32"/>
                    <a:pt x="33" y="32"/>
                    <a:pt x="34" y="31"/>
                  </a:cubicBezTo>
                  <a:cubicBezTo>
                    <a:pt x="33" y="30"/>
                    <a:pt x="32" y="28"/>
                    <a:pt x="32" y="27"/>
                  </a:cubicBezTo>
                  <a:cubicBezTo>
                    <a:pt x="18" y="31"/>
                    <a:pt x="6" y="31"/>
                    <a:pt x="4" y="31"/>
                  </a:cubicBezTo>
                  <a:cubicBezTo>
                    <a:pt x="4" y="31"/>
                    <a:pt x="4" y="31"/>
                    <a:pt x="4" y="32"/>
                  </a:cubicBezTo>
                  <a:cubicBezTo>
                    <a:pt x="4" y="38"/>
                    <a:pt x="7" y="45"/>
                    <a:pt x="11" y="49"/>
                  </a:cubicBezTo>
                  <a:close/>
                  <a:moveTo>
                    <a:pt x="5" y="26"/>
                  </a:moveTo>
                  <a:cubicBezTo>
                    <a:pt x="6" y="26"/>
                    <a:pt x="17" y="26"/>
                    <a:pt x="29" y="23"/>
                  </a:cubicBezTo>
                  <a:cubicBezTo>
                    <a:pt x="25" y="15"/>
                    <a:pt x="20" y="8"/>
                    <a:pt x="20" y="8"/>
                  </a:cubicBezTo>
                  <a:cubicBezTo>
                    <a:pt x="12" y="11"/>
                    <a:pt x="7" y="18"/>
                    <a:pt x="5" y="26"/>
                  </a:cubicBezTo>
                  <a:close/>
                  <a:moveTo>
                    <a:pt x="25" y="6"/>
                  </a:moveTo>
                  <a:cubicBezTo>
                    <a:pt x="25" y="7"/>
                    <a:pt x="30" y="13"/>
                    <a:pt x="35" y="21"/>
                  </a:cubicBezTo>
                  <a:cubicBezTo>
                    <a:pt x="44" y="18"/>
                    <a:pt x="48" y="12"/>
                    <a:pt x="49" y="12"/>
                  </a:cubicBezTo>
                  <a:cubicBezTo>
                    <a:pt x="44" y="8"/>
                    <a:pt x="38" y="5"/>
                    <a:pt x="31" y="5"/>
                  </a:cubicBezTo>
                  <a:cubicBezTo>
                    <a:pt x="29" y="5"/>
                    <a:pt x="27" y="5"/>
                    <a:pt x="25" y="6"/>
                  </a:cubicBezTo>
                  <a:close/>
                  <a:moveTo>
                    <a:pt x="51" y="15"/>
                  </a:moveTo>
                  <a:cubicBezTo>
                    <a:pt x="51" y="16"/>
                    <a:pt x="46" y="21"/>
                    <a:pt x="37" y="25"/>
                  </a:cubicBezTo>
                  <a:cubicBezTo>
                    <a:pt x="37" y="27"/>
                    <a:pt x="38" y="28"/>
                    <a:pt x="38" y="29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8" y="29"/>
                    <a:pt x="57" y="31"/>
                    <a:pt x="57" y="31"/>
                  </a:cubicBezTo>
                  <a:cubicBezTo>
                    <a:pt x="57" y="25"/>
                    <a:pt x="55" y="19"/>
                    <a:pt x="51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9" name="Freeform 11"/>
            <p:cNvSpPr>
              <a:spLocks noEditPoints="1"/>
            </p:cNvSpPr>
            <p:nvPr/>
          </p:nvSpPr>
          <p:spPr bwMode="auto">
            <a:xfrm>
              <a:off x="4544" y="2038"/>
              <a:ext cx="73" cy="64"/>
            </a:xfrm>
            <a:custGeom>
              <a:avLst/>
              <a:gdLst>
                <a:gd name="T0" fmla="*/ 48 w 59"/>
                <a:gd name="T1" fmla="*/ 0 h 52"/>
                <a:gd name="T2" fmla="*/ 11 w 59"/>
                <a:gd name="T3" fmla="*/ 0 h 52"/>
                <a:gd name="T4" fmla="*/ 0 w 59"/>
                <a:gd name="T5" fmla="*/ 11 h 52"/>
                <a:gd name="T6" fmla="*/ 0 w 59"/>
                <a:gd name="T7" fmla="*/ 50 h 52"/>
                <a:gd name="T8" fmla="*/ 2 w 59"/>
                <a:gd name="T9" fmla="*/ 52 h 52"/>
                <a:gd name="T10" fmla="*/ 57 w 59"/>
                <a:gd name="T11" fmla="*/ 52 h 52"/>
                <a:gd name="T12" fmla="*/ 59 w 59"/>
                <a:gd name="T13" fmla="*/ 50 h 52"/>
                <a:gd name="T14" fmla="*/ 59 w 59"/>
                <a:gd name="T15" fmla="*/ 11 h 52"/>
                <a:gd name="T16" fmla="*/ 48 w 59"/>
                <a:gd name="T17" fmla="*/ 0 h 52"/>
                <a:gd name="T18" fmla="*/ 37 w 59"/>
                <a:gd name="T19" fmla="*/ 34 h 52"/>
                <a:gd name="T20" fmla="*/ 37 w 59"/>
                <a:gd name="T21" fmla="*/ 45 h 52"/>
                <a:gd name="T22" fmla="*/ 22 w 59"/>
                <a:gd name="T23" fmla="*/ 45 h 52"/>
                <a:gd name="T24" fmla="*/ 22 w 59"/>
                <a:gd name="T25" fmla="*/ 34 h 52"/>
                <a:gd name="T26" fmla="*/ 11 w 59"/>
                <a:gd name="T27" fmla="*/ 34 h 52"/>
                <a:gd name="T28" fmla="*/ 29 w 59"/>
                <a:gd name="T29" fmla="*/ 19 h 52"/>
                <a:gd name="T30" fmla="*/ 48 w 59"/>
                <a:gd name="T31" fmla="*/ 34 h 52"/>
                <a:gd name="T32" fmla="*/ 37 w 59"/>
                <a:gd name="T33" fmla="*/ 34 h 52"/>
                <a:gd name="T34" fmla="*/ 9 w 59"/>
                <a:gd name="T35" fmla="*/ 8 h 52"/>
                <a:gd name="T36" fmla="*/ 12 w 59"/>
                <a:gd name="T37" fmla="*/ 4 h 52"/>
                <a:gd name="T38" fmla="*/ 46 w 59"/>
                <a:gd name="T39" fmla="*/ 4 h 52"/>
                <a:gd name="T40" fmla="*/ 50 w 59"/>
                <a:gd name="T41" fmla="*/ 8 h 52"/>
                <a:gd name="T42" fmla="*/ 9 w 59"/>
                <a:gd name="T43" fmla="*/ 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52">
                  <a:moveTo>
                    <a:pt x="48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1"/>
                    <a:pt x="1" y="52"/>
                    <a:pt x="2" y="52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8" y="52"/>
                    <a:pt x="59" y="51"/>
                    <a:pt x="59" y="50"/>
                  </a:cubicBezTo>
                  <a:cubicBezTo>
                    <a:pt x="59" y="11"/>
                    <a:pt x="59" y="11"/>
                    <a:pt x="59" y="11"/>
                  </a:cubicBezTo>
                  <a:lnTo>
                    <a:pt x="48" y="0"/>
                  </a:lnTo>
                  <a:close/>
                  <a:moveTo>
                    <a:pt x="37" y="34"/>
                  </a:moveTo>
                  <a:cubicBezTo>
                    <a:pt x="37" y="45"/>
                    <a:pt x="37" y="45"/>
                    <a:pt x="37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37" y="34"/>
                  </a:lnTo>
                  <a:close/>
                  <a:moveTo>
                    <a:pt x="9" y="8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50" y="8"/>
                    <a:pt x="50" y="8"/>
                    <a:pt x="50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0" name="Freeform 12"/>
            <p:cNvSpPr>
              <a:spLocks noEditPoints="1"/>
            </p:cNvSpPr>
            <p:nvPr/>
          </p:nvSpPr>
          <p:spPr bwMode="auto">
            <a:xfrm>
              <a:off x="4388" y="2162"/>
              <a:ext cx="117" cy="102"/>
            </a:xfrm>
            <a:custGeom>
              <a:avLst/>
              <a:gdLst>
                <a:gd name="T0" fmla="*/ 95 w 95"/>
                <a:gd name="T1" fmla="*/ 34 h 83"/>
                <a:gd name="T2" fmla="*/ 83 w 95"/>
                <a:gd name="T3" fmla="*/ 0 h 83"/>
                <a:gd name="T4" fmla="*/ 83 w 95"/>
                <a:gd name="T5" fmla="*/ 0 h 83"/>
                <a:gd name="T6" fmla="*/ 75 w 95"/>
                <a:gd name="T7" fmla="*/ 0 h 83"/>
                <a:gd name="T8" fmla="*/ 31 w 95"/>
                <a:gd name="T9" fmla="*/ 19 h 83"/>
                <a:gd name="T10" fmla="*/ 30 w 95"/>
                <a:gd name="T11" fmla="*/ 34 h 83"/>
                <a:gd name="T12" fmla="*/ 31 w 95"/>
                <a:gd name="T13" fmla="*/ 48 h 83"/>
                <a:gd name="T14" fmla="*/ 75 w 95"/>
                <a:gd name="T15" fmla="*/ 67 h 83"/>
                <a:gd name="T16" fmla="*/ 83 w 95"/>
                <a:gd name="T17" fmla="*/ 67 h 83"/>
                <a:gd name="T18" fmla="*/ 83 w 95"/>
                <a:gd name="T19" fmla="*/ 67 h 83"/>
                <a:gd name="T20" fmla="*/ 95 w 95"/>
                <a:gd name="T21" fmla="*/ 34 h 83"/>
                <a:gd name="T22" fmla="*/ 80 w 95"/>
                <a:gd name="T23" fmla="*/ 62 h 83"/>
                <a:gd name="T24" fmla="*/ 78 w 95"/>
                <a:gd name="T25" fmla="*/ 61 h 83"/>
                <a:gd name="T26" fmla="*/ 75 w 95"/>
                <a:gd name="T27" fmla="*/ 55 h 83"/>
                <a:gd name="T28" fmla="*/ 71 w 95"/>
                <a:gd name="T29" fmla="*/ 34 h 83"/>
                <a:gd name="T30" fmla="*/ 75 w 95"/>
                <a:gd name="T31" fmla="*/ 12 h 83"/>
                <a:gd name="T32" fmla="*/ 78 w 95"/>
                <a:gd name="T33" fmla="*/ 6 h 83"/>
                <a:gd name="T34" fmla="*/ 80 w 95"/>
                <a:gd name="T35" fmla="*/ 5 h 83"/>
                <a:gd name="T36" fmla="*/ 82 w 95"/>
                <a:gd name="T37" fmla="*/ 6 h 83"/>
                <a:gd name="T38" fmla="*/ 86 w 95"/>
                <a:gd name="T39" fmla="*/ 12 h 83"/>
                <a:gd name="T40" fmla="*/ 89 w 95"/>
                <a:gd name="T41" fmla="*/ 34 h 83"/>
                <a:gd name="T42" fmla="*/ 86 w 95"/>
                <a:gd name="T43" fmla="*/ 55 h 83"/>
                <a:gd name="T44" fmla="*/ 82 w 95"/>
                <a:gd name="T45" fmla="*/ 61 h 83"/>
                <a:gd name="T46" fmla="*/ 80 w 95"/>
                <a:gd name="T47" fmla="*/ 62 h 83"/>
                <a:gd name="T48" fmla="*/ 23 w 95"/>
                <a:gd name="T49" fmla="*/ 34 h 83"/>
                <a:gd name="T50" fmla="*/ 24 w 95"/>
                <a:gd name="T51" fmla="*/ 20 h 83"/>
                <a:gd name="T52" fmla="*/ 12 w 95"/>
                <a:gd name="T53" fmla="*/ 21 h 83"/>
                <a:gd name="T54" fmla="*/ 5 w 95"/>
                <a:gd name="T55" fmla="*/ 21 h 83"/>
                <a:gd name="T56" fmla="*/ 0 w 95"/>
                <a:gd name="T57" fmla="*/ 29 h 83"/>
                <a:gd name="T58" fmla="*/ 0 w 95"/>
                <a:gd name="T59" fmla="*/ 38 h 83"/>
                <a:gd name="T60" fmla="*/ 5 w 95"/>
                <a:gd name="T61" fmla="*/ 46 h 83"/>
                <a:gd name="T62" fmla="*/ 12 w 95"/>
                <a:gd name="T63" fmla="*/ 46 h 83"/>
                <a:gd name="T64" fmla="*/ 24 w 95"/>
                <a:gd name="T65" fmla="*/ 47 h 83"/>
                <a:gd name="T66" fmla="*/ 23 w 95"/>
                <a:gd name="T67" fmla="*/ 34 h 83"/>
                <a:gd name="T68" fmla="*/ 34 w 95"/>
                <a:gd name="T69" fmla="*/ 53 h 83"/>
                <a:gd name="T70" fmla="*/ 22 w 95"/>
                <a:gd name="T71" fmla="*/ 51 h 83"/>
                <a:gd name="T72" fmla="*/ 30 w 95"/>
                <a:gd name="T73" fmla="*/ 81 h 83"/>
                <a:gd name="T74" fmla="*/ 33 w 95"/>
                <a:gd name="T75" fmla="*/ 82 h 83"/>
                <a:gd name="T76" fmla="*/ 44 w 95"/>
                <a:gd name="T77" fmla="*/ 78 h 83"/>
                <a:gd name="T78" fmla="*/ 46 w 95"/>
                <a:gd name="T79" fmla="*/ 74 h 83"/>
                <a:gd name="T80" fmla="*/ 34 w 95"/>
                <a:gd name="T81" fmla="*/ 53 h 83"/>
                <a:gd name="T82" fmla="*/ 80 w 95"/>
                <a:gd name="T83" fmla="*/ 45 h 83"/>
                <a:gd name="T84" fmla="*/ 79 w 95"/>
                <a:gd name="T85" fmla="*/ 44 h 83"/>
                <a:gd name="T86" fmla="*/ 78 w 95"/>
                <a:gd name="T87" fmla="*/ 42 h 83"/>
                <a:gd name="T88" fmla="*/ 77 w 95"/>
                <a:gd name="T89" fmla="*/ 34 h 83"/>
                <a:gd name="T90" fmla="*/ 78 w 95"/>
                <a:gd name="T91" fmla="*/ 25 h 83"/>
                <a:gd name="T92" fmla="*/ 79 w 95"/>
                <a:gd name="T93" fmla="*/ 23 h 83"/>
                <a:gd name="T94" fmla="*/ 80 w 95"/>
                <a:gd name="T95" fmla="*/ 23 h 83"/>
                <a:gd name="T96" fmla="*/ 81 w 95"/>
                <a:gd name="T97" fmla="*/ 23 h 83"/>
                <a:gd name="T98" fmla="*/ 82 w 95"/>
                <a:gd name="T99" fmla="*/ 25 h 83"/>
                <a:gd name="T100" fmla="*/ 84 w 95"/>
                <a:gd name="T101" fmla="*/ 34 h 83"/>
                <a:gd name="T102" fmla="*/ 82 w 95"/>
                <a:gd name="T103" fmla="*/ 42 h 83"/>
                <a:gd name="T104" fmla="*/ 81 w 95"/>
                <a:gd name="T105" fmla="*/ 44 h 83"/>
                <a:gd name="T106" fmla="*/ 80 w 95"/>
                <a:gd name="T107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5" h="83">
                  <a:moveTo>
                    <a:pt x="95" y="34"/>
                  </a:moveTo>
                  <a:cubicBezTo>
                    <a:pt x="95" y="15"/>
                    <a:pt x="89" y="0"/>
                    <a:pt x="83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57" y="13"/>
                    <a:pt x="31" y="19"/>
                  </a:cubicBezTo>
                  <a:cubicBezTo>
                    <a:pt x="30" y="23"/>
                    <a:pt x="30" y="28"/>
                    <a:pt x="30" y="34"/>
                  </a:cubicBezTo>
                  <a:cubicBezTo>
                    <a:pt x="30" y="39"/>
                    <a:pt x="30" y="44"/>
                    <a:pt x="31" y="48"/>
                  </a:cubicBezTo>
                  <a:cubicBezTo>
                    <a:pt x="57" y="54"/>
                    <a:pt x="75" y="67"/>
                    <a:pt x="75" y="67"/>
                  </a:cubicBezTo>
                  <a:cubicBezTo>
                    <a:pt x="83" y="67"/>
                    <a:pt x="83" y="67"/>
                    <a:pt x="83" y="67"/>
                  </a:cubicBezTo>
                  <a:cubicBezTo>
                    <a:pt x="83" y="67"/>
                    <a:pt x="83" y="67"/>
                    <a:pt x="83" y="67"/>
                  </a:cubicBezTo>
                  <a:cubicBezTo>
                    <a:pt x="89" y="67"/>
                    <a:pt x="95" y="52"/>
                    <a:pt x="95" y="34"/>
                  </a:cubicBezTo>
                  <a:close/>
                  <a:moveTo>
                    <a:pt x="80" y="62"/>
                  </a:moveTo>
                  <a:cubicBezTo>
                    <a:pt x="79" y="62"/>
                    <a:pt x="78" y="61"/>
                    <a:pt x="78" y="61"/>
                  </a:cubicBezTo>
                  <a:cubicBezTo>
                    <a:pt x="77" y="59"/>
                    <a:pt x="76" y="57"/>
                    <a:pt x="75" y="55"/>
                  </a:cubicBezTo>
                  <a:cubicBezTo>
                    <a:pt x="72" y="49"/>
                    <a:pt x="71" y="42"/>
                    <a:pt x="71" y="34"/>
                  </a:cubicBezTo>
                  <a:cubicBezTo>
                    <a:pt x="71" y="25"/>
                    <a:pt x="72" y="18"/>
                    <a:pt x="75" y="12"/>
                  </a:cubicBezTo>
                  <a:cubicBezTo>
                    <a:pt x="76" y="10"/>
                    <a:pt x="77" y="8"/>
                    <a:pt x="78" y="6"/>
                  </a:cubicBezTo>
                  <a:cubicBezTo>
                    <a:pt x="78" y="6"/>
                    <a:pt x="79" y="5"/>
                    <a:pt x="80" y="5"/>
                  </a:cubicBezTo>
                  <a:cubicBezTo>
                    <a:pt x="81" y="5"/>
                    <a:pt x="82" y="6"/>
                    <a:pt x="82" y="6"/>
                  </a:cubicBezTo>
                  <a:cubicBezTo>
                    <a:pt x="84" y="8"/>
                    <a:pt x="85" y="10"/>
                    <a:pt x="86" y="12"/>
                  </a:cubicBezTo>
                  <a:cubicBezTo>
                    <a:pt x="88" y="18"/>
                    <a:pt x="89" y="25"/>
                    <a:pt x="89" y="34"/>
                  </a:cubicBezTo>
                  <a:cubicBezTo>
                    <a:pt x="89" y="42"/>
                    <a:pt x="88" y="49"/>
                    <a:pt x="86" y="55"/>
                  </a:cubicBezTo>
                  <a:cubicBezTo>
                    <a:pt x="85" y="57"/>
                    <a:pt x="84" y="59"/>
                    <a:pt x="82" y="61"/>
                  </a:cubicBezTo>
                  <a:cubicBezTo>
                    <a:pt x="82" y="61"/>
                    <a:pt x="81" y="62"/>
                    <a:pt x="80" y="62"/>
                  </a:cubicBezTo>
                  <a:close/>
                  <a:moveTo>
                    <a:pt x="23" y="34"/>
                  </a:moveTo>
                  <a:cubicBezTo>
                    <a:pt x="23" y="29"/>
                    <a:pt x="24" y="24"/>
                    <a:pt x="24" y="20"/>
                  </a:cubicBezTo>
                  <a:cubicBezTo>
                    <a:pt x="20" y="20"/>
                    <a:pt x="16" y="21"/>
                    <a:pt x="12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12" y="46"/>
                  </a:cubicBezTo>
                  <a:cubicBezTo>
                    <a:pt x="16" y="46"/>
                    <a:pt x="20" y="47"/>
                    <a:pt x="24" y="47"/>
                  </a:cubicBezTo>
                  <a:cubicBezTo>
                    <a:pt x="24" y="43"/>
                    <a:pt x="23" y="38"/>
                    <a:pt x="23" y="34"/>
                  </a:cubicBezTo>
                  <a:close/>
                  <a:moveTo>
                    <a:pt x="34" y="53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82"/>
                    <a:pt x="32" y="83"/>
                    <a:pt x="33" y="82"/>
                  </a:cubicBezTo>
                  <a:cubicBezTo>
                    <a:pt x="44" y="78"/>
                    <a:pt x="44" y="78"/>
                    <a:pt x="44" y="78"/>
                  </a:cubicBezTo>
                  <a:cubicBezTo>
                    <a:pt x="46" y="77"/>
                    <a:pt x="46" y="76"/>
                    <a:pt x="46" y="74"/>
                  </a:cubicBezTo>
                  <a:lnTo>
                    <a:pt x="34" y="53"/>
                  </a:lnTo>
                  <a:close/>
                  <a:moveTo>
                    <a:pt x="80" y="45"/>
                  </a:moveTo>
                  <a:cubicBezTo>
                    <a:pt x="80" y="45"/>
                    <a:pt x="79" y="44"/>
                    <a:pt x="79" y="44"/>
                  </a:cubicBezTo>
                  <a:cubicBezTo>
                    <a:pt x="79" y="44"/>
                    <a:pt x="78" y="43"/>
                    <a:pt x="78" y="42"/>
                  </a:cubicBezTo>
                  <a:cubicBezTo>
                    <a:pt x="77" y="40"/>
                    <a:pt x="77" y="37"/>
                    <a:pt x="77" y="34"/>
                  </a:cubicBezTo>
                  <a:cubicBezTo>
                    <a:pt x="77" y="30"/>
                    <a:pt x="77" y="28"/>
                    <a:pt x="78" y="25"/>
                  </a:cubicBezTo>
                  <a:cubicBezTo>
                    <a:pt x="78" y="24"/>
                    <a:pt x="79" y="24"/>
                    <a:pt x="79" y="23"/>
                  </a:cubicBezTo>
                  <a:cubicBezTo>
                    <a:pt x="79" y="23"/>
                    <a:pt x="80" y="23"/>
                    <a:pt x="80" y="23"/>
                  </a:cubicBezTo>
                  <a:cubicBezTo>
                    <a:pt x="80" y="23"/>
                    <a:pt x="81" y="23"/>
                    <a:pt x="81" y="23"/>
                  </a:cubicBezTo>
                  <a:cubicBezTo>
                    <a:pt x="81" y="24"/>
                    <a:pt x="82" y="24"/>
                    <a:pt x="82" y="25"/>
                  </a:cubicBezTo>
                  <a:cubicBezTo>
                    <a:pt x="83" y="28"/>
                    <a:pt x="84" y="30"/>
                    <a:pt x="84" y="34"/>
                  </a:cubicBezTo>
                  <a:cubicBezTo>
                    <a:pt x="84" y="37"/>
                    <a:pt x="83" y="40"/>
                    <a:pt x="82" y="42"/>
                  </a:cubicBezTo>
                  <a:cubicBezTo>
                    <a:pt x="82" y="43"/>
                    <a:pt x="81" y="44"/>
                    <a:pt x="81" y="44"/>
                  </a:cubicBezTo>
                  <a:cubicBezTo>
                    <a:pt x="81" y="44"/>
                    <a:pt x="80" y="45"/>
                    <a:pt x="8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1" name="Freeform 13"/>
            <p:cNvSpPr>
              <a:spLocks noEditPoints="1"/>
            </p:cNvSpPr>
            <p:nvPr/>
          </p:nvSpPr>
          <p:spPr bwMode="auto">
            <a:xfrm>
              <a:off x="4590" y="2004"/>
              <a:ext cx="61" cy="24"/>
            </a:xfrm>
            <a:custGeom>
              <a:avLst/>
              <a:gdLst>
                <a:gd name="T0" fmla="*/ 50 w 50"/>
                <a:gd name="T1" fmla="*/ 10 h 20"/>
                <a:gd name="T2" fmla="*/ 50 w 50"/>
                <a:gd name="T3" fmla="*/ 10 h 20"/>
                <a:gd name="T4" fmla="*/ 40 w 50"/>
                <a:gd name="T5" fmla="*/ 0 h 20"/>
                <a:gd name="T6" fmla="*/ 28 w 50"/>
                <a:gd name="T7" fmla="*/ 0 h 20"/>
                <a:gd name="T8" fmla="*/ 18 w 50"/>
                <a:gd name="T9" fmla="*/ 10 h 20"/>
                <a:gd name="T10" fmla="*/ 18 w 50"/>
                <a:gd name="T11" fmla="*/ 10 h 20"/>
                <a:gd name="T12" fmla="*/ 18 w 50"/>
                <a:gd name="T13" fmla="*/ 11 h 20"/>
                <a:gd name="T14" fmla="*/ 23 w 50"/>
                <a:gd name="T15" fmla="*/ 11 h 20"/>
                <a:gd name="T16" fmla="*/ 23 w 50"/>
                <a:gd name="T17" fmla="*/ 10 h 20"/>
                <a:gd name="T18" fmla="*/ 23 w 50"/>
                <a:gd name="T19" fmla="*/ 10 h 20"/>
                <a:gd name="T20" fmla="*/ 28 w 50"/>
                <a:gd name="T21" fmla="*/ 4 h 20"/>
                <a:gd name="T22" fmla="*/ 40 w 50"/>
                <a:gd name="T23" fmla="*/ 4 h 20"/>
                <a:gd name="T24" fmla="*/ 45 w 50"/>
                <a:gd name="T25" fmla="*/ 10 h 20"/>
                <a:gd name="T26" fmla="*/ 45 w 50"/>
                <a:gd name="T27" fmla="*/ 10 h 20"/>
                <a:gd name="T28" fmla="*/ 40 w 50"/>
                <a:gd name="T29" fmla="*/ 15 h 20"/>
                <a:gd name="T30" fmla="*/ 35 w 50"/>
                <a:gd name="T31" fmla="*/ 15 h 20"/>
                <a:gd name="T32" fmla="*/ 32 w 50"/>
                <a:gd name="T33" fmla="*/ 20 h 20"/>
                <a:gd name="T34" fmla="*/ 40 w 50"/>
                <a:gd name="T35" fmla="*/ 20 h 20"/>
                <a:gd name="T36" fmla="*/ 50 w 50"/>
                <a:gd name="T37" fmla="*/ 10 h 20"/>
                <a:gd name="T38" fmla="*/ 32 w 50"/>
                <a:gd name="T39" fmla="*/ 10 h 20"/>
                <a:gd name="T40" fmla="*/ 32 w 50"/>
                <a:gd name="T41" fmla="*/ 8 h 20"/>
                <a:gd name="T42" fmla="*/ 27 w 50"/>
                <a:gd name="T43" fmla="*/ 8 h 20"/>
                <a:gd name="T44" fmla="*/ 28 w 50"/>
                <a:gd name="T45" fmla="*/ 10 h 20"/>
                <a:gd name="T46" fmla="*/ 28 w 50"/>
                <a:gd name="T47" fmla="*/ 10 h 20"/>
                <a:gd name="T48" fmla="*/ 22 w 50"/>
                <a:gd name="T49" fmla="*/ 15 h 20"/>
                <a:gd name="T50" fmla="*/ 10 w 50"/>
                <a:gd name="T51" fmla="*/ 15 h 20"/>
                <a:gd name="T52" fmla="*/ 5 w 50"/>
                <a:gd name="T53" fmla="*/ 10 h 20"/>
                <a:gd name="T54" fmla="*/ 5 w 50"/>
                <a:gd name="T55" fmla="*/ 10 h 20"/>
                <a:gd name="T56" fmla="*/ 10 w 50"/>
                <a:gd name="T57" fmla="*/ 4 h 20"/>
                <a:gd name="T58" fmla="*/ 16 w 50"/>
                <a:gd name="T59" fmla="*/ 4 h 20"/>
                <a:gd name="T60" fmla="*/ 19 w 50"/>
                <a:gd name="T61" fmla="*/ 0 h 20"/>
                <a:gd name="T62" fmla="*/ 10 w 50"/>
                <a:gd name="T63" fmla="*/ 0 h 20"/>
                <a:gd name="T64" fmla="*/ 0 w 50"/>
                <a:gd name="T65" fmla="*/ 10 h 20"/>
                <a:gd name="T66" fmla="*/ 0 w 50"/>
                <a:gd name="T67" fmla="*/ 10 h 20"/>
                <a:gd name="T68" fmla="*/ 10 w 50"/>
                <a:gd name="T69" fmla="*/ 20 h 20"/>
                <a:gd name="T70" fmla="*/ 22 w 50"/>
                <a:gd name="T71" fmla="*/ 20 h 20"/>
                <a:gd name="T72" fmla="*/ 32 w 50"/>
                <a:gd name="T7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0" h="20">
                  <a:moveTo>
                    <a:pt x="50" y="10"/>
                  </a:move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3" y="0"/>
                    <a:pt x="18" y="4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7"/>
                    <a:pt x="25" y="4"/>
                    <a:pt x="28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3" y="4"/>
                    <a:pt x="45" y="7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3"/>
                    <a:pt x="43" y="15"/>
                    <a:pt x="40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4" y="17"/>
                    <a:pt x="33" y="18"/>
                    <a:pt x="32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6" y="20"/>
                    <a:pt x="50" y="15"/>
                    <a:pt x="50" y="10"/>
                  </a:cubicBezTo>
                  <a:close/>
                  <a:moveTo>
                    <a:pt x="32" y="10"/>
                  </a:moveTo>
                  <a:cubicBezTo>
                    <a:pt x="32" y="9"/>
                    <a:pt x="32" y="9"/>
                    <a:pt x="32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8" y="9"/>
                    <a:pt x="28" y="9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3"/>
                    <a:pt x="25" y="15"/>
                    <a:pt x="22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7" y="15"/>
                    <a:pt x="5" y="13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7"/>
                    <a:pt x="7" y="4"/>
                    <a:pt x="1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7" y="1"/>
                    <a:pt x="1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5"/>
                    <a:pt x="5" y="20"/>
                    <a:pt x="10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8" y="20"/>
                    <a:pt x="32" y="15"/>
                    <a:pt x="32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2" name="Freeform 14"/>
            <p:cNvSpPr>
              <a:spLocks noEditPoints="1"/>
            </p:cNvSpPr>
            <p:nvPr/>
          </p:nvSpPr>
          <p:spPr bwMode="auto">
            <a:xfrm>
              <a:off x="4647" y="1740"/>
              <a:ext cx="67" cy="65"/>
            </a:xfrm>
            <a:custGeom>
              <a:avLst/>
              <a:gdLst>
                <a:gd name="T0" fmla="*/ 27 w 54"/>
                <a:gd name="T1" fmla="*/ 0 h 53"/>
                <a:gd name="T2" fmla="*/ 0 w 54"/>
                <a:gd name="T3" fmla="*/ 26 h 53"/>
                <a:gd name="T4" fmla="*/ 27 w 54"/>
                <a:gd name="T5" fmla="*/ 53 h 53"/>
                <a:gd name="T6" fmla="*/ 54 w 54"/>
                <a:gd name="T7" fmla="*/ 26 h 53"/>
                <a:gd name="T8" fmla="*/ 27 w 54"/>
                <a:gd name="T9" fmla="*/ 0 h 53"/>
                <a:gd name="T10" fmla="*/ 16 w 54"/>
                <a:gd name="T11" fmla="*/ 43 h 53"/>
                <a:gd name="T12" fmla="*/ 17 w 54"/>
                <a:gd name="T13" fmla="*/ 38 h 53"/>
                <a:gd name="T14" fmla="*/ 7 w 54"/>
                <a:gd name="T15" fmla="*/ 24 h 53"/>
                <a:gd name="T16" fmla="*/ 13 w 54"/>
                <a:gd name="T17" fmla="*/ 12 h 53"/>
                <a:gd name="T18" fmla="*/ 27 w 54"/>
                <a:gd name="T19" fmla="*/ 6 h 53"/>
                <a:gd name="T20" fmla="*/ 41 w 54"/>
                <a:gd name="T21" fmla="*/ 12 h 53"/>
                <a:gd name="T22" fmla="*/ 47 w 54"/>
                <a:gd name="T23" fmla="*/ 24 h 53"/>
                <a:gd name="T24" fmla="*/ 37 w 54"/>
                <a:gd name="T25" fmla="*/ 38 h 53"/>
                <a:gd name="T26" fmla="*/ 38 w 54"/>
                <a:gd name="T27" fmla="*/ 43 h 53"/>
                <a:gd name="T28" fmla="*/ 27 w 54"/>
                <a:gd name="T29" fmla="*/ 46 h 53"/>
                <a:gd name="T30" fmla="*/ 16 w 54"/>
                <a:gd name="T31" fmla="*/ 43 h 53"/>
                <a:gd name="T32" fmla="*/ 29 w 54"/>
                <a:gd name="T33" fmla="*/ 33 h 53"/>
                <a:gd name="T34" fmla="*/ 30 w 54"/>
                <a:gd name="T35" fmla="*/ 35 h 53"/>
                <a:gd name="T36" fmla="*/ 30 w 54"/>
                <a:gd name="T37" fmla="*/ 38 h 53"/>
                <a:gd name="T38" fmla="*/ 29 w 54"/>
                <a:gd name="T39" fmla="*/ 40 h 53"/>
                <a:gd name="T40" fmla="*/ 25 w 54"/>
                <a:gd name="T41" fmla="*/ 40 h 53"/>
                <a:gd name="T42" fmla="*/ 24 w 54"/>
                <a:gd name="T43" fmla="*/ 38 h 53"/>
                <a:gd name="T44" fmla="*/ 24 w 54"/>
                <a:gd name="T45" fmla="*/ 35 h 53"/>
                <a:gd name="T46" fmla="*/ 25 w 54"/>
                <a:gd name="T47" fmla="*/ 33 h 53"/>
                <a:gd name="T48" fmla="*/ 26 w 54"/>
                <a:gd name="T49" fmla="*/ 10 h 53"/>
                <a:gd name="T50" fmla="*/ 28 w 54"/>
                <a:gd name="T51" fmla="*/ 10 h 53"/>
                <a:gd name="T52" fmla="*/ 29 w 54"/>
                <a:gd name="T53" fmla="*/ 3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53">
                  <a:moveTo>
                    <a:pt x="27" y="0"/>
                  </a:move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7" y="53"/>
                  </a:cubicBezTo>
                  <a:cubicBezTo>
                    <a:pt x="42" y="53"/>
                    <a:pt x="54" y="41"/>
                    <a:pt x="54" y="26"/>
                  </a:cubicBezTo>
                  <a:cubicBezTo>
                    <a:pt x="54" y="12"/>
                    <a:pt x="42" y="0"/>
                    <a:pt x="27" y="0"/>
                  </a:cubicBezTo>
                  <a:close/>
                  <a:moveTo>
                    <a:pt x="16" y="43"/>
                  </a:moveTo>
                  <a:cubicBezTo>
                    <a:pt x="17" y="42"/>
                    <a:pt x="17" y="40"/>
                    <a:pt x="17" y="38"/>
                  </a:cubicBezTo>
                  <a:cubicBezTo>
                    <a:pt x="17" y="32"/>
                    <a:pt x="13" y="26"/>
                    <a:pt x="7" y="24"/>
                  </a:cubicBezTo>
                  <a:cubicBezTo>
                    <a:pt x="8" y="20"/>
                    <a:pt x="10" y="15"/>
                    <a:pt x="13" y="12"/>
                  </a:cubicBezTo>
                  <a:cubicBezTo>
                    <a:pt x="17" y="8"/>
                    <a:pt x="22" y="6"/>
                    <a:pt x="27" y="6"/>
                  </a:cubicBezTo>
                  <a:cubicBezTo>
                    <a:pt x="32" y="6"/>
                    <a:pt x="37" y="8"/>
                    <a:pt x="41" y="12"/>
                  </a:cubicBezTo>
                  <a:cubicBezTo>
                    <a:pt x="44" y="15"/>
                    <a:pt x="46" y="20"/>
                    <a:pt x="47" y="24"/>
                  </a:cubicBezTo>
                  <a:cubicBezTo>
                    <a:pt x="41" y="26"/>
                    <a:pt x="37" y="32"/>
                    <a:pt x="37" y="38"/>
                  </a:cubicBezTo>
                  <a:cubicBezTo>
                    <a:pt x="37" y="40"/>
                    <a:pt x="37" y="42"/>
                    <a:pt x="38" y="43"/>
                  </a:cubicBezTo>
                  <a:cubicBezTo>
                    <a:pt x="35" y="45"/>
                    <a:pt x="31" y="46"/>
                    <a:pt x="27" y="46"/>
                  </a:cubicBezTo>
                  <a:cubicBezTo>
                    <a:pt x="23" y="46"/>
                    <a:pt x="19" y="45"/>
                    <a:pt x="16" y="43"/>
                  </a:cubicBezTo>
                  <a:close/>
                  <a:moveTo>
                    <a:pt x="29" y="33"/>
                  </a:moveTo>
                  <a:cubicBezTo>
                    <a:pt x="30" y="33"/>
                    <a:pt x="30" y="34"/>
                    <a:pt x="30" y="35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9"/>
                    <a:pt x="30" y="40"/>
                    <a:pt x="29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4" y="39"/>
                    <a:pt x="24" y="38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8" y="10"/>
                    <a:pt x="28" y="10"/>
                    <a:pt x="28" y="10"/>
                  </a:cubicBezTo>
                  <a:lnTo>
                    <a:pt x="29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3" name="Freeform 15"/>
            <p:cNvSpPr>
              <a:spLocks noEditPoints="1"/>
            </p:cNvSpPr>
            <p:nvPr/>
          </p:nvSpPr>
          <p:spPr bwMode="auto">
            <a:xfrm>
              <a:off x="4639" y="1812"/>
              <a:ext cx="58" cy="46"/>
            </a:xfrm>
            <a:custGeom>
              <a:avLst/>
              <a:gdLst>
                <a:gd name="T0" fmla="*/ 22 w 58"/>
                <a:gd name="T1" fmla="*/ 46 h 46"/>
                <a:gd name="T2" fmla="*/ 0 w 58"/>
                <a:gd name="T3" fmla="*/ 24 h 46"/>
                <a:gd name="T4" fmla="*/ 11 w 58"/>
                <a:gd name="T5" fmla="*/ 13 h 46"/>
                <a:gd name="T6" fmla="*/ 22 w 58"/>
                <a:gd name="T7" fmla="*/ 24 h 46"/>
                <a:gd name="T8" fmla="*/ 47 w 58"/>
                <a:gd name="T9" fmla="*/ 0 h 46"/>
                <a:gd name="T10" fmla="*/ 58 w 58"/>
                <a:gd name="T11" fmla="*/ 11 h 46"/>
                <a:gd name="T12" fmla="*/ 22 w 58"/>
                <a:gd name="T13" fmla="*/ 46 h 46"/>
                <a:gd name="T14" fmla="*/ 6 w 58"/>
                <a:gd name="T15" fmla="*/ 24 h 46"/>
                <a:gd name="T16" fmla="*/ 22 w 58"/>
                <a:gd name="T17" fmla="*/ 40 h 46"/>
                <a:gd name="T18" fmla="*/ 51 w 58"/>
                <a:gd name="T19" fmla="*/ 11 h 46"/>
                <a:gd name="T20" fmla="*/ 47 w 58"/>
                <a:gd name="T21" fmla="*/ 6 h 46"/>
                <a:gd name="T22" fmla="*/ 22 w 58"/>
                <a:gd name="T23" fmla="*/ 30 h 46"/>
                <a:gd name="T24" fmla="*/ 11 w 58"/>
                <a:gd name="T25" fmla="*/ 19 h 46"/>
                <a:gd name="T26" fmla="*/ 6 w 58"/>
                <a:gd name="T27" fmla="*/ 2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46">
                  <a:moveTo>
                    <a:pt x="22" y="46"/>
                  </a:moveTo>
                  <a:lnTo>
                    <a:pt x="0" y="24"/>
                  </a:lnTo>
                  <a:lnTo>
                    <a:pt x="11" y="13"/>
                  </a:lnTo>
                  <a:lnTo>
                    <a:pt x="22" y="24"/>
                  </a:lnTo>
                  <a:lnTo>
                    <a:pt x="47" y="0"/>
                  </a:lnTo>
                  <a:lnTo>
                    <a:pt x="58" y="11"/>
                  </a:lnTo>
                  <a:lnTo>
                    <a:pt x="22" y="46"/>
                  </a:lnTo>
                  <a:close/>
                  <a:moveTo>
                    <a:pt x="6" y="24"/>
                  </a:moveTo>
                  <a:lnTo>
                    <a:pt x="22" y="40"/>
                  </a:lnTo>
                  <a:lnTo>
                    <a:pt x="51" y="11"/>
                  </a:lnTo>
                  <a:lnTo>
                    <a:pt x="47" y="6"/>
                  </a:lnTo>
                  <a:lnTo>
                    <a:pt x="22" y="30"/>
                  </a:lnTo>
                  <a:lnTo>
                    <a:pt x="11" y="19"/>
                  </a:lnTo>
                  <a:lnTo>
                    <a:pt x="6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4" name="Freeform 16"/>
            <p:cNvSpPr>
              <a:spLocks noEditPoints="1"/>
            </p:cNvSpPr>
            <p:nvPr/>
          </p:nvSpPr>
          <p:spPr bwMode="auto">
            <a:xfrm>
              <a:off x="4541" y="1903"/>
              <a:ext cx="68" cy="91"/>
            </a:xfrm>
            <a:custGeom>
              <a:avLst/>
              <a:gdLst>
                <a:gd name="T0" fmla="*/ 53 w 56"/>
                <a:gd name="T1" fmla="*/ 9 h 74"/>
                <a:gd name="T2" fmla="*/ 49 w 56"/>
                <a:gd name="T3" fmla="*/ 9 h 74"/>
                <a:gd name="T4" fmla="*/ 49 w 56"/>
                <a:gd name="T5" fmla="*/ 14 h 74"/>
                <a:gd name="T6" fmla="*/ 51 w 56"/>
                <a:gd name="T7" fmla="*/ 14 h 74"/>
                <a:gd name="T8" fmla="*/ 51 w 56"/>
                <a:gd name="T9" fmla="*/ 51 h 74"/>
                <a:gd name="T10" fmla="*/ 32 w 56"/>
                <a:gd name="T11" fmla="*/ 51 h 74"/>
                <a:gd name="T12" fmla="*/ 32 w 56"/>
                <a:gd name="T13" fmla="*/ 70 h 74"/>
                <a:gd name="T14" fmla="*/ 5 w 56"/>
                <a:gd name="T15" fmla="*/ 70 h 74"/>
                <a:gd name="T16" fmla="*/ 5 w 56"/>
                <a:gd name="T17" fmla="*/ 14 h 74"/>
                <a:gd name="T18" fmla="*/ 7 w 56"/>
                <a:gd name="T19" fmla="*/ 14 h 74"/>
                <a:gd name="T20" fmla="*/ 7 w 56"/>
                <a:gd name="T21" fmla="*/ 9 h 74"/>
                <a:gd name="T22" fmla="*/ 2 w 56"/>
                <a:gd name="T23" fmla="*/ 9 h 74"/>
                <a:gd name="T24" fmla="*/ 0 w 56"/>
                <a:gd name="T25" fmla="*/ 12 h 74"/>
                <a:gd name="T26" fmla="*/ 0 w 56"/>
                <a:gd name="T27" fmla="*/ 72 h 74"/>
                <a:gd name="T28" fmla="*/ 2 w 56"/>
                <a:gd name="T29" fmla="*/ 74 h 74"/>
                <a:gd name="T30" fmla="*/ 39 w 56"/>
                <a:gd name="T31" fmla="*/ 74 h 74"/>
                <a:gd name="T32" fmla="*/ 56 w 56"/>
                <a:gd name="T33" fmla="*/ 57 h 74"/>
                <a:gd name="T34" fmla="*/ 56 w 56"/>
                <a:gd name="T35" fmla="*/ 12 h 74"/>
                <a:gd name="T36" fmla="*/ 53 w 56"/>
                <a:gd name="T37" fmla="*/ 9 h 74"/>
                <a:gd name="T38" fmla="*/ 37 w 56"/>
                <a:gd name="T39" fmla="*/ 70 h 74"/>
                <a:gd name="T40" fmla="*/ 37 w 56"/>
                <a:gd name="T41" fmla="*/ 56 h 74"/>
                <a:gd name="T42" fmla="*/ 51 w 56"/>
                <a:gd name="T43" fmla="*/ 56 h 74"/>
                <a:gd name="T44" fmla="*/ 37 w 56"/>
                <a:gd name="T45" fmla="*/ 70 h 74"/>
                <a:gd name="T46" fmla="*/ 46 w 56"/>
                <a:gd name="T47" fmla="*/ 9 h 74"/>
                <a:gd name="T48" fmla="*/ 37 w 56"/>
                <a:gd name="T49" fmla="*/ 9 h 74"/>
                <a:gd name="T50" fmla="*/ 37 w 56"/>
                <a:gd name="T51" fmla="*/ 5 h 74"/>
                <a:gd name="T52" fmla="*/ 32 w 56"/>
                <a:gd name="T53" fmla="*/ 0 h 74"/>
                <a:gd name="T54" fmla="*/ 23 w 56"/>
                <a:gd name="T55" fmla="*/ 0 h 74"/>
                <a:gd name="T56" fmla="*/ 19 w 56"/>
                <a:gd name="T57" fmla="*/ 5 h 74"/>
                <a:gd name="T58" fmla="*/ 19 w 56"/>
                <a:gd name="T59" fmla="*/ 9 h 74"/>
                <a:gd name="T60" fmla="*/ 9 w 56"/>
                <a:gd name="T61" fmla="*/ 9 h 74"/>
                <a:gd name="T62" fmla="*/ 9 w 56"/>
                <a:gd name="T63" fmla="*/ 19 h 74"/>
                <a:gd name="T64" fmla="*/ 46 w 56"/>
                <a:gd name="T65" fmla="*/ 19 h 74"/>
                <a:gd name="T66" fmla="*/ 46 w 56"/>
                <a:gd name="T67" fmla="*/ 9 h 74"/>
                <a:gd name="T68" fmla="*/ 32 w 56"/>
                <a:gd name="T69" fmla="*/ 9 h 74"/>
                <a:gd name="T70" fmla="*/ 23 w 56"/>
                <a:gd name="T71" fmla="*/ 9 h 74"/>
                <a:gd name="T72" fmla="*/ 23 w 56"/>
                <a:gd name="T73" fmla="*/ 5 h 74"/>
                <a:gd name="T74" fmla="*/ 23 w 56"/>
                <a:gd name="T75" fmla="*/ 5 h 74"/>
                <a:gd name="T76" fmla="*/ 32 w 56"/>
                <a:gd name="T77" fmla="*/ 5 h 74"/>
                <a:gd name="T78" fmla="*/ 32 w 56"/>
                <a:gd name="T79" fmla="*/ 5 h 74"/>
                <a:gd name="T80" fmla="*/ 32 w 56"/>
                <a:gd name="T81" fmla="*/ 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6" h="74">
                  <a:moveTo>
                    <a:pt x="53" y="9"/>
                  </a:moveTo>
                  <a:cubicBezTo>
                    <a:pt x="49" y="9"/>
                    <a:pt x="49" y="9"/>
                    <a:pt x="49" y="9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70"/>
                    <a:pt x="32" y="70"/>
                    <a:pt x="32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0" y="10"/>
                    <a:pt x="0" y="1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3"/>
                    <a:pt x="1" y="74"/>
                    <a:pt x="2" y="74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6" y="10"/>
                    <a:pt x="55" y="9"/>
                    <a:pt x="53" y="9"/>
                  </a:cubicBezTo>
                  <a:close/>
                  <a:moveTo>
                    <a:pt x="37" y="70"/>
                  </a:moveTo>
                  <a:cubicBezTo>
                    <a:pt x="37" y="56"/>
                    <a:pt x="37" y="56"/>
                    <a:pt x="37" y="56"/>
                  </a:cubicBezTo>
                  <a:cubicBezTo>
                    <a:pt x="51" y="56"/>
                    <a:pt x="51" y="56"/>
                    <a:pt x="51" y="56"/>
                  </a:cubicBezTo>
                  <a:lnTo>
                    <a:pt x="37" y="70"/>
                  </a:lnTo>
                  <a:close/>
                  <a:moveTo>
                    <a:pt x="46" y="9"/>
                  </a:moveTo>
                  <a:cubicBezTo>
                    <a:pt x="37" y="9"/>
                    <a:pt x="37" y="9"/>
                    <a:pt x="37" y="9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2"/>
                    <a:pt x="35" y="0"/>
                    <a:pt x="3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1" y="0"/>
                    <a:pt x="19" y="2"/>
                    <a:pt x="19" y="5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46" y="19"/>
                    <a:pt x="46" y="19"/>
                    <a:pt x="46" y="19"/>
                  </a:cubicBezTo>
                  <a:lnTo>
                    <a:pt x="46" y="9"/>
                  </a:lnTo>
                  <a:close/>
                  <a:moveTo>
                    <a:pt x="32" y="9"/>
                  </a:moveTo>
                  <a:cubicBezTo>
                    <a:pt x="23" y="9"/>
                    <a:pt x="23" y="9"/>
                    <a:pt x="23" y="9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lnTo>
                    <a:pt x="32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5" name="Freeform 17"/>
            <p:cNvSpPr>
              <a:spLocks/>
            </p:cNvSpPr>
            <p:nvPr/>
          </p:nvSpPr>
          <p:spPr bwMode="auto">
            <a:xfrm>
              <a:off x="4290" y="2011"/>
              <a:ext cx="233" cy="131"/>
            </a:xfrm>
            <a:custGeom>
              <a:avLst/>
              <a:gdLst>
                <a:gd name="T0" fmla="*/ 190 w 190"/>
                <a:gd name="T1" fmla="*/ 74 h 106"/>
                <a:gd name="T2" fmla="*/ 166 w 190"/>
                <a:gd name="T3" fmla="*/ 43 h 106"/>
                <a:gd name="T4" fmla="*/ 122 w 190"/>
                <a:gd name="T5" fmla="*/ 0 h 106"/>
                <a:gd name="T6" fmla="*/ 87 w 190"/>
                <a:gd name="T7" fmla="*/ 16 h 106"/>
                <a:gd name="T8" fmla="*/ 67 w 190"/>
                <a:gd name="T9" fmla="*/ 7 h 106"/>
                <a:gd name="T10" fmla="*/ 42 w 190"/>
                <a:gd name="T11" fmla="*/ 32 h 106"/>
                <a:gd name="T12" fmla="*/ 43 w 190"/>
                <a:gd name="T13" fmla="*/ 35 h 106"/>
                <a:gd name="T14" fmla="*/ 36 w 190"/>
                <a:gd name="T15" fmla="*/ 35 h 106"/>
                <a:gd name="T16" fmla="*/ 0 w 190"/>
                <a:gd name="T17" fmla="*/ 70 h 106"/>
                <a:gd name="T18" fmla="*/ 36 w 190"/>
                <a:gd name="T19" fmla="*/ 106 h 106"/>
                <a:gd name="T20" fmla="*/ 158 w 190"/>
                <a:gd name="T21" fmla="*/ 106 h 106"/>
                <a:gd name="T22" fmla="*/ 158 w 190"/>
                <a:gd name="T23" fmla="*/ 106 h 106"/>
                <a:gd name="T24" fmla="*/ 190 w 190"/>
                <a:gd name="T25" fmla="*/ 7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106">
                  <a:moveTo>
                    <a:pt x="190" y="74"/>
                  </a:moveTo>
                  <a:cubicBezTo>
                    <a:pt x="190" y="59"/>
                    <a:pt x="180" y="46"/>
                    <a:pt x="166" y="43"/>
                  </a:cubicBezTo>
                  <a:cubicBezTo>
                    <a:pt x="165" y="19"/>
                    <a:pt x="146" y="0"/>
                    <a:pt x="122" y="0"/>
                  </a:cubicBezTo>
                  <a:cubicBezTo>
                    <a:pt x="107" y="0"/>
                    <a:pt x="95" y="6"/>
                    <a:pt x="87" y="16"/>
                  </a:cubicBezTo>
                  <a:cubicBezTo>
                    <a:pt x="82" y="11"/>
                    <a:pt x="75" y="7"/>
                    <a:pt x="67" y="7"/>
                  </a:cubicBezTo>
                  <a:cubicBezTo>
                    <a:pt x="54" y="7"/>
                    <a:pt x="42" y="18"/>
                    <a:pt x="42" y="32"/>
                  </a:cubicBezTo>
                  <a:cubicBezTo>
                    <a:pt x="42" y="33"/>
                    <a:pt x="43" y="34"/>
                    <a:pt x="43" y="35"/>
                  </a:cubicBezTo>
                  <a:cubicBezTo>
                    <a:pt x="41" y="35"/>
                    <a:pt x="38" y="35"/>
                    <a:pt x="36" y="35"/>
                  </a:cubicBezTo>
                  <a:cubicBezTo>
                    <a:pt x="16" y="35"/>
                    <a:pt x="0" y="51"/>
                    <a:pt x="0" y="70"/>
                  </a:cubicBezTo>
                  <a:cubicBezTo>
                    <a:pt x="0" y="90"/>
                    <a:pt x="16" y="106"/>
                    <a:pt x="36" y="106"/>
                  </a:cubicBezTo>
                  <a:cubicBezTo>
                    <a:pt x="158" y="106"/>
                    <a:pt x="158" y="106"/>
                    <a:pt x="158" y="106"/>
                  </a:cubicBezTo>
                  <a:cubicBezTo>
                    <a:pt x="158" y="106"/>
                    <a:pt x="158" y="106"/>
                    <a:pt x="158" y="106"/>
                  </a:cubicBezTo>
                  <a:cubicBezTo>
                    <a:pt x="176" y="106"/>
                    <a:pt x="190" y="92"/>
                    <a:pt x="190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6" name="Freeform 18"/>
            <p:cNvSpPr>
              <a:spLocks/>
            </p:cNvSpPr>
            <p:nvPr/>
          </p:nvSpPr>
          <p:spPr bwMode="auto">
            <a:xfrm>
              <a:off x="4538" y="1666"/>
              <a:ext cx="112" cy="123"/>
            </a:xfrm>
            <a:custGeom>
              <a:avLst/>
              <a:gdLst>
                <a:gd name="T0" fmla="*/ 61 w 91"/>
                <a:gd name="T1" fmla="*/ 28 h 100"/>
                <a:gd name="T2" fmla="*/ 51 w 91"/>
                <a:gd name="T3" fmla="*/ 39 h 100"/>
                <a:gd name="T4" fmla="*/ 46 w 91"/>
                <a:gd name="T5" fmla="*/ 47 h 100"/>
                <a:gd name="T6" fmla="*/ 48 w 91"/>
                <a:gd name="T7" fmla="*/ 30 h 100"/>
                <a:gd name="T8" fmla="*/ 48 w 91"/>
                <a:gd name="T9" fmla="*/ 15 h 100"/>
                <a:gd name="T10" fmla="*/ 23 w 91"/>
                <a:gd name="T11" fmla="*/ 5 h 100"/>
                <a:gd name="T12" fmla="*/ 13 w 91"/>
                <a:gd name="T13" fmla="*/ 30 h 100"/>
                <a:gd name="T14" fmla="*/ 24 w 91"/>
                <a:gd name="T15" fmla="*/ 41 h 100"/>
                <a:gd name="T16" fmla="*/ 38 w 91"/>
                <a:gd name="T17" fmla="*/ 51 h 100"/>
                <a:gd name="T18" fmla="*/ 29 w 91"/>
                <a:gd name="T19" fmla="*/ 49 h 100"/>
                <a:gd name="T20" fmla="*/ 14 w 91"/>
                <a:gd name="T21" fmla="*/ 49 h 100"/>
                <a:gd name="T22" fmla="*/ 4 w 91"/>
                <a:gd name="T23" fmla="*/ 74 h 100"/>
                <a:gd name="T24" fmla="*/ 30 w 91"/>
                <a:gd name="T25" fmla="*/ 85 h 100"/>
                <a:gd name="T26" fmla="*/ 40 w 91"/>
                <a:gd name="T27" fmla="*/ 73 h 100"/>
                <a:gd name="T28" fmla="*/ 45 w 91"/>
                <a:gd name="T29" fmla="*/ 65 h 100"/>
                <a:gd name="T30" fmla="*/ 43 w 91"/>
                <a:gd name="T31" fmla="*/ 97 h 100"/>
                <a:gd name="T32" fmla="*/ 45 w 91"/>
                <a:gd name="T33" fmla="*/ 100 h 100"/>
                <a:gd name="T34" fmla="*/ 61 w 91"/>
                <a:gd name="T35" fmla="*/ 93 h 100"/>
                <a:gd name="T36" fmla="*/ 78 w 91"/>
                <a:gd name="T37" fmla="*/ 85 h 100"/>
                <a:gd name="T38" fmla="*/ 76 w 91"/>
                <a:gd name="T39" fmla="*/ 82 h 100"/>
                <a:gd name="T40" fmla="*/ 53 w 91"/>
                <a:gd name="T41" fmla="*/ 62 h 100"/>
                <a:gd name="T42" fmla="*/ 61 w 91"/>
                <a:gd name="T43" fmla="*/ 64 h 100"/>
                <a:gd name="T44" fmla="*/ 77 w 91"/>
                <a:gd name="T45" fmla="*/ 64 h 100"/>
                <a:gd name="T46" fmla="*/ 87 w 91"/>
                <a:gd name="T47" fmla="*/ 38 h 100"/>
                <a:gd name="T48" fmla="*/ 61 w 91"/>
                <a:gd name="T49" fmla="*/ 2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1" h="100">
                  <a:moveTo>
                    <a:pt x="61" y="28"/>
                  </a:moveTo>
                  <a:cubicBezTo>
                    <a:pt x="56" y="30"/>
                    <a:pt x="52" y="34"/>
                    <a:pt x="51" y="39"/>
                  </a:cubicBezTo>
                  <a:cubicBezTo>
                    <a:pt x="50" y="41"/>
                    <a:pt x="48" y="44"/>
                    <a:pt x="46" y="47"/>
                  </a:cubicBezTo>
                  <a:cubicBezTo>
                    <a:pt x="46" y="42"/>
                    <a:pt x="47" y="34"/>
                    <a:pt x="48" y="30"/>
                  </a:cubicBezTo>
                  <a:cubicBezTo>
                    <a:pt x="50" y="26"/>
                    <a:pt x="50" y="20"/>
                    <a:pt x="48" y="15"/>
                  </a:cubicBezTo>
                  <a:cubicBezTo>
                    <a:pt x="44" y="5"/>
                    <a:pt x="32" y="0"/>
                    <a:pt x="23" y="5"/>
                  </a:cubicBezTo>
                  <a:cubicBezTo>
                    <a:pt x="13" y="9"/>
                    <a:pt x="9" y="20"/>
                    <a:pt x="13" y="30"/>
                  </a:cubicBezTo>
                  <a:cubicBezTo>
                    <a:pt x="15" y="35"/>
                    <a:pt x="19" y="39"/>
                    <a:pt x="24" y="41"/>
                  </a:cubicBezTo>
                  <a:cubicBezTo>
                    <a:pt x="28" y="42"/>
                    <a:pt x="34" y="46"/>
                    <a:pt x="38" y="51"/>
                  </a:cubicBezTo>
                  <a:cubicBezTo>
                    <a:pt x="34" y="50"/>
                    <a:pt x="31" y="49"/>
                    <a:pt x="29" y="49"/>
                  </a:cubicBezTo>
                  <a:cubicBezTo>
                    <a:pt x="24" y="47"/>
                    <a:pt x="19" y="46"/>
                    <a:pt x="14" y="49"/>
                  </a:cubicBezTo>
                  <a:cubicBezTo>
                    <a:pt x="4" y="53"/>
                    <a:pt x="0" y="65"/>
                    <a:pt x="4" y="74"/>
                  </a:cubicBezTo>
                  <a:cubicBezTo>
                    <a:pt x="8" y="84"/>
                    <a:pt x="20" y="89"/>
                    <a:pt x="30" y="85"/>
                  </a:cubicBezTo>
                  <a:cubicBezTo>
                    <a:pt x="35" y="82"/>
                    <a:pt x="38" y="78"/>
                    <a:pt x="40" y="73"/>
                  </a:cubicBezTo>
                  <a:cubicBezTo>
                    <a:pt x="41" y="71"/>
                    <a:pt x="42" y="68"/>
                    <a:pt x="45" y="65"/>
                  </a:cubicBezTo>
                  <a:cubicBezTo>
                    <a:pt x="50" y="78"/>
                    <a:pt x="48" y="90"/>
                    <a:pt x="43" y="97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61" y="93"/>
                    <a:pt x="61" y="93"/>
                    <a:pt x="61" y="93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6" y="82"/>
                    <a:pt x="76" y="82"/>
                    <a:pt x="76" y="82"/>
                  </a:cubicBezTo>
                  <a:cubicBezTo>
                    <a:pt x="68" y="81"/>
                    <a:pt x="58" y="74"/>
                    <a:pt x="53" y="62"/>
                  </a:cubicBezTo>
                  <a:cubicBezTo>
                    <a:pt x="56" y="62"/>
                    <a:pt x="59" y="63"/>
                    <a:pt x="61" y="64"/>
                  </a:cubicBezTo>
                  <a:cubicBezTo>
                    <a:pt x="66" y="66"/>
                    <a:pt x="72" y="66"/>
                    <a:pt x="77" y="64"/>
                  </a:cubicBezTo>
                  <a:cubicBezTo>
                    <a:pt x="87" y="60"/>
                    <a:pt x="91" y="48"/>
                    <a:pt x="87" y="38"/>
                  </a:cubicBezTo>
                  <a:cubicBezTo>
                    <a:pt x="82" y="28"/>
                    <a:pt x="71" y="24"/>
                    <a:pt x="61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7" name="Freeform 19"/>
            <p:cNvSpPr>
              <a:spLocks noEditPoints="1"/>
            </p:cNvSpPr>
            <p:nvPr/>
          </p:nvSpPr>
          <p:spPr bwMode="auto">
            <a:xfrm>
              <a:off x="4472" y="1960"/>
              <a:ext cx="56" cy="59"/>
            </a:xfrm>
            <a:custGeom>
              <a:avLst/>
              <a:gdLst>
                <a:gd name="T0" fmla="*/ 43 w 46"/>
                <a:gd name="T1" fmla="*/ 28 h 48"/>
                <a:gd name="T2" fmla="*/ 46 w 46"/>
                <a:gd name="T3" fmla="*/ 16 h 48"/>
                <a:gd name="T4" fmla="*/ 41 w 46"/>
                <a:gd name="T5" fmla="*/ 8 h 48"/>
                <a:gd name="T6" fmla="*/ 37 w 46"/>
                <a:gd name="T7" fmla="*/ 9 h 48"/>
                <a:gd name="T8" fmla="*/ 28 w 46"/>
                <a:gd name="T9" fmla="*/ 0 h 48"/>
                <a:gd name="T10" fmla="*/ 18 w 46"/>
                <a:gd name="T11" fmla="*/ 0 h 48"/>
                <a:gd name="T12" fmla="*/ 17 w 46"/>
                <a:gd name="T13" fmla="*/ 4 h 48"/>
                <a:gd name="T14" fmla="*/ 4 w 46"/>
                <a:gd name="T15" fmla="*/ 8 h 48"/>
                <a:gd name="T16" fmla="*/ 0 w 46"/>
                <a:gd name="T17" fmla="*/ 16 h 48"/>
                <a:gd name="T18" fmla="*/ 3 w 46"/>
                <a:gd name="T19" fmla="*/ 19 h 48"/>
                <a:gd name="T20" fmla="*/ 0 w 46"/>
                <a:gd name="T21" fmla="*/ 32 h 48"/>
                <a:gd name="T22" fmla="*/ 4 w 46"/>
                <a:gd name="T23" fmla="*/ 40 h 48"/>
                <a:gd name="T24" fmla="*/ 9 w 46"/>
                <a:gd name="T25" fmla="*/ 39 h 48"/>
                <a:gd name="T26" fmla="*/ 18 w 46"/>
                <a:gd name="T27" fmla="*/ 48 h 48"/>
                <a:gd name="T28" fmla="*/ 28 w 46"/>
                <a:gd name="T29" fmla="*/ 48 h 48"/>
                <a:gd name="T30" fmla="*/ 29 w 46"/>
                <a:gd name="T31" fmla="*/ 43 h 48"/>
                <a:gd name="T32" fmla="*/ 41 w 46"/>
                <a:gd name="T33" fmla="*/ 40 h 48"/>
                <a:gd name="T34" fmla="*/ 46 w 46"/>
                <a:gd name="T35" fmla="*/ 32 h 48"/>
                <a:gd name="T36" fmla="*/ 43 w 46"/>
                <a:gd name="T37" fmla="*/ 28 h 48"/>
                <a:gd name="T38" fmla="*/ 23 w 46"/>
                <a:gd name="T39" fmla="*/ 34 h 48"/>
                <a:gd name="T40" fmla="*/ 13 w 46"/>
                <a:gd name="T41" fmla="*/ 24 h 48"/>
                <a:gd name="T42" fmla="*/ 23 w 46"/>
                <a:gd name="T43" fmla="*/ 14 h 48"/>
                <a:gd name="T44" fmla="*/ 33 w 46"/>
                <a:gd name="T45" fmla="*/ 24 h 48"/>
                <a:gd name="T46" fmla="*/ 23 w 46"/>
                <a:gd name="T47" fmla="*/ 3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" h="48">
                  <a:moveTo>
                    <a:pt x="43" y="28"/>
                  </a:moveTo>
                  <a:cubicBezTo>
                    <a:pt x="40" y="24"/>
                    <a:pt x="42" y="18"/>
                    <a:pt x="46" y="16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9"/>
                    <a:pt x="38" y="9"/>
                    <a:pt x="37" y="9"/>
                  </a:cubicBezTo>
                  <a:cubicBezTo>
                    <a:pt x="32" y="9"/>
                    <a:pt x="28" y="5"/>
                    <a:pt x="2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3"/>
                    <a:pt x="17" y="4"/>
                  </a:cubicBezTo>
                  <a:cubicBezTo>
                    <a:pt x="14" y="9"/>
                    <a:pt x="9" y="10"/>
                    <a:pt x="4" y="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" y="17"/>
                    <a:pt x="2" y="18"/>
                    <a:pt x="3" y="19"/>
                  </a:cubicBezTo>
                  <a:cubicBezTo>
                    <a:pt x="5" y="24"/>
                    <a:pt x="4" y="29"/>
                    <a:pt x="0" y="32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6" y="39"/>
                    <a:pt x="7" y="39"/>
                    <a:pt x="9" y="39"/>
                  </a:cubicBezTo>
                  <a:cubicBezTo>
                    <a:pt x="14" y="39"/>
                    <a:pt x="18" y="43"/>
                    <a:pt x="1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6"/>
                    <a:pt x="28" y="45"/>
                    <a:pt x="29" y="43"/>
                  </a:cubicBezTo>
                  <a:cubicBezTo>
                    <a:pt x="31" y="39"/>
                    <a:pt x="37" y="38"/>
                    <a:pt x="41" y="40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5" y="31"/>
                    <a:pt x="44" y="30"/>
                    <a:pt x="43" y="28"/>
                  </a:cubicBezTo>
                  <a:close/>
                  <a:moveTo>
                    <a:pt x="23" y="34"/>
                  </a:moveTo>
                  <a:cubicBezTo>
                    <a:pt x="17" y="34"/>
                    <a:pt x="13" y="29"/>
                    <a:pt x="13" y="24"/>
                  </a:cubicBezTo>
                  <a:cubicBezTo>
                    <a:pt x="13" y="18"/>
                    <a:pt x="17" y="14"/>
                    <a:pt x="23" y="14"/>
                  </a:cubicBezTo>
                  <a:cubicBezTo>
                    <a:pt x="28" y="14"/>
                    <a:pt x="33" y="18"/>
                    <a:pt x="33" y="24"/>
                  </a:cubicBezTo>
                  <a:cubicBezTo>
                    <a:pt x="33" y="29"/>
                    <a:pt x="28" y="34"/>
                    <a:pt x="23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8" name="Freeform 20"/>
            <p:cNvSpPr>
              <a:spLocks/>
            </p:cNvSpPr>
            <p:nvPr/>
          </p:nvSpPr>
          <p:spPr bwMode="auto">
            <a:xfrm>
              <a:off x="4520" y="1804"/>
              <a:ext cx="86" cy="87"/>
            </a:xfrm>
            <a:custGeom>
              <a:avLst/>
              <a:gdLst>
                <a:gd name="T0" fmla="*/ 53 w 70"/>
                <a:gd name="T1" fmla="*/ 45 h 71"/>
                <a:gd name="T2" fmla="*/ 41 w 70"/>
                <a:gd name="T3" fmla="*/ 32 h 71"/>
                <a:gd name="T4" fmla="*/ 70 w 70"/>
                <a:gd name="T5" fmla="*/ 10 h 71"/>
                <a:gd name="T6" fmla="*/ 62 w 70"/>
                <a:gd name="T7" fmla="*/ 1 h 71"/>
                <a:gd name="T8" fmla="*/ 25 w 70"/>
                <a:gd name="T9" fmla="*/ 16 h 71"/>
                <a:gd name="T10" fmla="*/ 13 w 70"/>
                <a:gd name="T11" fmla="*/ 4 h 71"/>
                <a:gd name="T12" fmla="*/ 2 w 70"/>
                <a:gd name="T13" fmla="*/ 3 h 71"/>
                <a:gd name="T14" fmla="*/ 4 w 70"/>
                <a:gd name="T15" fmla="*/ 13 h 71"/>
                <a:gd name="T16" fmla="*/ 16 w 70"/>
                <a:gd name="T17" fmla="*/ 25 h 71"/>
                <a:gd name="T18" fmla="*/ 1 w 70"/>
                <a:gd name="T19" fmla="*/ 62 h 71"/>
                <a:gd name="T20" fmla="*/ 10 w 70"/>
                <a:gd name="T21" fmla="*/ 71 h 71"/>
                <a:gd name="T22" fmla="*/ 32 w 70"/>
                <a:gd name="T23" fmla="*/ 41 h 71"/>
                <a:gd name="T24" fmla="*/ 44 w 70"/>
                <a:gd name="T25" fmla="*/ 53 h 71"/>
                <a:gd name="T26" fmla="*/ 44 w 70"/>
                <a:gd name="T27" fmla="*/ 71 h 71"/>
                <a:gd name="T28" fmla="*/ 53 w 70"/>
                <a:gd name="T29" fmla="*/ 71 h 71"/>
                <a:gd name="T30" fmla="*/ 57 w 70"/>
                <a:gd name="T31" fmla="*/ 58 h 71"/>
                <a:gd name="T32" fmla="*/ 70 w 70"/>
                <a:gd name="T33" fmla="*/ 53 h 71"/>
                <a:gd name="T34" fmla="*/ 70 w 70"/>
                <a:gd name="T35" fmla="*/ 45 h 71"/>
                <a:gd name="T36" fmla="*/ 53 w 70"/>
                <a:gd name="T37" fmla="*/ 4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0" h="71">
                  <a:moveTo>
                    <a:pt x="53" y="45"/>
                  </a:moveTo>
                  <a:cubicBezTo>
                    <a:pt x="41" y="32"/>
                    <a:pt x="41" y="32"/>
                    <a:pt x="41" y="32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0" y="1"/>
                    <a:pt x="5" y="0"/>
                    <a:pt x="2" y="3"/>
                  </a:cubicBezTo>
                  <a:cubicBezTo>
                    <a:pt x="0" y="5"/>
                    <a:pt x="1" y="10"/>
                    <a:pt x="4" y="1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10" y="71"/>
                    <a:pt x="10" y="71"/>
                    <a:pt x="10" y="7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4" y="71"/>
                    <a:pt x="44" y="71"/>
                    <a:pt x="44" y="71"/>
                  </a:cubicBezTo>
                  <a:cubicBezTo>
                    <a:pt x="53" y="71"/>
                    <a:pt x="53" y="71"/>
                    <a:pt x="53" y="71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70" y="53"/>
                    <a:pt x="70" y="53"/>
                    <a:pt x="70" y="53"/>
                  </a:cubicBezTo>
                  <a:cubicBezTo>
                    <a:pt x="70" y="45"/>
                    <a:pt x="70" y="45"/>
                    <a:pt x="70" y="45"/>
                  </a:cubicBezTo>
                  <a:cubicBezTo>
                    <a:pt x="53" y="45"/>
                    <a:pt x="53" y="45"/>
                    <a:pt x="53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9" name="Freeform 21"/>
            <p:cNvSpPr>
              <a:spLocks noEditPoints="1"/>
            </p:cNvSpPr>
            <p:nvPr/>
          </p:nvSpPr>
          <p:spPr bwMode="auto">
            <a:xfrm>
              <a:off x="4625" y="1859"/>
              <a:ext cx="30" cy="56"/>
            </a:xfrm>
            <a:custGeom>
              <a:avLst/>
              <a:gdLst>
                <a:gd name="T0" fmla="*/ 16 w 24"/>
                <a:gd name="T1" fmla="*/ 45 h 46"/>
                <a:gd name="T2" fmla="*/ 16 w 24"/>
                <a:gd name="T3" fmla="*/ 45 h 46"/>
                <a:gd name="T4" fmla="*/ 23 w 24"/>
                <a:gd name="T5" fmla="*/ 35 h 46"/>
                <a:gd name="T6" fmla="*/ 21 w 24"/>
                <a:gd name="T7" fmla="*/ 24 h 46"/>
                <a:gd name="T8" fmla="*/ 11 w 24"/>
                <a:gd name="T9" fmla="*/ 17 h 46"/>
                <a:gd name="T10" fmla="*/ 11 w 24"/>
                <a:gd name="T11" fmla="*/ 17 h 46"/>
                <a:gd name="T12" fmla="*/ 10 w 24"/>
                <a:gd name="T13" fmla="*/ 17 h 46"/>
                <a:gd name="T14" fmla="*/ 11 w 24"/>
                <a:gd name="T15" fmla="*/ 21 h 46"/>
                <a:gd name="T16" fmla="*/ 12 w 24"/>
                <a:gd name="T17" fmla="*/ 21 h 46"/>
                <a:gd name="T18" fmla="*/ 12 w 24"/>
                <a:gd name="T19" fmla="*/ 21 h 46"/>
                <a:gd name="T20" fmla="*/ 17 w 24"/>
                <a:gd name="T21" fmla="*/ 25 h 46"/>
                <a:gd name="T22" fmla="*/ 19 w 24"/>
                <a:gd name="T23" fmla="*/ 35 h 46"/>
                <a:gd name="T24" fmla="*/ 16 w 24"/>
                <a:gd name="T25" fmla="*/ 41 h 46"/>
                <a:gd name="T26" fmla="*/ 16 w 24"/>
                <a:gd name="T27" fmla="*/ 41 h 46"/>
                <a:gd name="T28" fmla="*/ 10 w 24"/>
                <a:gd name="T29" fmla="*/ 37 h 46"/>
                <a:gd name="T30" fmla="*/ 9 w 24"/>
                <a:gd name="T31" fmla="*/ 32 h 46"/>
                <a:gd name="T32" fmla="*/ 5 w 24"/>
                <a:gd name="T33" fmla="*/ 30 h 46"/>
                <a:gd name="T34" fmla="*/ 6 w 24"/>
                <a:gd name="T35" fmla="*/ 38 h 46"/>
                <a:gd name="T36" fmla="*/ 16 w 24"/>
                <a:gd name="T37" fmla="*/ 45 h 46"/>
                <a:gd name="T38" fmla="*/ 13 w 24"/>
                <a:gd name="T39" fmla="*/ 29 h 46"/>
                <a:gd name="T40" fmla="*/ 15 w 24"/>
                <a:gd name="T41" fmla="*/ 29 h 46"/>
                <a:gd name="T42" fmla="*/ 14 w 24"/>
                <a:gd name="T43" fmla="*/ 25 h 46"/>
                <a:gd name="T44" fmla="*/ 13 w 24"/>
                <a:gd name="T45" fmla="*/ 25 h 46"/>
                <a:gd name="T46" fmla="*/ 12 w 24"/>
                <a:gd name="T47" fmla="*/ 25 h 46"/>
                <a:gd name="T48" fmla="*/ 7 w 24"/>
                <a:gd name="T49" fmla="*/ 21 h 46"/>
                <a:gd name="T50" fmla="*/ 5 w 24"/>
                <a:gd name="T51" fmla="*/ 11 h 46"/>
                <a:gd name="T52" fmla="*/ 9 w 24"/>
                <a:gd name="T53" fmla="*/ 5 h 46"/>
                <a:gd name="T54" fmla="*/ 9 w 24"/>
                <a:gd name="T55" fmla="*/ 5 h 46"/>
                <a:gd name="T56" fmla="*/ 14 w 24"/>
                <a:gd name="T57" fmla="*/ 9 h 46"/>
                <a:gd name="T58" fmla="*/ 15 w 24"/>
                <a:gd name="T59" fmla="*/ 14 h 46"/>
                <a:gd name="T60" fmla="*/ 20 w 24"/>
                <a:gd name="T61" fmla="*/ 16 h 46"/>
                <a:gd name="T62" fmla="*/ 18 w 24"/>
                <a:gd name="T63" fmla="*/ 8 h 46"/>
                <a:gd name="T64" fmla="*/ 8 w 24"/>
                <a:gd name="T65" fmla="*/ 1 h 46"/>
                <a:gd name="T66" fmla="*/ 8 w 24"/>
                <a:gd name="T67" fmla="*/ 1 h 46"/>
                <a:gd name="T68" fmla="*/ 1 w 24"/>
                <a:gd name="T69" fmla="*/ 11 h 46"/>
                <a:gd name="T70" fmla="*/ 3 w 24"/>
                <a:gd name="T71" fmla="*/ 22 h 46"/>
                <a:gd name="T72" fmla="*/ 13 w 24"/>
                <a:gd name="T73" fmla="*/ 2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" h="46">
                  <a:moveTo>
                    <a:pt x="16" y="45"/>
                  </a:moveTo>
                  <a:cubicBezTo>
                    <a:pt x="16" y="45"/>
                    <a:pt x="16" y="45"/>
                    <a:pt x="16" y="45"/>
                  </a:cubicBezTo>
                  <a:cubicBezTo>
                    <a:pt x="21" y="44"/>
                    <a:pt x="24" y="39"/>
                    <a:pt x="23" y="35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19"/>
                    <a:pt x="16" y="16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0" y="17"/>
                    <a:pt x="10" y="17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4" y="20"/>
                    <a:pt x="17" y="22"/>
                    <a:pt x="17" y="2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8"/>
                    <a:pt x="18" y="40"/>
                    <a:pt x="16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3" y="41"/>
                    <a:pt x="11" y="40"/>
                    <a:pt x="10" y="37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6" y="31"/>
                    <a:pt x="5" y="30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7" y="43"/>
                    <a:pt x="12" y="46"/>
                    <a:pt x="16" y="45"/>
                  </a:cubicBezTo>
                  <a:close/>
                  <a:moveTo>
                    <a:pt x="13" y="29"/>
                  </a:moveTo>
                  <a:cubicBezTo>
                    <a:pt x="14" y="29"/>
                    <a:pt x="14" y="29"/>
                    <a:pt x="15" y="29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0" y="26"/>
                    <a:pt x="8" y="24"/>
                    <a:pt x="7" y="2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8"/>
                    <a:pt x="6" y="6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1" y="5"/>
                    <a:pt x="14" y="6"/>
                    <a:pt x="14" y="9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8" y="15"/>
                    <a:pt x="20" y="16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7" y="4"/>
                    <a:pt x="13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3" y="2"/>
                    <a:pt x="0" y="7"/>
                    <a:pt x="1" y="1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7"/>
                    <a:pt x="9" y="30"/>
                    <a:pt x="13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0" name="Freeform 22"/>
            <p:cNvSpPr>
              <a:spLocks/>
            </p:cNvSpPr>
            <p:nvPr/>
          </p:nvSpPr>
          <p:spPr bwMode="auto">
            <a:xfrm>
              <a:off x="4392" y="1845"/>
              <a:ext cx="113" cy="113"/>
            </a:xfrm>
            <a:custGeom>
              <a:avLst/>
              <a:gdLst>
                <a:gd name="T0" fmla="*/ 29 w 92"/>
                <a:gd name="T1" fmla="*/ 17 h 92"/>
                <a:gd name="T2" fmla="*/ 92 w 92"/>
                <a:gd name="T3" fmla="*/ 0 h 92"/>
                <a:gd name="T4" fmla="*/ 92 w 92"/>
                <a:gd name="T5" fmla="*/ 6 h 92"/>
                <a:gd name="T6" fmla="*/ 92 w 92"/>
                <a:gd name="T7" fmla="*/ 17 h 92"/>
                <a:gd name="T8" fmla="*/ 92 w 92"/>
                <a:gd name="T9" fmla="*/ 66 h 92"/>
                <a:gd name="T10" fmla="*/ 72 w 92"/>
                <a:gd name="T11" fmla="*/ 81 h 92"/>
                <a:gd name="T12" fmla="*/ 52 w 92"/>
                <a:gd name="T13" fmla="*/ 66 h 92"/>
                <a:gd name="T14" fmla="*/ 72 w 92"/>
                <a:gd name="T15" fmla="*/ 52 h 92"/>
                <a:gd name="T16" fmla="*/ 80 w 92"/>
                <a:gd name="T17" fmla="*/ 53 h 92"/>
                <a:gd name="T18" fmla="*/ 80 w 92"/>
                <a:gd name="T19" fmla="*/ 24 h 92"/>
                <a:gd name="T20" fmla="*/ 40 w 92"/>
                <a:gd name="T21" fmla="*/ 35 h 92"/>
                <a:gd name="T22" fmla="*/ 40 w 92"/>
                <a:gd name="T23" fmla="*/ 78 h 92"/>
                <a:gd name="T24" fmla="*/ 20 w 92"/>
                <a:gd name="T25" fmla="*/ 92 h 92"/>
                <a:gd name="T26" fmla="*/ 0 w 92"/>
                <a:gd name="T27" fmla="*/ 78 h 92"/>
                <a:gd name="T28" fmla="*/ 20 w 92"/>
                <a:gd name="T29" fmla="*/ 63 h 92"/>
                <a:gd name="T30" fmla="*/ 29 w 92"/>
                <a:gd name="T31" fmla="*/ 65 h 92"/>
                <a:gd name="T32" fmla="*/ 29 w 92"/>
                <a:gd name="T33" fmla="*/ 35 h 92"/>
                <a:gd name="T34" fmla="*/ 29 w 92"/>
                <a:gd name="T35" fmla="*/ 1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92">
                  <a:moveTo>
                    <a:pt x="29" y="17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2" y="66"/>
                    <a:pt x="92" y="66"/>
                    <a:pt x="92" y="66"/>
                  </a:cubicBezTo>
                  <a:cubicBezTo>
                    <a:pt x="92" y="74"/>
                    <a:pt x="83" y="81"/>
                    <a:pt x="72" y="81"/>
                  </a:cubicBezTo>
                  <a:cubicBezTo>
                    <a:pt x="61" y="81"/>
                    <a:pt x="52" y="74"/>
                    <a:pt x="52" y="66"/>
                  </a:cubicBezTo>
                  <a:cubicBezTo>
                    <a:pt x="52" y="58"/>
                    <a:pt x="61" y="52"/>
                    <a:pt x="72" y="52"/>
                  </a:cubicBezTo>
                  <a:cubicBezTo>
                    <a:pt x="75" y="52"/>
                    <a:pt x="78" y="52"/>
                    <a:pt x="80" y="53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40" y="86"/>
                    <a:pt x="31" y="92"/>
                    <a:pt x="20" y="92"/>
                  </a:cubicBezTo>
                  <a:cubicBezTo>
                    <a:pt x="9" y="92"/>
                    <a:pt x="0" y="86"/>
                    <a:pt x="0" y="78"/>
                  </a:cubicBezTo>
                  <a:cubicBezTo>
                    <a:pt x="0" y="70"/>
                    <a:pt x="9" y="63"/>
                    <a:pt x="20" y="63"/>
                  </a:cubicBezTo>
                  <a:cubicBezTo>
                    <a:pt x="23" y="63"/>
                    <a:pt x="26" y="64"/>
                    <a:pt x="29" y="65"/>
                  </a:cubicBezTo>
                  <a:cubicBezTo>
                    <a:pt x="29" y="35"/>
                    <a:pt x="29" y="35"/>
                    <a:pt x="29" y="35"/>
                  </a:cubicBezTo>
                  <a:lnTo>
                    <a:pt x="29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1" name="Freeform 23"/>
            <p:cNvSpPr>
              <a:spLocks noEditPoints="1"/>
            </p:cNvSpPr>
            <p:nvPr/>
          </p:nvSpPr>
          <p:spPr bwMode="auto">
            <a:xfrm>
              <a:off x="4483" y="1597"/>
              <a:ext cx="80" cy="112"/>
            </a:xfrm>
            <a:custGeom>
              <a:avLst/>
              <a:gdLst>
                <a:gd name="T0" fmla="*/ 38 w 65"/>
                <a:gd name="T1" fmla="*/ 46 h 91"/>
                <a:gd name="T2" fmla="*/ 46 w 65"/>
                <a:gd name="T3" fmla="*/ 26 h 91"/>
                <a:gd name="T4" fmla="*/ 52 w 65"/>
                <a:gd name="T5" fmla="*/ 33 h 91"/>
                <a:gd name="T6" fmla="*/ 47 w 65"/>
                <a:gd name="T7" fmla="*/ 46 h 91"/>
                <a:gd name="T8" fmla="*/ 52 w 65"/>
                <a:gd name="T9" fmla="*/ 59 h 91"/>
                <a:gd name="T10" fmla="*/ 45 w 65"/>
                <a:gd name="T11" fmla="*/ 65 h 91"/>
                <a:gd name="T12" fmla="*/ 38 w 65"/>
                <a:gd name="T13" fmla="*/ 46 h 91"/>
                <a:gd name="T14" fmla="*/ 32 w 65"/>
                <a:gd name="T15" fmla="*/ 78 h 91"/>
                <a:gd name="T16" fmla="*/ 19 w 65"/>
                <a:gd name="T17" fmla="*/ 45 h 91"/>
                <a:gd name="T18" fmla="*/ 33 w 65"/>
                <a:gd name="T19" fmla="*/ 13 h 91"/>
                <a:gd name="T20" fmla="*/ 39 w 65"/>
                <a:gd name="T21" fmla="*/ 20 h 91"/>
                <a:gd name="T22" fmla="*/ 39 w 65"/>
                <a:gd name="T23" fmla="*/ 20 h 91"/>
                <a:gd name="T24" fmla="*/ 28 w 65"/>
                <a:gd name="T25" fmla="*/ 45 h 91"/>
                <a:gd name="T26" fmla="*/ 39 w 65"/>
                <a:gd name="T27" fmla="*/ 72 h 91"/>
                <a:gd name="T28" fmla="*/ 32 w 65"/>
                <a:gd name="T29" fmla="*/ 78 h 91"/>
                <a:gd name="T30" fmla="*/ 6 w 65"/>
                <a:gd name="T31" fmla="*/ 20 h 91"/>
                <a:gd name="T32" fmla="*/ 20 w 65"/>
                <a:gd name="T33" fmla="*/ 0 h 91"/>
                <a:gd name="T34" fmla="*/ 20 w 65"/>
                <a:gd name="T35" fmla="*/ 0 h 91"/>
                <a:gd name="T36" fmla="*/ 27 w 65"/>
                <a:gd name="T37" fmla="*/ 6 h 91"/>
                <a:gd name="T38" fmla="*/ 10 w 65"/>
                <a:gd name="T39" fmla="*/ 45 h 91"/>
                <a:gd name="T40" fmla="*/ 26 w 65"/>
                <a:gd name="T41" fmla="*/ 85 h 91"/>
                <a:gd name="T42" fmla="*/ 19 w 65"/>
                <a:gd name="T43" fmla="*/ 91 h 91"/>
                <a:gd name="T44" fmla="*/ 5 w 65"/>
                <a:gd name="T45" fmla="*/ 70 h 91"/>
                <a:gd name="T46" fmla="*/ 1 w 65"/>
                <a:gd name="T47" fmla="*/ 45 h 91"/>
                <a:gd name="T48" fmla="*/ 6 w 65"/>
                <a:gd name="T49" fmla="*/ 20 h 91"/>
                <a:gd name="T50" fmla="*/ 61 w 65"/>
                <a:gd name="T51" fmla="*/ 50 h 91"/>
                <a:gd name="T52" fmla="*/ 65 w 65"/>
                <a:gd name="T53" fmla="*/ 46 h 91"/>
                <a:gd name="T54" fmla="*/ 61 w 65"/>
                <a:gd name="T55" fmla="*/ 41 h 91"/>
                <a:gd name="T56" fmla="*/ 56 w 65"/>
                <a:gd name="T57" fmla="*/ 46 h 91"/>
                <a:gd name="T58" fmla="*/ 61 w 65"/>
                <a:gd name="T59" fmla="*/ 5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5" h="91">
                  <a:moveTo>
                    <a:pt x="38" y="46"/>
                  </a:moveTo>
                  <a:cubicBezTo>
                    <a:pt x="38" y="38"/>
                    <a:pt x="41" y="31"/>
                    <a:pt x="46" y="26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49" y="36"/>
                    <a:pt x="47" y="41"/>
                    <a:pt x="47" y="46"/>
                  </a:cubicBezTo>
                  <a:cubicBezTo>
                    <a:pt x="47" y="51"/>
                    <a:pt x="49" y="55"/>
                    <a:pt x="52" y="59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40" y="60"/>
                    <a:pt x="37" y="53"/>
                    <a:pt x="38" y="46"/>
                  </a:cubicBezTo>
                  <a:close/>
                  <a:moveTo>
                    <a:pt x="32" y="78"/>
                  </a:moveTo>
                  <a:cubicBezTo>
                    <a:pt x="24" y="69"/>
                    <a:pt x="19" y="58"/>
                    <a:pt x="19" y="45"/>
                  </a:cubicBezTo>
                  <a:cubicBezTo>
                    <a:pt x="19" y="33"/>
                    <a:pt x="24" y="22"/>
                    <a:pt x="33" y="13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2" y="26"/>
                    <a:pt x="28" y="36"/>
                    <a:pt x="28" y="45"/>
                  </a:cubicBezTo>
                  <a:cubicBezTo>
                    <a:pt x="28" y="55"/>
                    <a:pt x="32" y="65"/>
                    <a:pt x="39" y="72"/>
                  </a:cubicBezTo>
                  <a:lnTo>
                    <a:pt x="32" y="78"/>
                  </a:lnTo>
                  <a:close/>
                  <a:moveTo>
                    <a:pt x="6" y="20"/>
                  </a:moveTo>
                  <a:cubicBezTo>
                    <a:pt x="9" y="12"/>
                    <a:pt x="14" y="6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6" y="17"/>
                    <a:pt x="10" y="30"/>
                    <a:pt x="10" y="45"/>
                  </a:cubicBezTo>
                  <a:cubicBezTo>
                    <a:pt x="10" y="60"/>
                    <a:pt x="15" y="74"/>
                    <a:pt x="26" y="85"/>
                  </a:cubicBezTo>
                  <a:cubicBezTo>
                    <a:pt x="19" y="91"/>
                    <a:pt x="19" y="91"/>
                    <a:pt x="19" y="91"/>
                  </a:cubicBezTo>
                  <a:cubicBezTo>
                    <a:pt x="13" y="85"/>
                    <a:pt x="9" y="78"/>
                    <a:pt x="5" y="70"/>
                  </a:cubicBezTo>
                  <a:cubicBezTo>
                    <a:pt x="2" y="62"/>
                    <a:pt x="0" y="54"/>
                    <a:pt x="1" y="45"/>
                  </a:cubicBezTo>
                  <a:cubicBezTo>
                    <a:pt x="1" y="36"/>
                    <a:pt x="3" y="28"/>
                    <a:pt x="6" y="20"/>
                  </a:cubicBezTo>
                  <a:close/>
                  <a:moveTo>
                    <a:pt x="61" y="50"/>
                  </a:moveTo>
                  <a:cubicBezTo>
                    <a:pt x="63" y="51"/>
                    <a:pt x="65" y="48"/>
                    <a:pt x="65" y="46"/>
                  </a:cubicBezTo>
                  <a:cubicBezTo>
                    <a:pt x="65" y="43"/>
                    <a:pt x="63" y="41"/>
                    <a:pt x="61" y="41"/>
                  </a:cubicBezTo>
                  <a:cubicBezTo>
                    <a:pt x="58" y="41"/>
                    <a:pt x="56" y="43"/>
                    <a:pt x="56" y="46"/>
                  </a:cubicBezTo>
                  <a:cubicBezTo>
                    <a:pt x="56" y="48"/>
                    <a:pt x="58" y="50"/>
                    <a:pt x="61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2" name="Freeform 24"/>
            <p:cNvSpPr>
              <a:spLocks noEditPoints="1"/>
            </p:cNvSpPr>
            <p:nvPr/>
          </p:nvSpPr>
          <p:spPr bwMode="auto">
            <a:xfrm>
              <a:off x="4453" y="1718"/>
              <a:ext cx="78" cy="77"/>
            </a:xfrm>
            <a:custGeom>
              <a:avLst/>
              <a:gdLst>
                <a:gd name="T0" fmla="*/ 48 w 78"/>
                <a:gd name="T1" fmla="*/ 19 h 77"/>
                <a:gd name="T2" fmla="*/ 50 w 78"/>
                <a:gd name="T3" fmla="*/ 0 h 77"/>
                <a:gd name="T4" fmla="*/ 15 w 78"/>
                <a:gd name="T5" fmla="*/ 0 h 77"/>
                <a:gd name="T6" fmla="*/ 2 w 78"/>
                <a:gd name="T7" fmla="*/ 14 h 77"/>
                <a:gd name="T8" fmla="*/ 0 w 78"/>
                <a:gd name="T9" fmla="*/ 57 h 77"/>
                <a:gd name="T10" fmla="*/ 30 w 78"/>
                <a:gd name="T11" fmla="*/ 57 h 77"/>
                <a:gd name="T12" fmla="*/ 29 w 78"/>
                <a:gd name="T13" fmla="*/ 76 h 77"/>
                <a:gd name="T14" fmla="*/ 77 w 78"/>
                <a:gd name="T15" fmla="*/ 77 h 77"/>
                <a:gd name="T16" fmla="*/ 78 w 78"/>
                <a:gd name="T17" fmla="*/ 19 h 77"/>
                <a:gd name="T18" fmla="*/ 48 w 78"/>
                <a:gd name="T19" fmla="*/ 19 h 77"/>
                <a:gd name="T20" fmla="*/ 15 w 78"/>
                <a:gd name="T21" fmla="*/ 7 h 77"/>
                <a:gd name="T22" fmla="*/ 15 w 78"/>
                <a:gd name="T23" fmla="*/ 14 h 77"/>
                <a:gd name="T24" fmla="*/ 8 w 78"/>
                <a:gd name="T25" fmla="*/ 14 h 77"/>
                <a:gd name="T26" fmla="*/ 15 w 78"/>
                <a:gd name="T27" fmla="*/ 7 h 77"/>
                <a:gd name="T28" fmla="*/ 5 w 78"/>
                <a:gd name="T29" fmla="*/ 52 h 77"/>
                <a:gd name="T30" fmla="*/ 5 w 78"/>
                <a:gd name="T31" fmla="*/ 19 h 77"/>
                <a:gd name="T32" fmla="*/ 20 w 78"/>
                <a:gd name="T33" fmla="*/ 19 h 77"/>
                <a:gd name="T34" fmla="*/ 20 w 78"/>
                <a:gd name="T35" fmla="*/ 5 h 77"/>
                <a:gd name="T36" fmla="*/ 45 w 78"/>
                <a:gd name="T37" fmla="*/ 5 h 77"/>
                <a:gd name="T38" fmla="*/ 45 w 78"/>
                <a:gd name="T39" fmla="*/ 19 h 77"/>
                <a:gd name="T40" fmla="*/ 30 w 78"/>
                <a:gd name="T41" fmla="*/ 33 h 77"/>
                <a:gd name="T42" fmla="*/ 30 w 78"/>
                <a:gd name="T43" fmla="*/ 52 h 77"/>
                <a:gd name="T44" fmla="*/ 5 w 78"/>
                <a:gd name="T45" fmla="*/ 52 h 77"/>
                <a:gd name="T46" fmla="*/ 43 w 78"/>
                <a:gd name="T47" fmla="*/ 25 h 77"/>
                <a:gd name="T48" fmla="*/ 43 w 78"/>
                <a:gd name="T49" fmla="*/ 34 h 77"/>
                <a:gd name="T50" fmla="*/ 36 w 78"/>
                <a:gd name="T51" fmla="*/ 33 h 77"/>
                <a:gd name="T52" fmla="*/ 43 w 78"/>
                <a:gd name="T53" fmla="*/ 25 h 77"/>
                <a:gd name="T54" fmla="*/ 72 w 78"/>
                <a:gd name="T55" fmla="*/ 72 h 77"/>
                <a:gd name="T56" fmla="*/ 34 w 78"/>
                <a:gd name="T57" fmla="*/ 71 h 77"/>
                <a:gd name="T58" fmla="*/ 35 w 78"/>
                <a:gd name="T59" fmla="*/ 38 h 77"/>
                <a:gd name="T60" fmla="*/ 48 w 78"/>
                <a:gd name="T61" fmla="*/ 38 h 77"/>
                <a:gd name="T62" fmla="*/ 48 w 78"/>
                <a:gd name="T63" fmla="*/ 24 h 77"/>
                <a:gd name="T64" fmla="*/ 73 w 78"/>
                <a:gd name="T65" fmla="*/ 24 h 77"/>
                <a:gd name="T66" fmla="*/ 72 w 78"/>
                <a:gd name="T67" fmla="*/ 7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8" h="77">
                  <a:moveTo>
                    <a:pt x="48" y="19"/>
                  </a:moveTo>
                  <a:lnTo>
                    <a:pt x="50" y="0"/>
                  </a:lnTo>
                  <a:lnTo>
                    <a:pt x="15" y="0"/>
                  </a:lnTo>
                  <a:lnTo>
                    <a:pt x="2" y="14"/>
                  </a:lnTo>
                  <a:lnTo>
                    <a:pt x="0" y="57"/>
                  </a:lnTo>
                  <a:lnTo>
                    <a:pt x="30" y="57"/>
                  </a:lnTo>
                  <a:lnTo>
                    <a:pt x="29" y="76"/>
                  </a:lnTo>
                  <a:lnTo>
                    <a:pt x="77" y="77"/>
                  </a:lnTo>
                  <a:lnTo>
                    <a:pt x="78" y="19"/>
                  </a:lnTo>
                  <a:lnTo>
                    <a:pt x="48" y="19"/>
                  </a:lnTo>
                  <a:close/>
                  <a:moveTo>
                    <a:pt x="15" y="7"/>
                  </a:moveTo>
                  <a:lnTo>
                    <a:pt x="15" y="14"/>
                  </a:lnTo>
                  <a:lnTo>
                    <a:pt x="8" y="14"/>
                  </a:lnTo>
                  <a:lnTo>
                    <a:pt x="15" y="7"/>
                  </a:lnTo>
                  <a:close/>
                  <a:moveTo>
                    <a:pt x="5" y="52"/>
                  </a:moveTo>
                  <a:lnTo>
                    <a:pt x="5" y="19"/>
                  </a:lnTo>
                  <a:lnTo>
                    <a:pt x="20" y="19"/>
                  </a:lnTo>
                  <a:lnTo>
                    <a:pt x="20" y="5"/>
                  </a:lnTo>
                  <a:lnTo>
                    <a:pt x="45" y="5"/>
                  </a:lnTo>
                  <a:lnTo>
                    <a:pt x="45" y="19"/>
                  </a:lnTo>
                  <a:lnTo>
                    <a:pt x="30" y="33"/>
                  </a:lnTo>
                  <a:lnTo>
                    <a:pt x="30" y="52"/>
                  </a:lnTo>
                  <a:lnTo>
                    <a:pt x="5" y="52"/>
                  </a:lnTo>
                  <a:close/>
                  <a:moveTo>
                    <a:pt x="43" y="25"/>
                  </a:moveTo>
                  <a:lnTo>
                    <a:pt x="43" y="34"/>
                  </a:lnTo>
                  <a:lnTo>
                    <a:pt x="36" y="33"/>
                  </a:lnTo>
                  <a:lnTo>
                    <a:pt x="43" y="25"/>
                  </a:lnTo>
                  <a:close/>
                  <a:moveTo>
                    <a:pt x="72" y="72"/>
                  </a:moveTo>
                  <a:lnTo>
                    <a:pt x="34" y="71"/>
                  </a:lnTo>
                  <a:lnTo>
                    <a:pt x="35" y="38"/>
                  </a:lnTo>
                  <a:lnTo>
                    <a:pt x="48" y="38"/>
                  </a:lnTo>
                  <a:lnTo>
                    <a:pt x="48" y="24"/>
                  </a:lnTo>
                  <a:lnTo>
                    <a:pt x="73" y="24"/>
                  </a:lnTo>
                  <a:lnTo>
                    <a:pt x="7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3" name="Freeform 25"/>
            <p:cNvSpPr>
              <a:spLocks noEditPoints="1"/>
            </p:cNvSpPr>
            <p:nvPr/>
          </p:nvSpPr>
          <p:spPr bwMode="auto">
            <a:xfrm>
              <a:off x="4354" y="2273"/>
              <a:ext cx="125" cy="107"/>
            </a:xfrm>
            <a:custGeom>
              <a:avLst/>
              <a:gdLst>
                <a:gd name="T0" fmla="*/ 76 w 102"/>
                <a:gd name="T1" fmla="*/ 1 h 87"/>
                <a:gd name="T2" fmla="*/ 7 w 102"/>
                <a:gd name="T3" fmla="*/ 21 h 87"/>
                <a:gd name="T4" fmla="*/ 1 w 102"/>
                <a:gd name="T5" fmla="*/ 32 h 87"/>
                <a:gd name="T6" fmla="*/ 15 w 102"/>
                <a:gd name="T7" fmla="*/ 80 h 87"/>
                <a:gd name="T8" fmla="*/ 26 w 102"/>
                <a:gd name="T9" fmla="*/ 86 h 87"/>
                <a:gd name="T10" fmla="*/ 95 w 102"/>
                <a:gd name="T11" fmla="*/ 65 h 87"/>
                <a:gd name="T12" fmla="*/ 101 w 102"/>
                <a:gd name="T13" fmla="*/ 55 h 87"/>
                <a:gd name="T14" fmla="*/ 87 w 102"/>
                <a:gd name="T15" fmla="*/ 7 h 87"/>
                <a:gd name="T16" fmla="*/ 76 w 102"/>
                <a:gd name="T17" fmla="*/ 1 h 87"/>
                <a:gd name="T18" fmla="*/ 8 w 102"/>
                <a:gd name="T19" fmla="*/ 27 h 87"/>
                <a:gd name="T20" fmla="*/ 78 w 102"/>
                <a:gd name="T21" fmla="*/ 6 h 87"/>
                <a:gd name="T22" fmla="*/ 81 w 102"/>
                <a:gd name="T23" fmla="*/ 8 h 87"/>
                <a:gd name="T24" fmla="*/ 84 w 102"/>
                <a:gd name="T25" fmla="*/ 16 h 87"/>
                <a:gd name="T26" fmla="*/ 9 w 102"/>
                <a:gd name="T27" fmla="*/ 38 h 87"/>
                <a:gd name="T28" fmla="*/ 7 w 102"/>
                <a:gd name="T29" fmla="*/ 30 h 87"/>
                <a:gd name="T30" fmla="*/ 8 w 102"/>
                <a:gd name="T31" fmla="*/ 27 h 87"/>
                <a:gd name="T32" fmla="*/ 94 w 102"/>
                <a:gd name="T33" fmla="*/ 60 h 87"/>
                <a:gd name="T34" fmla="*/ 24 w 102"/>
                <a:gd name="T35" fmla="*/ 80 h 87"/>
                <a:gd name="T36" fmla="*/ 21 w 102"/>
                <a:gd name="T37" fmla="*/ 78 h 87"/>
                <a:gd name="T38" fmla="*/ 14 w 102"/>
                <a:gd name="T39" fmla="*/ 54 h 87"/>
                <a:gd name="T40" fmla="*/ 88 w 102"/>
                <a:gd name="T41" fmla="*/ 32 h 87"/>
                <a:gd name="T42" fmla="*/ 95 w 102"/>
                <a:gd name="T43" fmla="*/ 56 h 87"/>
                <a:gd name="T44" fmla="*/ 94 w 102"/>
                <a:gd name="T45" fmla="*/ 60 h 87"/>
                <a:gd name="T46" fmla="*/ 22 w 102"/>
                <a:gd name="T47" fmla="*/ 63 h 87"/>
                <a:gd name="T48" fmla="*/ 27 w 102"/>
                <a:gd name="T49" fmla="*/ 62 h 87"/>
                <a:gd name="T50" fmla="*/ 31 w 102"/>
                <a:gd name="T51" fmla="*/ 73 h 87"/>
                <a:gd name="T52" fmla="*/ 25 w 102"/>
                <a:gd name="T53" fmla="*/ 74 h 87"/>
                <a:gd name="T54" fmla="*/ 22 w 102"/>
                <a:gd name="T55" fmla="*/ 63 h 87"/>
                <a:gd name="T56" fmla="*/ 33 w 102"/>
                <a:gd name="T57" fmla="*/ 60 h 87"/>
                <a:gd name="T58" fmla="*/ 38 w 102"/>
                <a:gd name="T59" fmla="*/ 59 h 87"/>
                <a:gd name="T60" fmla="*/ 41 w 102"/>
                <a:gd name="T61" fmla="*/ 69 h 87"/>
                <a:gd name="T62" fmla="*/ 36 w 102"/>
                <a:gd name="T63" fmla="*/ 71 h 87"/>
                <a:gd name="T64" fmla="*/ 33 w 102"/>
                <a:gd name="T65" fmla="*/ 60 h 87"/>
                <a:gd name="T66" fmla="*/ 43 w 102"/>
                <a:gd name="T67" fmla="*/ 57 h 87"/>
                <a:gd name="T68" fmla="*/ 49 w 102"/>
                <a:gd name="T69" fmla="*/ 56 h 87"/>
                <a:gd name="T70" fmla="*/ 52 w 102"/>
                <a:gd name="T71" fmla="*/ 66 h 87"/>
                <a:gd name="T72" fmla="*/ 47 w 102"/>
                <a:gd name="T73" fmla="*/ 68 h 87"/>
                <a:gd name="T74" fmla="*/ 43 w 102"/>
                <a:gd name="T75" fmla="*/ 5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2" h="87">
                  <a:moveTo>
                    <a:pt x="76" y="1"/>
                  </a:moveTo>
                  <a:cubicBezTo>
                    <a:pt x="7" y="21"/>
                    <a:pt x="7" y="21"/>
                    <a:pt x="7" y="21"/>
                  </a:cubicBezTo>
                  <a:cubicBezTo>
                    <a:pt x="2" y="23"/>
                    <a:pt x="0" y="27"/>
                    <a:pt x="1" y="32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7" y="84"/>
                    <a:pt x="21" y="87"/>
                    <a:pt x="26" y="86"/>
                  </a:cubicBezTo>
                  <a:cubicBezTo>
                    <a:pt x="95" y="65"/>
                    <a:pt x="95" y="65"/>
                    <a:pt x="95" y="65"/>
                  </a:cubicBezTo>
                  <a:cubicBezTo>
                    <a:pt x="100" y="64"/>
                    <a:pt x="102" y="59"/>
                    <a:pt x="101" y="55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5" y="2"/>
                    <a:pt x="81" y="0"/>
                    <a:pt x="76" y="1"/>
                  </a:cubicBezTo>
                  <a:close/>
                  <a:moveTo>
                    <a:pt x="8" y="27"/>
                  </a:moveTo>
                  <a:cubicBezTo>
                    <a:pt x="78" y="6"/>
                    <a:pt x="78" y="6"/>
                    <a:pt x="78" y="6"/>
                  </a:cubicBezTo>
                  <a:cubicBezTo>
                    <a:pt x="79" y="6"/>
                    <a:pt x="81" y="7"/>
                    <a:pt x="81" y="8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29"/>
                    <a:pt x="7" y="27"/>
                    <a:pt x="8" y="27"/>
                  </a:cubicBezTo>
                  <a:close/>
                  <a:moveTo>
                    <a:pt x="94" y="6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81"/>
                    <a:pt x="21" y="80"/>
                    <a:pt x="21" y="78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88" y="32"/>
                    <a:pt x="88" y="32"/>
                    <a:pt x="88" y="32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6" y="58"/>
                    <a:pt x="95" y="59"/>
                    <a:pt x="94" y="60"/>
                  </a:cubicBezTo>
                  <a:close/>
                  <a:moveTo>
                    <a:pt x="22" y="63"/>
                  </a:moveTo>
                  <a:cubicBezTo>
                    <a:pt x="27" y="62"/>
                    <a:pt x="27" y="62"/>
                    <a:pt x="27" y="62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25" y="74"/>
                    <a:pt x="25" y="74"/>
                    <a:pt x="25" y="74"/>
                  </a:cubicBezTo>
                  <a:lnTo>
                    <a:pt x="22" y="63"/>
                  </a:lnTo>
                  <a:close/>
                  <a:moveTo>
                    <a:pt x="33" y="60"/>
                  </a:moveTo>
                  <a:cubicBezTo>
                    <a:pt x="38" y="59"/>
                    <a:pt x="38" y="59"/>
                    <a:pt x="38" y="5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6" y="71"/>
                    <a:pt x="36" y="71"/>
                    <a:pt x="36" y="71"/>
                  </a:cubicBezTo>
                  <a:lnTo>
                    <a:pt x="33" y="60"/>
                  </a:lnTo>
                  <a:close/>
                  <a:moveTo>
                    <a:pt x="43" y="57"/>
                  </a:moveTo>
                  <a:cubicBezTo>
                    <a:pt x="49" y="56"/>
                    <a:pt x="49" y="56"/>
                    <a:pt x="49" y="5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7" y="68"/>
                    <a:pt x="47" y="68"/>
                    <a:pt x="47" y="68"/>
                  </a:cubicBezTo>
                  <a:lnTo>
                    <a:pt x="43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4" name="Freeform 26"/>
            <p:cNvSpPr>
              <a:spLocks/>
            </p:cNvSpPr>
            <p:nvPr/>
          </p:nvSpPr>
          <p:spPr bwMode="auto">
            <a:xfrm>
              <a:off x="4401" y="1495"/>
              <a:ext cx="113" cy="118"/>
            </a:xfrm>
            <a:custGeom>
              <a:avLst/>
              <a:gdLst>
                <a:gd name="T0" fmla="*/ 65 w 92"/>
                <a:gd name="T1" fmla="*/ 96 h 96"/>
                <a:gd name="T2" fmla="*/ 36 w 92"/>
                <a:gd name="T3" fmla="*/ 49 h 96"/>
                <a:gd name="T4" fmla="*/ 36 w 92"/>
                <a:gd name="T5" fmla="*/ 72 h 96"/>
                <a:gd name="T6" fmla="*/ 0 w 92"/>
                <a:gd name="T7" fmla="*/ 36 h 96"/>
                <a:gd name="T8" fmla="*/ 36 w 92"/>
                <a:gd name="T9" fmla="*/ 0 h 96"/>
                <a:gd name="T10" fmla="*/ 36 w 92"/>
                <a:gd name="T11" fmla="*/ 24 h 96"/>
                <a:gd name="T12" fmla="*/ 65 w 92"/>
                <a:gd name="T1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96">
                  <a:moveTo>
                    <a:pt x="65" y="96"/>
                  </a:moveTo>
                  <a:cubicBezTo>
                    <a:pt x="76" y="77"/>
                    <a:pt x="78" y="48"/>
                    <a:pt x="36" y="49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86" y="22"/>
                    <a:pt x="92" y="68"/>
                    <a:pt x="65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5" name="Freeform 27"/>
            <p:cNvSpPr>
              <a:spLocks noEditPoints="1"/>
            </p:cNvSpPr>
            <p:nvPr/>
          </p:nvSpPr>
          <p:spPr bwMode="auto">
            <a:xfrm>
              <a:off x="4367" y="1585"/>
              <a:ext cx="106" cy="75"/>
            </a:xfrm>
            <a:custGeom>
              <a:avLst/>
              <a:gdLst>
                <a:gd name="T0" fmla="*/ 70 w 86"/>
                <a:gd name="T1" fmla="*/ 58 h 61"/>
                <a:gd name="T2" fmla="*/ 75 w 86"/>
                <a:gd name="T3" fmla="*/ 49 h 61"/>
                <a:gd name="T4" fmla="*/ 80 w 86"/>
                <a:gd name="T5" fmla="*/ 41 h 61"/>
                <a:gd name="T6" fmla="*/ 85 w 86"/>
                <a:gd name="T7" fmla="*/ 31 h 61"/>
                <a:gd name="T8" fmla="*/ 83 w 86"/>
                <a:gd name="T9" fmla="*/ 24 h 61"/>
                <a:gd name="T10" fmla="*/ 65 w 86"/>
                <a:gd name="T11" fmla="*/ 9 h 61"/>
                <a:gd name="T12" fmla="*/ 58 w 86"/>
                <a:gd name="T13" fmla="*/ 9 h 61"/>
                <a:gd name="T14" fmla="*/ 50 w 86"/>
                <a:gd name="T15" fmla="*/ 17 h 61"/>
                <a:gd name="T16" fmla="*/ 49 w 86"/>
                <a:gd name="T17" fmla="*/ 18 h 61"/>
                <a:gd name="T18" fmla="*/ 17 w 86"/>
                <a:gd name="T19" fmla="*/ 0 h 61"/>
                <a:gd name="T20" fmla="*/ 0 w 86"/>
                <a:gd name="T21" fmla="*/ 3 h 61"/>
                <a:gd name="T22" fmla="*/ 4 w 86"/>
                <a:gd name="T23" fmla="*/ 16 h 61"/>
                <a:gd name="T24" fmla="*/ 9 w 86"/>
                <a:gd name="T25" fmla="*/ 15 h 61"/>
                <a:gd name="T26" fmla="*/ 11 w 86"/>
                <a:gd name="T27" fmla="*/ 24 h 61"/>
                <a:gd name="T28" fmla="*/ 20 w 86"/>
                <a:gd name="T29" fmla="*/ 21 h 61"/>
                <a:gd name="T30" fmla="*/ 23 w 86"/>
                <a:gd name="T31" fmla="*/ 30 h 61"/>
                <a:gd name="T32" fmla="*/ 32 w 86"/>
                <a:gd name="T33" fmla="*/ 27 h 61"/>
                <a:gd name="T34" fmla="*/ 35 w 86"/>
                <a:gd name="T35" fmla="*/ 36 h 61"/>
                <a:gd name="T36" fmla="*/ 39 w 86"/>
                <a:gd name="T37" fmla="*/ 35 h 61"/>
                <a:gd name="T38" fmla="*/ 39 w 86"/>
                <a:gd name="T39" fmla="*/ 36 h 61"/>
                <a:gd name="T40" fmla="*/ 37 w 86"/>
                <a:gd name="T41" fmla="*/ 47 h 61"/>
                <a:gd name="T42" fmla="*/ 41 w 86"/>
                <a:gd name="T43" fmla="*/ 53 h 61"/>
                <a:gd name="T44" fmla="*/ 64 w 86"/>
                <a:gd name="T45" fmla="*/ 60 h 61"/>
                <a:gd name="T46" fmla="*/ 70 w 86"/>
                <a:gd name="T47" fmla="*/ 58 h 61"/>
                <a:gd name="T48" fmla="*/ 15 w 86"/>
                <a:gd name="T49" fmla="*/ 10 h 61"/>
                <a:gd name="T50" fmla="*/ 18 w 86"/>
                <a:gd name="T51" fmla="*/ 6 h 61"/>
                <a:gd name="T52" fmla="*/ 46 w 86"/>
                <a:gd name="T53" fmla="*/ 21 h 61"/>
                <a:gd name="T54" fmla="*/ 43 w 86"/>
                <a:gd name="T55" fmla="*/ 25 h 61"/>
                <a:gd name="T56" fmla="*/ 15 w 86"/>
                <a:gd name="T57" fmla="*/ 10 h 61"/>
                <a:gd name="T58" fmla="*/ 61 w 86"/>
                <a:gd name="T59" fmla="*/ 54 h 61"/>
                <a:gd name="T60" fmla="*/ 57 w 86"/>
                <a:gd name="T61" fmla="*/ 52 h 61"/>
                <a:gd name="T62" fmla="*/ 56 w 86"/>
                <a:gd name="T63" fmla="*/ 49 h 61"/>
                <a:gd name="T64" fmla="*/ 69 w 86"/>
                <a:gd name="T65" fmla="*/ 24 h 61"/>
                <a:gd name="T66" fmla="*/ 72 w 86"/>
                <a:gd name="T67" fmla="*/ 23 h 61"/>
                <a:gd name="T68" fmla="*/ 77 w 86"/>
                <a:gd name="T69" fmla="*/ 26 h 61"/>
                <a:gd name="T70" fmla="*/ 77 w 86"/>
                <a:gd name="T71" fmla="*/ 29 h 61"/>
                <a:gd name="T72" fmla="*/ 64 w 86"/>
                <a:gd name="T73" fmla="*/ 53 h 61"/>
                <a:gd name="T74" fmla="*/ 61 w 86"/>
                <a:gd name="T75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" h="61">
                  <a:moveTo>
                    <a:pt x="70" y="58"/>
                  </a:moveTo>
                  <a:cubicBezTo>
                    <a:pt x="75" y="49"/>
                    <a:pt x="75" y="49"/>
                    <a:pt x="75" y="49"/>
                  </a:cubicBezTo>
                  <a:cubicBezTo>
                    <a:pt x="77" y="46"/>
                    <a:pt x="79" y="43"/>
                    <a:pt x="80" y="4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6" y="29"/>
                    <a:pt x="85" y="26"/>
                    <a:pt x="83" y="24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3" y="7"/>
                    <a:pt x="60" y="7"/>
                    <a:pt x="58" y="9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8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9" y="35"/>
                    <a:pt x="39" y="36"/>
                    <a:pt x="39" y="36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50"/>
                    <a:pt x="38" y="53"/>
                    <a:pt x="41" y="53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6" y="61"/>
                    <a:pt x="69" y="60"/>
                    <a:pt x="70" y="58"/>
                  </a:cubicBezTo>
                  <a:close/>
                  <a:moveTo>
                    <a:pt x="15" y="10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3" y="25"/>
                    <a:pt x="43" y="25"/>
                    <a:pt x="43" y="25"/>
                  </a:cubicBezTo>
                  <a:lnTo>
                    <a:pt x="15" y="10"/>
                  </a:lnTo>
                  <a:close/>
                  <a:moveTo>
                    <a:pt x="61" y="54"/>
                  </a:moveTo>
                  <a:cubicBezTo>
                    <a:pt x="57" y="52"/>
                    <a:pt x="57" y="52"/>
                    <a:pt x="57" y="52"/>
                  </a:cubicBezTo>
                  <a:cubicBezTo>
                    <a:pt x="56" y="51"/>
                    <a:pt x="55" y="50"/>
                    <a:pt x="56" y="49"/>
                  </a:cubicBezTo>
                  <a:cubicBezTo>
                    <a:pt x="69" y="24"/>
                    <a:pt x="69" y="24"/>
                    <a:pt x="69" y="24"/>
                  </a:cubicBezTo>
                  <a:cubicBezTo>
                    <a:pt x="70" y="23"/>
                    <a:pt x="71" y="23"/>
                    <a:pt x="72" y="23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8" y="26"/>
                    <a:pt x="78" y="28"/>
                    <a:pt x="77" y="29"/>
                  </a:cubicBezTo>
                  <a:cubicBezTo>
                    <a:pt x="64" y="53"/>
                    <a:pt x="64" y="53"/>
                    <a:pt x="64" y="53"/>
                  </a:cubicBezTo>
                  <a:cubicBezTo>
                    <a:pt x="64" y="54"/>
                    <a:pt x="62" y="55"/>
                    <a:pt x="61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6" name="Freeform 28"/>
            <p:cNvSpPr>
              <a:spLocks noEditPoints="1"/>
            </p:cNvSpPr>
            <p:nvPr/>
          </p:nvSpPr>
          <p:spPr bwMode="auto">
            <a:xfrm>
              <a:off x="4294" y="2208"/>
              <a:ext cx="84" cy="74"/>
            </a:xfrm>
            <a:custGeom>
              <a:avLst/>
              <a:gdLst>
                <a:gd name="T0" fmla="*/ 56 w 69"/>
                <a:gd name="T1" fmla="*/ 0 h 60"/>
                <a:gd name="T2" fmla="*/ 13 w 69"/>
                <a:gd name="T3" fmla="*/ 0 h 60"/>
                <a:gd name="T4" fmla="*/ 0 w 69"/>
                <a:gd name="T5" fmla="*/ 13 h 60"/>
                <a:gd name="T6" fmla="*/ 0 w 69"/>
                <a:gd name="T7" fmla="*/ 58 h 60"/>
                <a:gd name="T8" fmla="*/ 2 w 69"/>
                <a:gd name="T9" fmla="*/ 60 h 60"/>
                <a:gd name="T10" fmla="*/ 66 w 69"/>
                <a:gd name="T11" fmla="*/ 60 h 60"/>
                <a:gd name="T12" fmla="*/ 69 w 69"/>
                <a:gd name="T13" fmla="*/ 58 h 60"/>
                <a:gd name="T14" fmla="*/ 69 w 69"/>
                <a:gd name="T15" fmla="*/ 13 h 60"/>
                <a:gd name="T16" fmla="*/ 56 w 69"/>
                <a:gd name="T17" fmla="*/ 0 h 60"/>
                <a:gd name="T18" fmla="*/ 34 w 69"/>
                <a:gd name="T19" fmla="*/ 51 h 60"/>
                <a:gd name="T20" fmla="*/ 13 w 69"/>
                <a:gd name="T21" fmla="*/ 34 h 60"/>
                <a:gd name="T22" fmla="*/ 26 w 69"/>
                <a:gd name="T23" fmla="*/ 34 h 60"/>
                <a:gd name="T24" fmla="*/ 26 w 69"/>
                <a:gd name="T25" fmla="*/ 21 h 60"/>
                <a:gd name="T26" fmla="*/ 43 w 69"/>
                <a:gd name="T27" fmla="*/ 21 h 60"/>
                <a:gd name="T28" fmla="*/ 43 w 69"/>
                <a:gd name="T29" fmla="*/ 34 h 60"/>
                <a:gd name="T30" fmla="*/ 56 w 69"/>
                <a:gd name="T31" fmla="*/ 34 h 60"/>
                <a:gd name="T32" fmla="*/ 34 w 69"/>
                <a:gd name="T33" fmla="*/ 51 h 60"/>
                <a:gd name="T34" fmla="*/ 10 w 69"/>
                <a:gd name="T35" fmla="*/ 8 h 60"/>
                <a:gd name="T36" fmla="*/ 15 w 69"/>
                <a:gd name="T37" fmla="*/ 4 h 60"/>
                <a:gd name="T38" fmla="*/ 54 w 69"/>
                <a:gd name="T39" fmla="*/ 4 h 60"/>
                <a:gd name="T40" fmla="*/ 58 w 69"/>
                <a:gd name="T41" fmla="*/ 8 h 60"/>
                <a:gd name="T42" fmla="*/ 10 w 69"/>
                <a:gd name="T43" fmla="*/ 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" h="60">
                  <a:moveTo>
                    <a:pt x="56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9"/>
                    <a:pt x="1" y="60"/>
                    <a:pt x="2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8" y="60"/>
                    <a:pt x="69" y="59"/>
                    <a:pt x="69" y="58"/>
                  </a:cubicBezTo>
                  <a:cubicBezTo>
                    <a:pt x="69" y="13"/>
                    <a:pt x="69" y="13"/>
                    <a:pt x="69" y="13"/>
                  </a:cubicBezTo>
                  <a:lnTo>
                    <a:pt x="56" y="0"/>
                  </a:lnTo>
                  <a:close/>
                  <a:moveTo>
                    <a:pt x="34" y="51"/>
                  </a:moveTo>
                  <a:cubicBezTo>
                    <a:pt x="13" y="34"/>
                    <a:pt x="13" y="34"/>
                    <a:pt x="13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56" y="34"/>
                    <a:pt x="56" y="34"/>
                    <a:pt x="56" y="34"/>
                  </a:cubicBezTo>
                  <a:lnTo>
                    <a:pt x="34" y="51"/>
                  </a:lnTo>
                  <a:close/>
                  <a:moveTo>
                    <a:pt x="10" y="8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8" y="8"/>
                    <a:pt x="58" y="8"/>
                    <a:pt x="58" y="8"/>
                  </a:cubicBezTo>
                  <a:lnTo>
                    <a:pt x="1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7" name="Freeform 29"/>
            <p:cNvSpPr>
              <a:spLocks noEditPoints="1"/>
            </p:cNvSpPr>
            <p:nvPr/>
          </p:nvSpPr>
          <p:spPr bwMode="auto">
            <a:xfrm>
              <a:off x="4412" y="1391"/>
              <a:ext cx="70" cy="94"/>
            </a:xfrm>
            <a:custGeom>
              <a:avLst/>
              <a:gdLst>
                <a:gd name="T0" fmla="*/ 57 w 57"/>
                <a:gd name="T1" fmla="*/ 48 h 77"/>
                <a:gd name="T2" fmla="*/ 57 w 57"/>
                <a:gd name="T3" fmla="*/ 48 h 77"/>
                <a:gd name="T4" fmla="*/ 57 w 57"/>
                <a:gd name="T5" fmla="*/ 47 h 77"/>
                <a:gd name="T6" fmla="*/ 28 w 57"/>
                <a:gd name="T7" fmla="*/ 0 h 77"/>
                <a:gd name="T8" fmla="*/ 0 w 57"/>
                <a:gd name="T9" fmla="*/ 47 h 77"/>
                <a:gd name="T10" fmla="*/ 0 w 57"/>
                <a:gd name="T11" fmla="*/ 48 h 77"/>
                <a:gd name="T12" fmla="*/ 0 w 57"/>
                <a:gd name="T13" fmla="*/ 48 h 77"/>
                <a:gd name="T14" fmla="*/ 0 w 57"/>
                <a:gd name="T15" fmla="*/ 48 h 77"/>
                <a:gd name="T16" fmla="*/ 0 w 57"/>
                <a:gd name="T17" fmla="*/ 49 h 77"/>
                <a:gd name="T18" fmla="*/ 0 w 57"/>
                <a:gd name="T19" fmla="*/ 49 h 77"/>
                <a:gd name="T20" fmla="*/ 28 w 57"/>
                <a:gd name="T21" fmla="*/ 77 h 77"/>
                <a:gd name="T22" fmla="*/ 57 w 57"/>
                <a:gd name="T23" fmla="*/ 49 h 77"/>
                <a:gd name="T24" fmla="*/ 57 w 57"/>
                <a:gd name="T25" fmla="*/ 49 h 77"/>
                <a:gd name="T26" fmla="*/ 57 w 57"/>
                <a:gd name="T27" fmla="*/ 48 h 77"/>
                <a:gd name="T28" fmla="*/ 57 w 57"/>
                <a:gd name="T29" fmla="*/ 48 h 77"/>
                <a:gd name="T30" fmla="*/ 48 w 57"/>
                <a:gd name="T31" fmla="*/ 49 h 77"/>
                <a:gd name="T32" fmla="*/ 48 w 57"/>
                <a:gd name="T33" fmla="*/ 49 h 77"/>
                <a:gd name="T34" fmla="*/ 42 w 57"/>
                <a:gd name="T35" fmla="*/ 62 h 77"/>
                <a:gd name="T36" fmla="*/ 28 w 57"/>
                <a:gd name="T37" fmla="*/ 68 h 77"/>
                <a:gd name="T38" fmla="*/ 26 w 57"/>
                <a:gd name="T39" fmla="*/ 68 h 77"/>
                <a:gd name="T40" fmla="*/ 43 w 57"/>
                <a:gd name="T41" fmla="*/ 37 h 77"/>
                <a:gd name="T42" fmla="*/ 43 w 57"/>
                <a:gd name="T43" fmla="*/ 32 h 77"/>
                <a:gd name="T44" fmla="*/ 48 w 57"/>
                <a:gd name="T45" fmla="*/ 48 h 77"/>
                <a:gd name="T46" fmla="*/ 48 w 57"/>
                <a:gd name="T47" fmla="*/ 48 h 77"/>
                <a:gd name="T48" fmla="*/ 48 w 57"/>
                <a:gd name="T49" fmla="*/ 48 h 77"/>
                <a:gd name="T50" fmla="*/ 48 w 57"/>
                <a:gd name="T51" fmla="*/ 48 h 77"/>
                <a:gd name="T52" fmla="*/ 48 w 57"/>
                <a:gd name="T53" fmla="*/ 48 h 77"/>
                <a:gd name="T54" fmla="*/ 48 w 57"/>
                <a:gd name="T55" fmla="*/ 4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7" h="77"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7"/>
                  </a:cubicBezTo>
                  <a:cubicBezTo>
                    <a:pt x="57" y="24"/>
                    <a:pt x="28" y="0"/>
                    <a:pt x="28" y="0"/>
                  </a:cubicBezTo>
                  <a:cubicBezTo>
                    <a:pt x="28" y="0"/>
                    <a:pt x="0" y="24"/>
                    <a:pt x="0" y="4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65"/>
                    <a:pt x="13" y="77"/>
                    <a:pt x="28" y="77"/>
                  </a:cubicBezTo>
                  <a:cubicBezTo>
                    <a:pt x="44" y="77"/>
                    <a:pt x="57" y="65"/>
                    <a:pt x="57" y="49"/>
                  </a:cubicBezTo>
                  <a:cubicBezTo>
                    <a:pt x="57" y="49"/>
                    <a:pt x="57" y="49"/>
                    <a:pt x="57" y="49"/>
                  </a:cubicBezTo>
                  <a:cubicBezTo>
                    <a:pt x="57" y="49"/>
                    <a:pt x="57" y="49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lose/>
                  <a:moveTo>
                    <a:pt x="48" y="49"/>
                  </a:moveTo>
                  <a:cubicBezTo>
                    <a:pt x="48" y="49"/>
                    <a:pt x="48" y="49"/>
                    <a:pt x="48" y="49"/>
                  </a:cubicBezTo>
                  <a:cubicBezTo>
                    <a:pt x="48" y="54"/>
                    <a:pt x="46" y="59"/>
                    <a:pt x="42" y="62"/>
                  </a:cubicBezTo>
                  <a:cubicBezTo>
                    <a:pt x="38" y="66"/>
                    <a:pt x="34" y="68"/>
                    <a:pt x="28" y="68"/>
                  </a:cubicBezTo>
                  <a:cubicBezTo>
                    <a:pt x="28" y="68"/>
                    <a:pt x="27" y="68"/>
                    <a:pt x="26" y="68"/>
                  </a:cubicBezTo>
                  <a:cubicBezTo>
                    <a:pt x="36" y="61"/>
                    <a:pt x="43" y="50"/>
                    <a:pt x="43" y="37"/>
                  </a:cubicBezTo>
                  <a:cubicBezTo>
                    <a:pt x="43" y="35"/>
                    <a:pt x="43" y="34"/>
                    <a:pt x="43" y="32"/>
                  </a:cubicBezTo>
                  <a:cubicBezTo>
                    <a:pt x="46" y="38"/>
                    <a:pt x="48" y="43"/>
                    <a:pt x="48" y="4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8" name="Freeform 30"/>
            <p:cNvSpPr>
              <a:spLocks noEditPoints="1"/>
            </p:cNvSpPr>
            <p:nvPr/>
          </p:nvSpPr>
          <p:spPr bwMode="auto">
            <a:xfrm>
              <a:off x="4337" y="1322"/>
              <a:ext cx="109" cy="104"/>
            </a:xfrm>
            <a:custGeom>
              <a:avLst/>
              <a:gdLst>
                <a:gd name="T0" fmla="*/ 52 w 89"/>
                <a:gd name="T1" fmla="*/ 2 h 85"/>
                <a:gd name="T2" fmla="*/ 4 w 89"/>
                <a:gd name="T3" fmla="*/ 35 h 85"/>
                <a:gd name="T4" fmla="*/ 3 w 89"/>
                <a:gd name="T5" fmla="*/ 45 h 85"/>
                <a:gd name="T6" fmla="*/ 28 w 89"/>
                <a:gd name="T7" fmla="*/ 81 h 85"/>
                <a:gd name="T8" fmla="*/ 37 w 89"/>
                <a:gd name="T9" fmla="*/ 83 h 85"/>
                <a:gd name="T10" fmla="*/ 85 w 89"/>
                <a:gd name="T11" fmla="*/ 50 h 85"/>
                <a:gd name="T12" fmla="*/ 87 w 89"/>
                <a:gd name="T13" fmla="*/ 41 h 85"/>
                <a:gd name="T14" fmla="*/ 61 w 89"/>
                <a:gd name="T15" fmla="*/ 4 h 85"/>
                <a:gd name="T16" fmla="*/ 52 w 89"/>
                <a:gd name="T17" fmla="*/ 2 h 85"/>
                <a:gd name="T18" fmla="*/ 38 w 89"/>
                <a:gd name="T19" fmla="*/ 48 h 85"/>
                <a:gd name="T20" fmla="*/ 31 w 89"/>
                <a:gd name="T21" fmla="*/ 70 h 85"/>
                <a:gd name="T22" fmla="*/ 11 w 89"/>
                <a:gd name="T23" fmla="*/ 42 h 85"/>
                <a:gd name="T24" fmla="*/ 38 w 89"/>
                <a:gd name="T25" fmla="*/ 48 h 85"/>
                <a:gd name="T26" fmla="*/ 14 w 89"/>
                <a:gd name="T27" fmla="*/ 40 h 85"/>
                <a:gd name="T28" fmla="*/ 52 w 89"/>
                <a:gd name="T29" fmla="*/ 13 h 85"/>
                <a:gd name="T30" fmla="*/ 43 w 89"/>
                <a:gd name="T31" fmla="*/ 41 h 85"/>
                <a:gd name="T32" fmla="*/ 14 w 89"/>
                <a:gd name="T33" fmla="*/ 40 h 85"/>
                <a:gd name="T34" fmla="*/ 39 w 89"/>
                <a:gd name="T35" fmla="*/ 48 h 85"/>
                <a:gd name="T36" fmla="*/ 50 w 89"/>
                <a:gd name="T37" fmla="*/ 50 h 85"/>
                <a:gd name="T38" fmla="*/ 51 w 89"/>
                <a:gd name="T39" fmla="*/ 40 h 85"/>
                <a:gd name="T40" fmla="*/ 74 w 89"/>
                <a:gd name="T41" fmla="*/ 47 h 85"/>
                <a:gd name="T42" fmla="*/ 38 w 89"/>
                <a:gd name="T43" fmla="*/ 72 h 85"/>
                <a:gd name="T44" fmla="*/ 39 w 89"/>
                <a:gd name="T45" fmla="*/ 48 h 85"/>
                <a:gd name="T46" fmla="*/ 51 w 89"/>
                <a:gd name="T47" fmla="*/ 39 h 85"/>
                <a:gd name="T48" fmla="*/ 55 w 89"/>
                <a:gd name="T49" fmla="*/ 11 h 85"/>
                <a:gd name="T50" fmla="*/ 75 w 89"/>
                <a:gd name="T51" fmla="*/ 40 h 85"/>
                <a:gd name="T52" fmla="*/ 51 w 89"/>
                <a:gd name="T53" fmla="*/ 3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9" h="85">
                  <a:moveTo>
                    <a:pt x="52" y="2"/>
                  </a:moveTo>
                  <a:cubicBezTo>
                    <a:pt x="4" y="35"/>
                    <a:pt x="4" y="35"/>
                    <a:pt x="4" y="35"/>
                  </a:cubicBezTo>
                  <a:cubicBezTo>
                    <a:pt x="1" y="38"/>
                    <a:pt x="0" y="42"/>
                    <a:pt x="3" y="45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30" y="84"/>
                    <a:pt x="34" y="85"/>
                    <a:pt x="37" y="83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8" y="48"/>
                    <a:pt x="89" y="44"/>
                    <a:pt x="87" y="41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59" y="1"/>
                    <a:pt x="55" y="0"/>
                    <a:pt x="52" y="2"/>
                  </a:cubicBezTo>
                  <a:close/>
                  <a:moveTo>
                    <a:pt x="38" y="48"/>
                  </a:moveTo>
                  <a:cubicBezTo>
                    <a:pt x="31" y="70"/>
                    <a:pt x="31" y="70"/>
                    <a:pt x="31" y="70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38" y="48"/>
                  </a:lnTo>
                  <a:close/>
                  <a:moveTo>
                    <a:pt x="14" y="40"/>
                  </a:moveTo>
                  <a:cubicBezTo>
                    <a:pt x="52" y="13"/>
                    <a:pt x="52" y="13"/>
                    <a:pt x="52" y="13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14" y="40"/>
                  </a:lnTo>
                  <a:close/>
                  <a:moveTo>
                    <a:pt x="39" y="48"/>
                  </a:moveTo>
                  <a:cubicBezTo>
                    <a:pt x="50" y="50"/>
                    <a:pt x="50" y="50"/>
                    <a:pt x="50" y="5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38" y="72"/>
                    <a:pt x="38" y="72"/>
                    <a:pt x="38" y="72"/>
                  </a:cubicBezTo>
                  <a:lnTo>
                    <a:pt x="39" y="48"/>
                  </a:lnTo>
                  <a:close/>
                  <a:moveTo>
                    <a:pt x="51" y="39"/>
                  </a:moveTo>
                  <a:cubicBezTo>
                    <a:pt x="55" y="11"/>
                    <a:pt x="55" y="11"/>
                    <a:pt x="55" y="11"/>
                  </a:cubicBezTo>
                  <a:cubicBezTo>
                    <a:pt x="75" y="40"/>
                    <a:pt x="75" y="40"/>
                    <a:pt x="75" y="40"/>
                  </a:cubicBezTo>
                  <a:lnTo>
                    <a:pt x="51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9" name="Freeform 31"/>
            <p:cNvSpPr>
              <a:spLocks noEditPoints="1"/>
            </p:cNvSpPr>
            <p:nvPr/>
          </p:nvSpPr>
          <p:spPr bwMode="auto">
            <a:xfrm>
              <a:off x="4294" y="1262"/>
              <a:ext cx="83" cy="85"/>
            </a:xfrm>
            <a:custGeom>
              <a:avLst/>
              <a:gdLst>
                <a:gd name="T0" fmla="*/ 34 w 68"/>
                <a:gd name="T1" fmla="*/ 0 h 69"/>
                <a:gd name="T2" fmla="*/ 0 w 68"/>
                <a:gd name="T3" fmla="*/ 34 h 69"/>
                <a:gd name="T4" fmla="*/ 34 w 68"/>
                <a:gd name="T5" fmla="*/ 69 h 69"/>
                <a:gd name="T6" fmla="*/ 68 w 68"/>
                <a:gd name="T7" fmla="*/ 34 h 69"/>
                <a:gd name="T8" fmla="*/ 34 w 68"/>
                <a:gd name="T9" fmla="*/ 0 h 69"/>
                <a:gd name="T10" fmla="*/ 34 w 68"/>
                <a:gd name="T11" fmla="*/ 62 h 69"/>
                <a:gd name="T12" fmla="*/ 7 w 68"/>
                <a:gd name="T13" fmla="*/ 34 h 69"/>
                <a:gd name="T14" fmla="*/ 34 w 68"/>
                <a:gd name="T15" fmla="*/ 7 h 69"/>
                <a:gd name="T16" fmla="*/ 62 w 68"/>
                <a:gd name="T17" fmla="*/ 34 h 69"/>
                <a:gd name="T18" fmla="*/ 34 w 68"/>
                <a:gd name="T19" fmla="*/ 62 h 69"/>
                <a:gd name="T20" fmla="*/ 22 w 68"/>
                <a:gd name="T21" fmla="*/ 24 h 69"/>
                <a:gd name="T22" fmla="*/ 36 w 68"/>
                <a:gd name="T23" fmla="*/ 34 h 69"/>
                <a:gd name="T24" fmla="*/ 22 w 68"/>
                <a:gd name="T25" fmla="*/ 45 h 69"/>
                <a:gd name="T26" fmla="*/ 22 w 68"/>
                <a:gd name="T27" fmla="*/ 24 h 69"/>
                <a:gd name="T28" fmla="*/ 39 w 68"/>
                <a:gd name="T29" fmla="*/ 24 h 69"/>
                <a:gd name="T30" fmla="*/ 54 w 68"/>
                <a:gd name="T31" fmla="*/ 34 h 69"/>
                <a:gd name="T32" fmla="*/ 39 w 68"/>
                <a:gd name="T33" fmla="*/ 45 h 69"/>
                <a:gd name="T34" fmla="*/ 39 w 68"/>
                <a:gd name="T35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69">
                  <a:moveTo>
                    <a:pt x="34" y="0"/>
                  </a:moveTo>
                  <a:cubicBezTo>
                    <a:pt x="15" y="0"/>
                    <a:pt x="0" y="16"/>
                    <a:pt x="0" y="34"/>
                  </a:cubicBezTo>
                  <a:cubicBezTo>
                    <a:pt x="0" y="53"/>
                    <a:pt x="15" y="69"/>
                    <a:pt x="34" y="69"/>
                  </a:cubicBezTo>
                  <a:cubicBezTo>
                    <a:pt x="53" y="69"/>
                    <a:pt x="68" y="53"/>
                    <a:pt x="68" y="34"/>
                  </a:cubicBezTo>
                  <a:cubicBezTo>
                    <a:pt x="68" y="16"/>
                    <a:pt x="53" y="0"/>
                    <a:pt x="34" y="0"/>
                  </a:cubicBezTo>
                  <a:close/>
                  <a:moveTo>
                    <a:pt x="34" y="62"/>
                  </a:moveTo>
                  <a:cubicBezTo>
                    <a:pt x="19" y="62"/>
                    <a:pt x="7" y="50"/>
                    <a:pt x="7" y="34"/>
                  </a:cubicBezTo>
                  <a:cubicBezTo>
                    <a:pt x="7" y="19"/>
                    <a:pt x="19" y="7"/>
                    <a:pt x="34" y="7"/>
                  </a:cubicBezTo>
                  <a:cubicBezTo>
                    <a:pt x="50" y="7"/>
                    <a:pt x="62" y="19"/>
                    <a:pt x="62" y="34"/>
                  </a:cubicBezTo>
                  <a:cubicBezTo>
                    <a:pt x="62" y="50"/>
                    <a:pt x="50" y="62"/>
                    <a:pt x="34" y="62"/>
                  </a:cubicBezTo>
                  <a:close/>
                  <a:moveTo>
                    <a:pt x="22" y="24"/>
                  </a:moveTo>
                  <a:cubicBezTo>
                    <a:pt x="36" y="34"/>
                    <a:pt x="36" y="34"/>
                    <a:pt x="36" y="34"/>
                  </a:cubicBezTo>
                  <a:cubicBezTo>
                    <a:pt x="22" y="45"/>
                    <a:pt x="22" y="45"/>
                    <a:pt x="22" y="45"/>
                  </a:cubicBezTo>
                  <a:lnTo>
                    <a:pt x="22" y="24"/>
                  </a:lnTo>
                  <a:close/>
                  <a:moveTo>
                    <a:pt x="39" y="24"/>
                  </a:moveTo>
                  <a:cubicBezTo>
                    <a:pt x="54" y="34"/>
                    <a:pt x="54" y="34"/>
                    <a:pt x="54" y="34"/>
                  </a:cubicBezTo>
                  <a:cubicBezTo>
                    <a:pt x="39" y="45"/>
                    <a:pt x="39" y="45"/>
                    <a:pt x="39" y="45"/>
                  </a:cubicBezTo>
                  <a:lnTo>
                    <a:pt x="39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0" name="Freeform 32"/>
            <p:cNvSpPr>
              <a:spLocks noEditPoints="1"/>
            </p:cNvSpPr>
            <p:nvPr/>
          </p:nvSpPr>
          <p:spPr bwMode="auto">
            <a:xfrm>
              <a:off x="4332" y="1441"/>
              <a:ext cx="66" cy="76"/>
            </a:xfrm>
            <a:custGeom>
              <a:avLst/>
              <a:gdLst>
                <a:gd name="T0" fmla="*/ 50 w 54"/>
                <a:gd name="T1" fmla="*/ 12 h 62"/>
                <a:gd name="T2" fmla="*/ 42 w 54"/>
                <a:gd name="T3" fmla="*/ 4 h 62"/>
                <a:gd name="T4" fmla="*/ 33 w 54"/>
                <a:gd name="T5" fmla="*/ 0 h 62"/>
                <a:gd name="T6" fmla="*/ 6 w 54"/>
                <a:gd name="T7" fmla="*/ 0 h 62"/>
                <a:gd name="T8" fmla="*/ 0 w 54"/>
                <a:gd name="T9" fmla="*/ 6 h 62"/>
                <a:gd name="T10" fmla="*/ 0 w 54"/>
                <a:gd name="T11" fmla="*/ 56 h 62"/>
                <a:gd name="T12" fmla="*/ 6 w 54"/>
                <a:gd name="T13" fmla="*/ 62 h 62"/>
                <a:gd name="T14" fmla="*/ 48 w 54"/>
                <a:gd name="T15" fmla="*/ 62 h 62"/>
                <a:gd name="T16" fmla="*/ 54 w 54"/>
                <a:gd name="T17" fmla="*/ 56 h 62"/>
                <a:gd name="T18" fmla="*/ 54 w 54"/>
                <a:gd name="T19" fmla="*/ 21 h 62"/>
                <a:gd name="T20" fmla="*/ 50 w 54"/>
                <a:gd name="T21" fmla="*/ 12 h 62"/>
                <a:gd name="T22" fmla="*/ 35 w 54"/>
                <a:gd name="T23" fmla="*/ 8 h 62"/>
                <a:gd name="T24" fmla="*/ 35 w 54"/>
                <a:gd name="T25" fmla="*/ 9 h 62"/>
                <a:gd name="T26" fmla="*/ 37 w 54"/>
                <a:gd name="T27" fmla="*/ 10 h 62"/>
                <a:gd name="T28" fmla="*/ 44 w 54"/>
                <a:gd name="T29" fmla="*/ 17 h 62"/>
                <a:gd name="T30" fmla="*/ 45 w 54"/>
                <a:gd name="T31" fmla="*/ 19 h 62"/>
                <a:gd name="T32" fmla="*/ 46 w 54"/>
                <a:gd name="T33" fmla="*/ 19 h 62"/>
                <a:gd name="T34" fmla="*/ 35 w 54"/>
                <a:gd name="T35" fmla="*/ 19 h 62"/>
                <a:gd name="T36" fmla="*/ 35 w 54"/>
                <a:gd name="T37" fmla="*/ 8 h 62"/>
                <a:gd name="T38" fmla="*/ 46 w 54"/>
                <a:gd name="T39" fmla="*/ 54 h 62"/>
                <a:gd name="T40" fmla="*/ 8 w 54"/>
                <a:gd name="T41" fmla="*/ 54 h 62"/>
                <a:gd name="T42" fmla="*/ 8 w 54"/>
                <a:gd name="T43" fmla="*/ 8 h 62"/>
                <a:gd name="T44" fmla="*/ 31 w 54"/>
                <a:gd name="T45" fmla="*/ 8 h 62"/>
                <a:gd name="T46" fmla="*/ 31 w 54"/>
                <a:gd name="T47" fmla="*/ 23 h 62"/>
                <a:gd name="T48" fmla="*/ 46 w 54"/>
                <a:gd name="T49" fmla="*/ 23 h 62"/>
                <a:gd name="T50" fmla="*/ 46 w 54"/>
                <a:gd name="T51" fmla="*/ 5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4" h="62">
                  <a:moveTo>
                    <a:pt x="50" y="12"/>
                  </a:moveTo>
                  <a:cubicBezTo>
                    <a:pt x="42" y="4"/>
                    <a:pt x="42" y="4"/>
                    <a:pt x="42" y="4"/>
                  </a:cubicBezTo>
                  <a:cubicBezTo>
                    <a:pt x="40" y="2"/>
                    <a:pt x="36" y="0"/>
                    <a:pt x="3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3" y="62"/>
                    <a:pt x="6" y="62"/>
                  </a:cubicBezTo>
                  <a:cubicBezTo>
                    <a:pt x="48" y="62"/>
                    <a:pt x="48" y="62"/>
                    <a:pt x="48" y="62"/>
                  </a:cubicBezTo>
                  <a:cubicBezTo>
                    <a:pt x="51" y="62"/>
                    <a:pt x="54" y="59"/>
                    <a:pt x="54" y="56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18"/>
                    <a:pt x="52" y="14"/>
                    <a:pt x="50" y="12"/>
                  </a:cubicBezTo>
                  <a:close/>
                  <a:moveTo>
                    <a:pt x="35" y="8"/>
                  </a:moveTo>
                  <a:cubicBezTo>
                    <a:pt x="35" y="8"/>
                    <a:pt x="35" y="9"/>
                    <a:pt x="35" y="9"/>
                  </a:cubicBezTo>
                  <a:cubicBezTo>
                    <a:pt x="36" y="9"/>
                    <a:pt x="37" y="10"/>
                    <a:pt x="37" y="10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8"/>
                    <a:pt x="45" y="19"/>
                  </a:cubicBezTo>
                  <a:cubicBezTo>
                    <a:pt x="46" y="19"/>
                    <a:pt x="46" y="19"/>
                    <a:pt x="46" y="19"/>
                  </a:cubicBezTo>
                  <a:cubicBezTo>
                    <a:pt x="35" y="19"/>
                    <a:pt x="35" y="19"/>
                    <a:pt x="35" y="19"/>
                  </a:cubicBezTo>
                  <a:lnTo>
                    <a:pt x="35" y="8"/>
                  </a:lnTo>
                  <a:close/>
                  <a:moveTo>
                    <a:pt x="46" y="54"/>
                  </a:moveTo>
                  <a:cubicBezTo>
                    <a:pt x="8" y="54"/>
                    <a:pt x="8" y="54"/>
                    <a:pt x="8" y="54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46" y="23"/>
                    <a:pt x="46" y="23"/>
                    <a:pt x="46" y="23"/>
                  </a:cubicBezTo>
                  <a:lnTo>
                    <a:pt x="46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1" name="Freeform 33"/>
            <p:cNvSpPr>
              <a:spLocks noEditPoints="1"/>
            </p:cNvSpPr>
            <p:nvPr/>
          </p:nvSpPr>
          <p:spPr bwMode="auto">
            <a:xfrm>
              <a:off x="4327" y="1670"/>
              <a:ext cx="107" cy="114"/>
            </a:xfrm>
            <a:custGeom>
              <a:avLst/>
              <a:gdLst>
                <a:gd name="T0" fmla="*/ 78 w 87"/>
                <a:gd name="T1" fmla="*/ 0 h 93"/>
                <a:gd name="T2" fmla="*/ 9 w 87"/>
                <a:gd name="T3" fmla="*/ 0 h 93"/>
                <a:gd name="T4" fmla="*/ 0 w 87"/>
                <a:gd name="T5" fmla="*/ 9 h 93"/>
                <a:gd name="T6" fmla="*/ 0 w 87"/>
                <a:gd name="T7" fmla="*/ 84 h 93"/>
                <a:gd name="T8" fmla="*/ 9 w 87"/>
                <a:gd name="T9" fmla="*/ 93 h 93"/>
                <a:gd name="T10" fmla="*/ 78 w 87"/>
                <a:gd name="T11" fmla="*/ 93 h 93"/>
                <a:gd name="T12" fmla="*/ 87 w 87"/>
                <a:gd name="T13" fmla="*/ 84 h 93"/>
                <a:gd name="T14" fmla="*/ 87 w 87"/>
                <a:gd name="T15" fmla="*/ 9 h 93"/>
                <a:gd name="T16" fmla="*/ 78 w 87"/>
                <a:gd name="T17" fmla="*/ 0 h 93"/>
                <a:gd name="T18" fmla="*/ 75 w 87"/>
                <a:gd name="T19" fmla="*/ 81 h 93"/>
                <a:gd name="T20" fmla="*/ 12 w 87"/>
                <a:gd name="T21" fmla="*/ 81 h 93"/>
                <a:gd name="T22" fmla="*/ 12 w 87"/>
                <a:gd name="T23" fmla="*/ 11 h 93"/>
                <a:gd name="T24" fmla="*/ 75 w 87"/>
                <a:gd name="T25" fmla="*/ 11 h 93"/>
                <a:gd name="T26" fmla="*/ 75 w 87"/>
                <a:gd name="T27" fmla="*/ 81 h 93"/>
                <a:gd name="T28" fmla="*/ 23 w 87"/>
                <a:gd name="T29" fmla="*/ 40 h 93"/>
                <a:gd name="T30" fmla="*/ 64 w 87"/>
                <a:gd name="T31" fmla="*/ 40 h 93"/>
                <a:gd name="T32" fmla="*/ 64 w 87"/>
                <a:gd name="T33" fmla="*/ 46 h 93"/>
                <a:gd name="T34" fmla="*/ 23 w 87"/>
                <a:gd name="T35" fmla="*/ 46 h 93"/>
                <a:gd name="T36" fmla="*/ 23 w 87"/>
                <a:gd name="T37" fmla="*/ 40 h 93"/>
                <a:gd name="T38" fmla="*/ 23 w 87"/>
                <a:gd name="T39" fmla="*/ 52 h 93"/>
                <a:gd name="T40" fmla="*/ 64 w 87"/>
                <a:gd name="T41" fmla="*/ 52 h 93"/>
                <a:gd name="T42" fmla="*/ 64 w 87"/>
                <a:gd name="T43" fmla="*/ 58 h 93"/>
                <a:gd name="T44" fmla="*/ 23 w 87"/>
                <a:gd name="T45" fmla="*/ 58 h 93"/>
                <a:gd name="T46" fmla="*/ 23 w 87"/>
                <a:gd name="T47" fmla="*/ 52 h 93"/>
                <a:gd name="T48" fmla="*/ 23 w 87"/>
                <a:gd name="T49" fmla="*/ 64 h 93"/>
                <a:gd name="T50" fmla="*/ 64 w 87"/>
                <a:gd name="T51" fmla="*/ 64 h 93"/>
                <a:gd name="T52" fmla="*/ 64 w 87"/>
                <a:gd name="T53" fmla="*/ 69 h 93"/>
                <a:gd name="T54" fmla="*/ 23 w 87"/>
                <a:gd name="T55" fmla="*/ 69 h 93"/>
                <a:gd name="T56" fmla="*/ 23 w 87"/>
                <a:gd name="T57" fmla="*/ 64 h 93"/>
                <a:gd name="T58" fmla="*/ 23 w 87"/>
                <a:gd name="T59" fmla="*/ 29 h 93"/>
                <a:gd name="T60" fmla="*/ 64 w 87"/>
                <a:gd name="T61" fmla="*/ 29 h 93"/>
                <a:gd name="T62" fmla="*/ 64 w 87"/>
                <a:gd name="T63" fmla="*/ 35 h 93"/>
                <a:gd name="T64" fmla="*/ 23 w 87"/>
                <a:gd name="T65" fmla="*/ 35 h 93"/>
                <a:gd name="T66" fmla="*/ 23 w 87"/>
                <a:gd name="T67" fmla="*/ 2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7" h="93">
                  <a:moveTo>
                    <a:pt x="7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9"/>
                    <a:pt x="4" y="93"/>
                    <a:pt x="9" y="93"/>
                  </a:cubicBezTo>
                  <a:cubicBezTo>
                    <a:pt x="78" y="93"/>
                    <a:pt x="78" y="93"/>
                    <a:pt x="78" y="93"/>
                  </a:cubicBezTo>
                  <a:cubicBezTo>
                    <a:pt x="83" y="93"/>
                    <a:pt x="87" y="89"/>
                    <a:pt x="87" y="84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4"/>
                    <a:pt x="83" y="0"/>
                    <a:pt x="78" y="0"/>
                  </a:cubicBezTo>
                  <a:close/>
                  <a:moveTo>
                    <a:pt x="75" y="81"/>
                  </a:moveTo>
                  <a:cubicBezTo>
                    <a:pt x="12" y="81"/>
                    <a:pt x="12" y="81"/>
                    <a:pt x="12" y="8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75" y="11"/>
                    <a:pt x="75" y="11"/>
                    <a:pt x="75" y="11"/>
                  </a:cubicBezTo>
                  <a:lnTo>
                    <a:pt x="75" y="81"/>
                  </a:lnTo>
                  <a:close/>
                  <a:moveTo>
                    <a:pt x="23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23" y="46"/>
                    <a:pt x="23" y="46"/>
                    <a:pt x="23" y="46"/>
                  </a:cubicBezTo>
                  <a:lnTo>
                    <a:pt x="23" y="40"/>
                  </a:lnTo>
                  <a:close/>
                  <a:moveTo>
                    <a:pt x="23" y="52"/>
                  </a:moveTo>
                  <a:cubicBezTo>
                    <a:pt x="64" y="52"/>
                    <a:pt x="64" y="52"/>
                    <a:pt x="64" y="52"/>
                  </a:cubicBezTo>
                  <a:cubicBezTo>
                    <a:pt x="64" y="58"/>
                    <a:pt x="64" y="58"/>
                    <a:pt x="64" y="58"/>
                  </a:cubicBezTo>
                  <a:cubicBezTo>
                    <a:pt x="23" y="58"/>
                    <a:pt x="23" y="58"/>
                    <a:pt x="23" y="58"/>
                  </a:cubicBezTo>
                  <a:lnTo>
                    <a:pt x="23" y="52"/>
                  </a:lnTo>
                  <a:close/>
                  <a:moveTo>
                    <a:pt x="23" y="64"/>
                  </a:moveTo>
                  <a:cubicBezTo>
                    <a:pt x="64" y="64"/>
                    <a:pt x="64" y="64"/>
                    <a:pt x="64" y="64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23" y="69"/>
                    <a:pt x="23" y="69"/>
                    <a:pt x="23" y="69"/>
                  </a:cubicBezTo>
                  <a:lnTo>
                    <a:pt x="23" y="64"/>
                  </a:lnTo>
                  <a:close/>
                  <a:moveTo>
                    <a:pt x="23" y="29"/>
                  </a:moveTo>
                  <a:cubicBezTo>
                    <a:pt x="64" y="29"/>
                    <a:pt x="64" y="29"/>
                    <a:pt x="64" y="29"/>
                  </a:cubicBezTo>
                  <a:cubicBezTo>
                    <a:pt x="64" y="35"/>
                    <a:pt x="64" y="35"/>
                    <a:pt x="64" y="35"/>
                  </a:cubicBezTo>
                  <a:cubicBezTo>
                    <a:pt x="23" y="35"/>
                    <a:pt x="23" y="35"/>
                    <a:pt x="23" y="35"/>
                  </a:cubicBezTo>
                  <a:lnTo>
                    <a:pt x="2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2" name="Freeform 34"/>
            <p:cNvSpPr>
              <a:spLocks noEditPoints="1"/>
            </p:cNvSpPr>
            <p:nvPr/>
          </p:nvSpPr>
          <p:spPr bwMode="auto">
            <a:xfrm>
              <a:off x="4307" y="1806"/>
              <a:ext cx="101" cy="76"/>
            </a:xfrm>
            <a:custGeom>
              <a:avLst/>
              <a:gdLst>
                <a:gd name="T0" fmla="*/ 0 w 101"/>
                <a:gd name="T1" fmla="*/ 0 h 76"/>
                <a:gd name="T2" fmla="*/ 0 w 101"/>
                <a:gd name="T3" fmla="*/ 76 h 76"/>
                <a:gd name="T4" fmla="*/ 101 w 101"/>
                <a:gd name="T5" fmla="*/ 76 h 76"/>
                <a:gd name="T6" fmla="*/ 101 w 101"/>
                <a:gd name="T7" fmla="*/ 0 h 76"/>
                <a:gd name="T8" fmla="*/ 0 w 101"/>
                <a:gd name="T9" fmla="*/ 0 h 76"/>
                <a:gd name="T10" fmla="*/ 19 w 101"/>
                <a:gd name="T11" fmla="*/ 70 h 76"/>
                <a:gd name="T12" fmla="*/ 6 w 101"/>
                <a:gd name="T13" fmla="*/ 70 h 76"/>
                <a:gd name="T14" fmla="*/ 6 w 101"/>
                <a:gd name="T15" fmla="*/ 57 h 76"/>
                <a:gd name="T16" fmla="*/ 19 w 101"/>
                <a:gd name="T17" fmla="*/ 57 h 76"/>
                <a:gd name="T18" fmla="*/ 19 w 101"/>
                <a:gd name="T19" fmla="*/ 70 h 76"/>
                <a:gd name="T20" fmla="*/ 19 w 101"/>
                <a:gd name="T21" fmla="*/ 44 h 76"/>
                <a:gd name="T22" fmla="*/ 6 w 101"/>
                <a:gd name="T23" fmla="*/ 44 h 76"/>
                <a:gd name="T24" fmla="*/ 6 w 101"/>
                <a:gd name="T25" fmla="*/ 32 h 76"/>
                <a:gd name="T26" fmla="*/ 19 w 101"/>
                <a:gd name="T27" fmla="*/ 32 h 76"/>
                <a:gd name="T28" fmla="*/ 19 w 101"/>
                <a:gd name="T29" fmla="*/ 44 h 76"/>
                <a:gd name="T30" fmla="*/ 19 w 101"/>
                <a:gd name="T31" fmla="*/ 20 h 76"/>
                <a:gd name="T32" fmla="*/ 6 w 101"/>
                <a:gd name="T33" fmla="*/ 20 h 76"/>
                <a:gd name="T34" fmla="*/ 6 w 101"/>
                <a:gd name="T35" fmla="*/ 6 h 76"/>
                <a:gd name="T36" fmla="*/ 19 w 101"/>
                <a:gd name="T37" fmla="*/ 6 h 76"/>
                <a:gd name="T38" fmla="*/ 19 w 101"/>
                <a:gd name="T39" fmla="*/ 20 h 76"/>
                <a:gd name="T40" fmla="*/ 76 w 101"/>
                <a:gd name="T41" fmla="*/ 70 h 76"/>
                <a:gd name="T42" fmla="*/ 26 w 101"/>
                <a:gd name="T43" fmla="*/ 70 h 76"/>
                <a:gd name="T44" fmla="*/ 26 w 101"/>
                <a:gd name="T45" fmla="*/ 6 h 76"/>
                <a:gd name="T46" fmla="*/ 76 w 101"/>
                <a:gd name="T47" fmla="*/ 6 h 76"/>
                <a:gd name="T48" fmla="*/ 76 w 101"/>
                <a:gd name="T49" fmla="*/ 70 h 76"/>
                <a:gd name="T50" fmla="*/ 95 w 101"/>
                <a:gd name="T51" fmla="*/ 70 h 76"/>
                <a:gd name="T52" fmla="*/ 83 w 101"/>
                <a:gd name="T53" fmla="*/ 70 h 76"/>
                <a:gd name="T54" fmla="*/ 83 w 101"/>
                <a:gd name="T55" fmla="*/ 57 h 76"/>
                <a:gd name="T56" fmla="*/ 95 w 101"/>
                <a:gd name="T57" fmla="*/ 57 h 76"/>
                <a:gd name="T58" fmla="*/ 95 w 101"/>
                <a:gd name="T59" fmla="*/ 70 h 76"/>
                <a:gd name="T60" fmla="*/ 95 w 101"/>
                <a:gd name="T61" fmla="*/ 44 h 76"/>
                <a:gd name="T62" fmla="*/ 83 w 101"/>
                <a:gd name="T63" fmla="*/ 44 h 76"/>
                <a:gd name="T64" fmla="*/ 83 w 101"/>
                <a:gd name="T65" fmla="*/ 32 h 76"/>
                <a:gd name="T66" fmla="*/ 95 w 101"/>
                <a:gd name="T67" fmla="*/ 32 h 76"/>
                <a:gd name="T68" fmla="*/ 95 w 101"/>
                <a:gd name="T69" fmla="*/ 44 h 76"/>
                <a:gd name="T70" fmla="*/ 95 w 101"/>
                <a:gd name="T71" fmla="*/ 20 h 76"/>
                <a:gd name="T72" fmla="*/ 83 w 101"/>
                <a:gd name="T73" fmla="*/ 20 h 76"/>
                <a:gd name="T74" fmla="*/ 83 w 101"/>
                <a:gd name="T75" fmla="*/ 6 h 76"/>
                <a:gd name="T76" fmla="*/ 95 w 101"/>
                <a:gd name="T77" fmla="*/ 6 h 76"/>
                <a:gd name="T78" fmla="*/ 95 w 101"/>
                <a:gd name="T79" fmla="*/ 20 h 76"/>
                <a:gd name="T80" fmla="*/ 38 w 101"/>
                <a:gd name="T81" fmla="*/ 20 h 76"/>
                <a:gd name="T82" fmla="*/ 38 w 101"/>
                <a:gd name="T83" fmla="*/ 57 h 76"/>
                <a:gd name="T84" fmla="*/ 63 w 101"/>
                <a:gd name="T85" fmla="*/ 38 h 76"/>
                <a:gd name="T86" fmla="*/ 38 w 101"/>
                <a:gd name="T87" fmla="*/ 2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1" h="76">
                  <a:moveTo>
                    <a:pt x="0" y="0"/>
                  </a:moveTo>
                  <a:lnTo>
                    <a:pt x="0" y="76"/>
                  </a:lnTo>
                  <a:lnTo>
                    <a:pt x="101" y="76"/>
                  </a:lnTo>
                  <a:lnTo>
                    <a:pt x="101" y="0"/>
                  </a:lnTo>
                  <a:lnTo>
                    <a:pt x="0" y="0"/>
                  </a:lnTo>
                  <a:close/>
                  <a:moveTo>
                    <a:pt x="19" y="70"/>
                  </a:moveTo>
                  <a:lnTo>
                    <a:pt x="6" y="70"/>
                  </a:lnTo>
                  <a:lnTo>
                    <a:pt x="6" y="57"/>
                  </a:lnTo>
                  <a:lnTo>
                    <a:pt x="19" y="57"/>
                  </a:lnTo>
                  <a:lnTo>
                    <a:pt x="19" y="70"/>
                  </a:lnTo>
                  <a:close/>
                  <a:moveTo>
                    <a:pt x="19" y="44"/>
                  </a:moveTo>
                  <a:lnTo>
                    <a:pt x="6" y="44"/>
                  </a:lnTo>
                  <a:lnTo>
                    <a:pt x="6" y="32"/>
                  </a:lnTo>
                  <a:lnTo>
                    <a:pt x="19" y="32"/>
                  </a:lnTo>
                  <a:lnTo>
                    <a:pt x="19" y="44"/>
                  </a:lnTo>
                  <a:close/>
                  <a:moveTo>
                    <a:pt x="19" y="20"/>
                  </a:moveTo>
                  <a:lnTo>
                    <a:pt x="6" y="20"/>
                  </a:lnTo>
                  <a:lnTo>
                    <a:pt x="6" y="6"/>
                  </a:lnTo>
                  <a:lnTo>
                    <a:pt x="19" y="6"/>
                  </a:lnTo>
                  <a:lnTo>
                    <a:pt x="19" y="20"/>
                  </a:lnTo>
                  <a:close/>
                  <a:moveTo>
                    <a:pt x="76" y="70"/>
                  </a:moveTo>
                  <a:lnTo>
                    <a:pt x="26" y="70"/>
                  </a:lnTo>
                  <a:lnTo>
                    <a:pt x="26" y="6"/>
                  </a:lnTo>
                  <a:lnTo>
                    <a:pt x="76" y="6"/>
                  </a:lnTo>
                  <a:lnTo>
                    <a:pt x="76" y="70"/>
                  </a:lnTo>
                  <a:close/>
                  <a:moveTo>
                    <a:pt x="95" y="70"/>
                  </a:moveTo>
                  <a:lnTo>
                    <a:pt x="83" y="70"/>
                  </a:lnTo>
                  <a:lnTo>
                    <a:pt x="83" y="57"/>
                  </a:lnTo>
                  <a:lnTo>
                    <a:pt x="95" y="57"/>
                  </a:lnTo>
                  <a:lnTo>
                    <a:pt x="95" y="70"/>
                  </a:lnTo>
                  <a:close/>
                  <a:moveTo>
                    <a:pt x="95" y="44"/>
                  </a:moveTo>
                  <a:lnTo>
                    <a:pt x="83" y="44"/>
                  </a:lnTo>
                  <a:lnTo>
                    <a:pt x="83" y="32"/>
                  </a:lnTo>
                  <a:lnTo>
                    <a:pt x="95" y="32"/>
                  </a:lnTo>
                  <a:lnTo>
                    <a:pt x="95" y="44"/>
                  </a:lnTo>
                  <a:close/>
                  <a:moveTo>
                    <a:pt x="95" y="20"/>
                  </a:moveTo>
                  <a:lnTo>
                    <a:pt x="83" y="20"/>
                  </a:lnTo>
                  <a:lnTo>
                    <a:pt x="83" y="6"/>
                  </a:lnTo>
                  <a:lnTo>
                    <a:pt x="95" y="6"/>
                  </a:lnTo>
                  <a:lnTo>
                    <a:pt x="95" y="20"/>
                  </a:lnTo>
                  <a:close/>
                  <a:moveTo>
                    <a:pt x="38" y="20"/>
                  </a:moveTo>
                  <a:lnTo>
                    <a:pt x="38" y="57"/>
                  </a:lnTo>
                  <a:lnTo>
                    <a:pt x="63" y="38"/>
                  </a:lnTo>
                  <a:lnTo>
                    <a:pt x="3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3" name="Freeform 35"/>
            <p:cNvSpPr>
              <a:spLocks noEditPoints="1"/>
            </p:cNvSpPr>
            <p:nvPr/>
          </p:nvSpPr>
          <p:spPr bwMode="auto">
            <a:xfrm>
              <a:off x="4423" y="1784"/>
              <a:ext cx="60" cy="57"/>
            </a:xfrm>
            <a:custGeom>
              <a:avLst/>
              <a:gdLst>
                <a:gd name="T0" fmla="*/ 60 w 60"/>
                <a:gd name="T1" fmla="*/ 21 h 57"/>
                <a:gd name="T2" fmla="*/ 39 w 60"/>
                <a:gd name="T3" fmla="*/ 18 h 57"/>
                <a:gd name="T4" fmla="*/ 30 w 60"/>
                <a:gd name="T5" fmla="*/ 0 h 57"/>
                <a:gd name="T6" fmla="*/ 21 w 60"/>
                <a:gd name="T7" fmla="*/ 18 h 57"/>
                <a:gd name="T8" fmla="*/ 0 w 60"/>
                <a:gd name="T9" fmla="*/ 21 h 57"/>
                <a:gd name="T10" fmla="*/ 14 w 60"/>
                <a:gd name="T11" fmla="*/ 36 h 57"/>
                <a:gd name="T12" fmla="*/ 11 w 60"/>
                <a:gd name="T13" fmla="*/ 57 h 57"/>
                <a:gd name="T14" fmla="*/ 30 w 60"/>
                <a:gd name="T15" fmla="*/ 47 h 57"/>
                <a:gd name="T16" fmla="*/ 49 w 60"/>
                <a:gd name="T17" fmla="*/ 57 h 57"/>
                <a:gd name="T18" fmla="*/ 45 w 60"/>
                <a:gd name="T19" fmla="*/ 36 h 57"/>
                <a:gd name="T20" fmla="*/ 60 w 60"/>
                <a:gd name="T21" fmla="*/ 21 h 57"/>
                <a:gd name="T22" fmla="*/ 30 w 60"/>
                <a:gd name="T23" fmla="*/ 42 h 57"/>
                <a:gd name="T24" fmla="*/ 17 w 60"/>
                <a:gd name="T25" fmla="*/ 49 h 57"/>
                <a:gd name="T26" fmla="*/ 19 w 60"/>
                <a:gd name="T27" fmla="*/ 34 h 57"/>
                <a:gd name="T28" fmla="*/ 8 w 60"/>
                <a:gd name="T29" fmla="*/ 25 h 57"/>
                <a:gd name="T30" fmla="*/ 23 w 60"/>
                <a:gd name="T31" fmla="*/ 22 h 57"/>
                <a:gd name="T32" fmla="*/ 30 w 60"/>
                <a:gd name="T33" fmla="*/ 9 h 57"/>
                <a:gd name="T34" fmla="*/ 37 w 60"/>
                <a:gd name="T35" fmla="*/ 22 h 57"/>
                <a:gd name="T36" fmla="*/ 51 w 60"/>
                <a:gd name="T37" fmla="*/ 25 h 57"/>
                <a:gd name="T38" fmla="*/ 40 w 60"/>
                <a:gd name="T39" fmla="*/ 34 h 57"/>
                <a:gd name="T40" fmla="*/ 43 w 60"/>
                <a:gd name="T41" fmla="*/ 49 h 57"/>
                <a:gd name="T42" fmla="*/ 30 w 60"/>
                <a:gd name="T43" fmla="*/ 4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" h="57">
                  <a:moveTo>
                    <a:pt x="60" y="21"/>
                  </a:moveTo>
                  <a:lnTo>
                    <a:pt x="39" y="18"/>
                  </a:lnTo>
                  <a:lnTo>
                    <a:pt x="30" y="0"/>
                  </a:lnTo>
                  <a:lnTo>
                    <a:pt x="21" y="18"/>
                  </a:lnTo>
                  <a:lnTo>
                    <a:pt x="0" y="21"/>
                  </a:lnTo>
                  <a:lnTo>
                    <a:pt x="14" y="36"/>
                  </a:lnTo>
                  <a:lnTo>
                    <a:pt x="11" y="57"/>
                  </a:lnTo>
                  <a:lnTo>
                    <a:pt x="30" y="47"/>
                  </a:lnTo>
                  <a:lnTo>
                    <a:pt x="49" y="57"/>
                  </a:lnTo>
                  <a:lnTo>
                    <a:pt x="45" y="36"/>
                  </a:lnTo>
                  <a:lnTo>
                    <a:pt x="60" y="21"/>
                  </a:lnTo>
                  <a:close/>
                  <a:moveTo>
                    <a:pt x="30" y="42"/>
                  </a:moveTo>
                  <a:lnTo>
                    <a:pt x="17" y="49"/>
                  </a:lnTo>
                  <a:lnTo>
                    <a:pt x="19" y="34"/>
                  </a:lnTo>
                  <a:lnTo>
                    <a:pt x="8" y="25"/>
                  </a:lnTo>
                  <a:lnTo>
                    <a:pt x="23" y="22"/>
                  </a:lnTo>
                  <a:lnTo>
                    <a:pt x="30" y="9"/>
                  </a:lnTo>
                  <a:lnTo>
                    <a:pt x="37" y="22"/>
                  </a:lnTo>
                  <a:lnTo>
                    <a:pt x="51" y="25"/>
                  </a:lnTo>
                  <a:lnTo>
                    <a:pt x="40" y="34"/>
                  </a:lnTo>
                  <a:lnTo>
                    <a:pt x="43" y="49"/>
                  </a:lnTo>
                  <a:lnTo>
                    <a:pt x="3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4" name="Freeform 36"/>
            <p:cNvSpPr>
              <a:spLocks noEditPoints="1"/>
            </p:cNvSpPr>
            <p:nvPr/>
          </p:nvSpPr>
          <p:spPr bwMode="auto">
            <a:xfrm>
              <a:off x="4225" y="1207"/>
              <a:ext cx="74" cy="79"/>
            </a:xfrm>
            <a:custGeom>
              <a:avLst/>
              <a:gdLst>
                <a:gd name="T0" fmla="*/ 48 w 60"/>
                <a:gd name="T1" fmla="*/ 11 h 65"/>
                <a:gd name="T2" fmla="*/ 60 w 60"/>
                <a:gd name="T3" fmla="*/ 7 h 65"/>
                <a:gd name="T4" fmla="*/ 60 w 60"/>
                <a:gd name="T5" fmla="*/ 45 h 65"/>
                <a:gd name="T6" fmla="*/ 48 w 60"/>
                <a:gd name="T7" fmla="*/ 49 h 65"/>
                <a:gd name="T8" fmla="*/ 36 w 60"/>
                <a:gd name="T9" fmla="*/ 46 h 65"/>
                <a:gd name="T10" fmla="*/ 24 w 60"/>
                <a:gd name="T11" fmla="*/ 42 h 65"/>
                <a:gd name="T12" fmla="*/ 12 w 60"/>
                <a:gd name="T13" fmla="*/ 47 h 65"/>
                <a:gd name="T14" fmla="*/ 12 w 60"/>
                <a:gd name="T15" fmla="*/ 9 h 65"/>
                <a:gd name="T16" fmla="*/ 24 w 60"/>
                <a:gd name="T17" fmla="*/ 5 h 65"/>
                <a:gd name="T18" fmla="*/ 36 w 60"/>
                <a:gd name="T19" fmla="*/ 8 h 65"/>
                <a:gd name="T20" fmla="*/ 48 w 60"/>
                <a:gd name="T21" fmla="*/ 11 h 65"/>
                <a:gd name="T22" fmla="*/ 4 w 60"/>
                <a:gd name="T23" fmla="*/ 0 h 65"/>
                <a:gd name="T24" fmla="*/ 8 w 60"/>
                <a:gd name="T25" fmla="*/ 5 h 65"/>
                <a:gd name="T26" fmla="*/ 8 w 60"/>
                <a:gd name="T27" fmla="*/ 65 h 65"/>
                <a:gd name="T28" fmla="*/ 0 w 60"/>
                <a:gd name="T29" fmla="*/ 65 h 65"/>
                <a:gd name="T30" fmla="*/ 0 w 60"/>
                <a:gd name="T31" fmla="*/ 5 h 65"/>
                <a:gd name="T32" fmla="*/ 4 w 60"/>
                <a:gd name="T3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0" h="65">
                  <a:moveTo>
                    <a:pt x="48" y="11"/>
                  </a:moveTo>
                  <a:cubicBezTo>
                    <a:pt x="53" y="11"/>
                    <a:pt x="58" y="9"/>
                    <a:pt x="60" y="7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8" y="47"/>
                    <a:pt x="53" y="49"/>
                    <a:pt x="48" y="49"/>
                  </a:cubicBezTo>
                  <a:cubicBezTo>
                    <a:pt x="43" y="49"/>
                    <a:pt x="39" y="48"/>
                    <a:pt x="36" y="46"/>
                  </a:cubicBezTo>
                  <a:cubicBezTo>
                    <a:pt x="33" y="44"/>
                    <a:pt x="29" y="42"/>
                    <a:pt x="24" y="42"/>
                  </a:cubicBezTo>
                  <a:cubicBezTo>
                    <a:pt x="19" y="42"/>
                    <a:pt x="15" y="45"/>
                    <a:pt x="12" y="47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5" y="7"/>
                    <a:pt x="19" y="5"/>
                    <a:pt x="24" y="5"/>
                  </a:cubicBezTo>
                  <a:cubicBezTo>
                    <a:pt x="29" y="5"/>
                    <a:pt x="33" y="6"/>
                    <a:pt x="36" y="8"/>
                  </a:cubicBezTo>
                  <a:cubicBezTo>
                    <a:pt x="39" y="10"/>
                    <a:pt x="43" y="11"/>
                    <a:pt x="48" y="11"/>
                  </a:cubicBezTo>
                  <a:close/>
                  <a:moveTo>
                    <a:pt x="4" y="0"/>
                  </a:moveTo>
                  <a:cubicBezTo>
                    <a:pt x="6" y="0"/>
                    <a:pt x="8" y="2"/>
                    <a:pt x="8" y="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1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5" name="Freeform 37"/>
            <p:cNvSpPr>
              <a:spLocks noEditPoints="1"/>
            </p:cNvSpPr>
            <p:nvPr/>
          </p:nvSpPr>
          <p:spPr bwMode="auto">
            <a:xfrm>
              <a:off x="4132" y="1168"/>
              <a:ext cx="78" cy="80"/>
            </a:xfrm>
            <a:custGeom>
              <a:avLst/>
              <a:gdLst>
                <a:gd name="T0" fmla="*/ 54 w 64"/>
                <a:gd name="T1" fmla="*/ 0 h 65"/>
                <a:gd name="T2" fmla="*/ 44 w 64"/>
                <a:gd name="T3" fmla="*/ 10 h 65"/>
                <a:gd name="T4" fmla="*/ 44 w 64"/>
                <a:gd name="T5" fmla="*/ 41 h 65"/>
                <a:gd name="T6" fmla="*/ 52 w 64"/>
                <a:gd name="T7" fmla="*/ 41 h 65"/>
                <a:gd name="T8" fmla="*/ 52 w 64"/>
                <a:gd name="T9" fmla="*/ 65 h 65"/>
                <a:gd name="T10" fmla="*/ 64 w 64"/>
                <a:gd name="T11" fmla="*/ 65 h 65"/>
                <a:gd name="T12" fmla="*/ 64 w 64"/>
                <a:gd name="T13" fmla="*/ 10 h 65"/>
                <a:gd name="T14" fmla="*/ 54 w 64"/>
                <a:gd name="T15" fmla="*/ 0 h 65"/>
                <a:gd name="T16" fmla="*/ 26 w 64"/>
                <a:gd name="T17" fmla="*/ 0 h 65"/>
                <a:gd name="T18" fmla="*/ 24 w 64"/>
                <a:gd name="T19" fmla="*/ 2 h 65"/>
                <a:gd name="T20" fmla="*/ 24 w 64"/>
                <a:gd name="T21" fmla="*/ 16 h 65"/>
                <a:gd name="T22" fmla="*/ 22 w 64"/>
                <a:gd name="T23" fmla="*/ 17 h 65"/>
                <a:gd name="T24" fmla="*/ 20 w 64"/>
                <a:gd name="T25" fmla="*/ 16 h 65"/>
                <a:gd name="T26" fmla="*/ 20 w 64"/>
                <a:gd name="T27" fmla="*/ 2 h 65"/>
                <a:gd name="T28" fmla="*/ 18 w 64"/>
                <a:gd name="T29" fmla="*/ 0 h 65"/>
                <a:gd name="T30" fmla="*/ 16 w 64"/>
                <a:gd name="T31" fmla="*/ 2 h 65"/>
                <a:gd name="T32" fmla="*/ 16 w 64"/>
                <a:gd name="T33" fmla="*/ 16 h 65"/>
                <a:gd name="T34" fmla="*/ 14 w 64"/>
                <a:gd name="T35" fmla="*/ 17 h 65"/>
                <a:gd name="T36" fmla="*/ 12 w 64"/>
                <a:gd name="T37" fmla="*/ 16 h 65"/>
                <a:gd name="T38" fmla="*/ 12 w 64"/>
                <a:gd name="T39" fmla="*/ 2 h 65"/>
                <a:gd name="T40" fmla="*/ 10 w 64"/>
                <a:gd name="T41" fmla="*/ 0 h 65"/>
                <a:gd name="T42" fmla="*/ 8 w 64"/>
                <a:gd name="T43" fmla="*/ 2 h 65"/>
                <a:gd name="T44" fmla="*/ 8 w 64"/>
                <a:gd name="T45" fmla="*/ 16 h 65"/>
                <a:gd name="T46" fmla="*/ 6 w 64"/>
                <a:gd name="T47" fmla="*/ 17 h 65"/>
                <a:gd name="T48" fmla="*/ 4 w 64"/>
                <a:gd name="T49" fmla="*/ 16 h 65"/>
                <a:gd name="T50" fmla="*/ 4 w 64"/>
                <a:gd name="T51" fmla="*/ 2 h 65"/>
                <a:gd name="T52" fmla="*/ 2 w 64"/>
                <a:gd name="T53" fmla="*/ 0 h 65"/>
                <a:gd name="T54" fmla="*/ 0 w 64"/>
                <a:gd name="T55" fmla="*/ 2 h 65"/>
                <a:gd name="T56" fmla="*/ 0 w 64"/>
                <a:gd name="T57" fmla="*/ 16 h 65"/>
                <a:gd name="T58" fmla="*/ 0 w 64"/>
                <a:gd name="T59" fmla="*/ 21 h 65"/>
                <a:gd name="T60" fmla="*/ 3 w 64"/>
                <a:gd name="T61" fmla="*/ 25 h 65"/>
                <a:gd name="T62" fmla="*/ 8 w 64"/>
                <a:gd name="T63" fmla="*/ 33 h 65"/>
                <a:gd name="T64" fmla="*/ 8 w 64"/>
                <a:gd name="T65" fmla="*/ 65 h 65"/>
                <a:gd name="T66" fmla="*/ 20 w 64"/>
                <a:gd name="T67" fmla="*/ 65 h 65"/>
                <a:gd name="T68" fmla="*/ 20 w 64"/>
                <a:gd name="T69" fmla="*/ 33 h 65"/>
                <a:gd name="T70" fmla="*/ 25 w 64"/>
                <a:gd name="T71" fmla="*/ 25 h 65"/>
                <a:gd name="T72" fmla="*/ 28 w 64"/>
                <a:gd name="T73" fmla="*/ 21 h 65"/>
                <a:gd name="T74" fmla="*/ 28 w 64"/>
                <a:gd name="T75" fmla="*/ 16 h 65"/>
                <a:gd name="T76" fmla="*/ 28 w 64"/>
                <a:gd name="T77" fmla="*/ 2 h 65"/>
                <a:gd name="T78" fmla="*/ 26 w 64"/>
                <a:gd name="T7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4" h="65">
                  <a:moveTo>
                    <a:pt x="54" y="0"/>
                  </a:moveTo>
                  <a:cubicBezTo>
                    <a:pt x="49" y="0"/>
                    <a:pt x="44" y="5"/>
                    <a:pt x="44" y="10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65"/>
                    <a:pt x="52" y="65"/>
                    <a:pt x="52" y="65"/>
                  </a:cubicBezTo>
                  <a:cubicBezTo>
                    <a:pt x="64" y="65"/>
                    <a:pt x="64" y="65"/>
                    <a:pt x="64" y="65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4" y="5"/>
                    <a:pt x="60" y="0"/>
                    <a:pt x="54" y="0"/>
                  </a:cubicBezTo>
                  <a:close/>
                  <a:moveTo>
                    <a:pt x="26" y="0"/>
                  </a:moveTo>
                  <a:cubicBezTo>
                    <a:pt x="25" y="0"/>
                    <a:pt x="24" y="1"/>
                    <a:pt x="24" y="2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3" y="17"/>
                    <a:pt x="22" y="17"/>
                  </a:cubicBezTo>
                  <a:cubicBezTo>
                    <a:pt x="21" y="17"/>
                    <a:pt x="20" y="17"/>
                    <a:pt x="20" y="16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19" y="0"/>
                    <a:pt x="18" y="0"/>
                  </a:cubicBezTo>
                  <a:cubicBezTo>
                    <a:pt x="17" y="0"/>
                    <a:pt x="16" y="1"/>
                    <a:pt x="16" y="2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7"/>
                    <a:pt x="15" y="17"/>
                    <a:pt x="14" y="17"/>
                  </a:cubicBezTo>
                  <a:cubicBezTo>
                    <a:pt x="13" y="17"/>
                    <a:pt x="12" y="17"/>
                    <a:pt x="12" y="16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8" y="1"/>
                    <a:pt x="8" y="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5" y="17"/>
                    <a:pt x="4" y="17"/>
                    <a:pt x="4" y="1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1" y="23"/>
                    <a:pt x="3" y="25"/>
                  </a:cubicBezTo>
                  <a:cubicBezTo>
                    <a:pt x="5" y="26"/>
                    <a:pt x="8" y="28"/>
                    <a:pt x="8" y="33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28"/>
                    <a:pt x="22" y="26"/>
                    <a:pt x="25" y="25"/>
                  </a:cubicBezTo>
                  <a:cubicBezTo>
                    <a:pt x="26" y="23"/>
                    <a:pt x="28" y="22"/>
                    <a:pt x="28" y="21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"/>
                    <a:pt x="27" y="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6" name="Freeform 38"/>
            <p:cNvSpPr>
              <a:spLocks noEditPoints="1"/>
            </p:cNvSpPr>
            <p:nvPr/>
          </p:nvSpPr>
          <p:spPr bwMode="auto">
            <a:xfrm>
              <a:off x="4286" y="1899"/>
              <a:ext cx="91" cy="102"/>
            </a:xfrm>
            <a:custGeom>
              <a:avLst/>
              <a:gdLst>
                <a:gd name="T0" fmla="*/ 58 w 74"/>
                <a:gd name="T1" fmla="*/ 25 h 83"/>
                <a:gd name="T2" fmla="*/ 63 w 74"/>
                <a:gd name="T3" fmla="*/ 22 h 83"/>
                <a:gd name="T4" fmla="*/ 68 w 74"/>
                <a:gd name="T5" fmla="*/ 12 h 83"/>
                <a:gd name="T6" fmla="*/ 65 w 74"/>
                <a:gd name="T7" fmla="*/ 3 h 83"/>
                <a:gd name="T8" fmla="*/ 58 w 74"/>
                <a:gd name="T9" fmla="*/ 0 h 83"/>
                <a:gd name="T10" fmla="*/ 46 w 74"/>
                <a:gd name="T11" fmla="*/ 5 h 83"/>
                <a:gd name="T12" fmla="*/ 36 w 74"/>
                <a:gd name="T13" fmla="*/ 24 h 83"/>
                <a:gd name="T14" fmla="*/ 27 w 74"/>
                <a:gd name="T15" fmla="*/ 6 h 83"/>
                <a:gd name="T16" fmla="*/ 18 w 74"/>
                <a:gd name="T17" fmla="*/ 2 h 83"/>
                <a:gd name="T18" fmla="*/ 11 w 74"/>
                <a:gd name="T19" fmla="*/ 5 h 83"/>
                <a:gd name="T20" fmla="*/ 12 w 74"/>
                <a:gd name="T21" fmla="*/ 21 h 83"/>
                <a:gd name="T22" fmla="*/ 18 w 74"/>
                <a:gd name="T23" fmla="*/ 25 h 83"/>
                <a:gd name="T24" fmla="*/ 0 w 74"/>
                <a:gd name="T25" fmla="*/ 25 h 83"/>
                <a:gd name="T26" fmla="*/ 0 w 74"/>
                <a:gd name="T27" fmla="*/ 46 h 83"/>
                <a:gd name="T28" fmla="*/ 6 w 74"/>
                <a:gd name="T29" fmla="*/ 46 h 83"/>
                <a:gd name="T30" fmla="*/ 6 w 74"/>
                <a:gd name="T31" fmla="*/ 83 h 83"/>
                <a:gd name="T32" fmla="*/ 69 w 74"/>
                <a:gd name="T33" fmla="*/ 83 h 83"/>
                <a:gd name="T34" fmla="*/ 69 w 74"/>
                <a:gd name="T35" fmla="*/ 46 h 83"/>
                <a:gd name="T36" fmla="*/ 74 w 74"/>
                <a:gd name="T37" fmla="*/ 46 h 83"/>
                <a:gd name="T38" fmla="*/ 74 w 74"/>
                <a:gd name="T39" fmla="*/ 25 h 83"/>
                <a:gd name="T40" fmla="*/ 58 w 74"/>
                <a:gd name="T41" fmla="*/ 25 h 83"/>
                <a:gd name="T42" fmla="*/ 50 w 74"/>
                <a:gd name="T43" fmla="*/ 10 h 83"/>
                <a:gd name="T44" fmla="*/ 58 w 74"/>
                <a:gd name="T45" fmla="*/ 6 h 83"/>
                <a:gd name="T46" fmla="*/ 61 w 74"/>
                <a:gd name="T47" fmla="*/ 7 h 83"/>
                <a:gd name="T48" fmla="*/ 59 w 74"/>
                <a:gd name="T49" fmla="*/ 18 h 83"/>
                <a:gd name="T50" fmla="*/ 46 w 74"/>
                <a:gd name="T51" fmla="*/ 25 h 83"/>
                <a:gd name="T52" fmla="*/ 42 w 74"/>
                <a:gd name="T53" fmla="*/ 25 h 83"/>
                <a:gd name="T54" fmla="*/ 50 w 74"/>
                <a:gd name="T55" fmla="*/ 10 h 83"/>
                <a:gd name="T56" fmla="*/ 14 w 74"/>
                <a:gd name="T57" fmla="*/ 12 h 83"/>
                <a:gd name="T58" fmla="*/ 15 w 74"/>
                <a:gd name="T59" fmla="*/ 9 h 83"/>
                <a:gd name="T60" fmla="*/ 18 w 74"/>
                <a:gd name="T61" fmla="*/ 8 h 83"/>
                <a:gd name="T62" fmla="*/ 18 w 74"/>
                <a:gd name="T63" fmla="*/ 8 h 83"/>
                <a:gd name="T64" fmla="*/ 23 w 74"/>
                <a:gd name="T65" fmla="*/ 10 h 83"/>
                <a:gd name="T66" fmla="*/ 30 w 74"/>
                <a:gd name="T67" fmla="*/ 23 h 83"/>
                <a:gd name="T68" fmla="*/ 30 w 74"/>
                <a:gd name="T69" fmla="*/ 24 h 83"/>
                <a:gd name="T70" fmla="*/ 29 w 74"/>
                <a:gd name="T71" fmla="*/ 23 h 83"/>
                <a:gd name="T72" fmla="*/ 17 w 74"/>
                <a:gd name="T73" fmla="*/ 17 h 83"/>
                <a:gd name="T74" fmla="*/ 14 w 74"/>
                <a:gd name="T75" fmla="*/ 12 h 83"/>
                <a:gd name="T76" fmla="*/ 32 w 74"/>
                <a:gd name="T77" fmla="*/ 78 h 83"/>
                <a:gd name="T78" fmla="*/ 11 w 74"/>
                <a:gd name="T79" fmla="*/ 78 h 83"/>
                <a:gd name="T80" fmla="*/ 11 w 74"/>
                <a:gd name="T81" fmla="*/ 44 h 83"/>
                <a:gd name="T82" fmla="*/ 32 w 74"/>
                <a:gd name="T83" fmla="*/ 44 h 83"/>
                <a:gd name="T84" fmla="*/ 32 w 74"/>
                <a:gd name="T85" fmla="*/ 78 h 83"/>
                <a:gd name="T86" fmla="*/ 32 w 74"/>
                <a:gd name="T87" fmla="*/ 41 h 83"/>
                <a:gd name="T88" fmla="*/ 6 w 74"/>
                <a:gd name="T89" fmla="*/ 41 h 83"/>
                <a:gd name="T90" fmla="*/ 6 w 74"/>
                <a:gd name="T91" fmla="*/ 31 h 83"/>
                <a:gd name="T92" fmla="*/ 32 w 74"/>
                <a:gd name="T93" fmla="*/ 31 h 83"/>
                <a:gd name="T94" fmla="*/ 32 w 74"/>
                <a:gd name="T95" fmla="*/ 41 h 83"/>
                <a:gd name="T96" fmla="*/ 63 w 74"/>
                <a:gd name="T97" fmla="*/ 78 h 83"/>
                <a:gd name="T98" fmla="*/ 42 w 74"/>
                <a:gd name="T99" fmla="*/ 78 h 83"/>
                <a:gd name="T100" fmla="*/ 42 w 74"/>
                <a:gd name="T101" fmla="*/ 44 h 83"/>
                <a:gd name="T102" fmla="*/ 63 w 74"/>
                <a:gd name="T103" fmla="*/ 44 h 83"/>
                <a:gd name="T104" fmla="*/ 63 w 74"/>
                <a:gd name="T105" fmla="*/ 78 h 83"/>
                <a:gd name="T106" fmla="*/ 69 w 74"/>
                <a:gd name="T107" fmla="*/ 41 h 83"/>
                <a:gd name="T108" fmla="*/ 42 w 74"/>
                <a:gd name="T109" fmla="*/ 41 h 83"/>
                <a:gd name="T110" fmla="*/ 42 w 74"/>
                <a:gd name="T111" fmla="*/ 31 h 83"/>
                <a:gd name="T112" fmla="*/ 69 w 74"/>
                <a:gd name="T113" fmla="*/ 31 h 83"/>
                <a:gd name="T114" fmla="*/ 69 w 74"/>
                <a:gd name="T115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4" h="83">
                  <a:moveTo>
                    <a:pt x="58" y="25"/>
                  </a:moveTo>
                  <a:cubicBezTo>
                    <a:pt x="60" y="24"/>
                    <a:pt x="61" y="23"/>
                    <a:pt x="63" y="22"/>
                  </a:cubicBezTo>
                  <a:cubicBezTo>
                    <a:pt x="65" y="19"/>
                    <a:pt x="67" y="16"/>
                    <a:pt x="68" y="12"/>
                  </a:cubicBezTo>
                  <a:cubicBezTo>
                    <a:pt x="69" y="9"/>
                    <a:pt x="68" y="5"/>
                    <a:pt x="65" y="3"/>
                  </a:cubicBezTo>
                  <a:cubicBezTo>
                    <a:pt x="63" y="1"/>
                    <a:pt x="61" y="0"/>
                    <a:pt x="58" y="0"/>
                  </a:cubicBezTo>
                  <a:cubicBezTo>
                    <a:pt x="54" y="0"/>
                    <a:pt x="50" y="2"/>
                    <a:pt x="46" y="5"/>
                  </a:cubicBezTo>
                  <a:cubicBezTo>
                    <a:pt x="41" y="11"/>
                    <a:pt x="38" y="18"/>
                    <a:pt x="36" y="24"/>
                  </a:cubicBezTo>
                  <a:cubicBezTo>
                    <a:pt x="35" y="18"/>
                    <a:pt x="32" y="11"/>
                    <a:pt x="27" y="6"/>
                  </a:cubicBezTo>
                  <a:cubicBezTo>
                    <a:pt x="25" y="4"/>
                    <a:pt x="21" y="2"/>
                    <a:pt x="18" y="2"/>
                  </a:cubicBezTo>
                  <a:cubicBezTo>
                    <a:pt x="15" y="2"/>
                    <a:pt x="13" y="3"/>
                    <a:pt x="11" y="5"/>
                  </a:cubicBezTo>
                  <a:cubicBezTo>
                    <a:pt x="7" y="9"/>
                    <a:pt x="8" y="16"/>
                    <a:pt x="12" y="21"/>
                  </a:cubicBezTo>
                  <a:cubicBezTo>
                    <a:pt x="14" y="23"/>
                    <a:pt x="16" y="24"/>
                    <a:pt x="18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9" y="83"/>
                    <a:pt x="69" y="83"/>
                    <a:pt x="69" y="83"/>
                  </a:cubicBezTo>
                  <a:cubicBezTo>
                    <a:pt x="69" y="46"/>
                    <a:pt x="69" y="46"/>
                    <a:pt x="69" y="46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4" y="25"/>
                    <a:pt x="74" y="25"/>
                    <a:pt x="74" y="25"/>
                  </a:cubicBezTo>
                  <a:lnTo>
                    <a:pt x="58" y="25"/>
                  </a:lnTo>
                  <a:close/>
                  <a:moveTo>
                    <a:pt x="50" y="10"/>
                  </a:moveTo>
                  <a:cubicBezTo>
                    <a:pt x="53" y="7"/>
                    <a:pt x="56" y="6"/>
                    <a:pt x="58" y="6"/>
                  </a:cubicBezTo>
                  <a:cubicBezTo>
                    <a:pt x="59" y="6"/>
                    <a:pt x="60" y="6"/>
                    <a:pt x="61" y="7"/>
                  </a:cubicBezTo>
                  <a:cubicBezTo>
                    <a:pt x="63" y="9"/>
                    <a:pt x="62" y="14"/>
                    <a:pt x="59" y="18"/>
                  </a:cubicBezTo>
                  <a:cubicBezTo>
                    <a:pt x="55" y="21"/>
                    <a:pt x="50" y="24"/>
                    <a:pt x="46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3" y="21"/>
                    <a:pt x="46" y="14"/>
                    <a:pt x="50" y="10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0"/>
                    <a:pt x="15" y="9"/>
                  </a:cubicBezTo>
                  <a:cubicBezTo>
                    <a:pt x="16" y="8"/>
                    <a:pt x="17" y="8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0" y="8"/>
                    <a:pt x="22" y="9"/>
                    <a:pt x="23" y="10"/>
                  </a:cubicBezTo>
                  <a:cubicBezTo>
                    <a:pt x="26" y="13"/>
                    <a:pt x="28" y="18"/>
                    <a:pt x="30" y="23"/>
                  </a:cubicBezTo>
                  <a:cubicBezTo>
                    <a:pt x="30" y="23"/>
                    <a:pt x="30" y="23"/>
                    <a:pt x="30" y="24"/>
                  </a:cubicBezTo>
                  <a:cubicBezTo>
                    <a:pt x="30" y="24"/>
                    <a:pt x="29" y="24"/>
                    <a:pt x="29" y="23"/>
                  </a:cubicBezTo>
                  <a:cubicBezTo>
                    <a:pt x="24" y="22"/>
                    <a:pt x="19" y="20"/>
                    <a:pt x="17" y="17"/>
                  </a:cubicBezTo>
                  <a:cubicBezTo>
                    <a:pt x="15" y="16"/>
                    <a:pt x="14" y="14"/>
                    <a:pt x="14" y="12"/>
                  </a:cubicBezTo>
                  <a:close/>
                  <a:moveTo>
                    <a:pt x="32" y="78"/>
                  </a:moveTo>
                  <a:cubicBezTo>
                    <a:pt x="11" y="78"/>
                    <a:pt x="11" y="78"/>
                    <a:pt x="11" y="78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32" y="44"/>
                    <a:pt x="32" y="44"/>
                    <a:pt x="32" y="44"/>
                  </a:cubicBezTo>
                  <a:lnTo>
                    <a:pt x="32" y="78"/>
                  </a:lnTo>
                  <a:close/>
                  <a:moveTo>
                    <a:pt x="32" y="41"/>
                  </a:moveTo>
                  <a:cubicBezTo>
                    <a:pt x="6" y="41"/>
                    <a:pt x="6" y="41"/>
                    <a:pt x="6" y="4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32" y="31"/>
                    <a:pt x="32" y="31"/>
                    <a:pt x="32" y="31"/>
                  </a:cubicBezTo>
                  <a:lnTo>
                    <a:pt x="32" y="41"/>
                  </a:lnTo>
                  <a:close/>
                  <a:moveTo>
                    <a:pt x="63" y="78"/>
                  </a:moveTo>
                  <a:cubicBezTo>
                    <a:pt x="42" y="78"/>
                    <a:pt x="42" y="78"/>
                    <a:pt x="42" y="78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63" y="44"/>
                    <a:pt x="63" y="44"/>
                    <a:pt x="63" y="44"/>
                  </a:cubicBezTo>
                  <a:lnTo>
                    <a:pt x="63" y="78"/>
                  </a:lnTo>
                  <a:close/>
                  <a:moveTo>
                    <a:pt x="69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69" y="31"/>
                    <a:pt x="69" y="31"/>
                    <a:pt x="69" y="31"/>
                  </a:cubicBezTo>
                  <a:lnTo>
                    <a:pt x="69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7" name="Freeform 39"/>
            <p:cNvSpPr>
              <a:spLocks noEditPoints="1"/>
            </p:cNvSpPr>
            <p:nvPr/>
          </p:nvSpPr>
          <p:spPr bwMode="auto">
            <a:xfrm>
              <a:off x="4259" y="2360"/>
              <a:ext cx="95" cy="78"/>
            </a:xfrm>
            <a:custGeom>
              <a:avLst/>
              <a:gdLst>
                <a:gd name="T0" fmla="*/ 1 w 77"/>
                <a:gd name="T1" fmla="*/ 42 h 63"/>
                <a:gd name="T2" fmla="*/ 8 w 77"/>
                <a:gd name="T3" fmla="*/ 55 h 63"/>
                <a:gd name="T4" fmla="*/ 21 w 77"/>
                <a:gd name="T5" fmla="*/ 61 h 63"/>
                <a:gd name="T6" fmla="*/ 38 w 77"/>
                <a:gd name="T7" fmla="*/ 63 h 63"/>
                <a:gd name="T8" fmla="*/ 56 w 77"/>
                <a:gd name="T9" fmla="*/ 61 h 63"/>
                <a:gd name="T10" fmla="*/ 69 w 77"/>
                <a:gd name="T11" fmla="*/ 55 h 63"/>
                <a:gd name="T12" fmla="*/ 76 w 77"/>
                <a:gd name="T13" fmla="*/ 42 h 63"/>
                <a:gd name="T14" fmla="*/ 71 w 77"/>
                <a:gd name="T15" fmla="*/ 16 h 63"/>
                <a:gd name="T16" fmla="*/ 72 w 77"/>
                <a:gd name="T17" fmla="*/ 11 h 63"/>
                <a:gd name="T18" fmla="*/ 70 w 77"/>
                <a:gd name="T19" fmla="*/ 0 h 63"/>
                <a:gd name="T20" fmla="*/ 67 w 77"/>
                <a:gd name="T21" fmla="*/ 0 h 63"/>
                <a:gd name="T22" fmla="*/ 60 w 77"/>
                <a:gd name="T23" fmla="*/ 3 h 63"/>
                <a:gd name="T24" fmla="*/ 38 w 77"/>
                <a:gd name="T25" fmla="*/ 5 h 63"/>
                <a:gd name="T26" fmla="*/ 17 w 77"/>
                <a:gd name="T27" fmla="*/ 3 h 63"/>
                <a:gd name="T28" fmla="*/ 9 w 77"/>
                <a:gd name="T29" fmla="*/ 0 h 63"/>
                <a:gd name="T30" fmla="*/ 7 w 77"/>
                <a:gd name="T31" fmla="*/ 0 h 63"/>
                <a:gd name="T32" fmla="*/ 5 w 77"/>
                <a:gd name="T33" fmla="*/ 11 h 63"/>
                <a:gd name="T34" fmla="*/ 6 w 77"/>
                <a:gd name="T35" fmla="*/ 16 h 63"/>
                <a:gd name="T36" fmla="*/ 9 w 77"/>
                <a:gd name="T37" fmla="*/ 42 h 63"/>
                <a:gd name="T38" fmla="*/ 18 w 77"/>
                <a:gd name="T39" fmla="*/ 30 h 63"/>
                <a:gd name="T40" fmla="*/ 27 w 77"/>
                <a:gd name="T41" fmla="*/ 29 h 63"/>
                <a:gd name="T42" fmla="*/ 38 w 77"/>
                <a:gd name="T43" fmla="*/ 30 h 63"/>
                <a:gd name="T44" fmla="*/ 49 w 77"/>
                <a:gd name="T45" fmla="*/ 29 h 63"/>
                <a:gd name="T46" fmla="*/ 59 w 77"/>
                <a:gd name="T47" fmla="*/ 30 h 63"/>
                <a:gd name="T48" fmla="*/ 67 w 77"/>
                <a:gd name="T49" fmla="*/ 42 h 63"/>
                <a:gd name="T50" fmla="*/ 64 w 77"/>
                <a:gd name="T51" fmla="*/ 52 h 63"/>
                <a:gd name="T52" fmla="*/ 56 w 77"/>
                <a:gd name="T53" fmla="*/ 57 h 63"/>
                <a:gd name="T54" fmla="*/ 45 w 77"/>
                <a:gd name="T55" fmla="*/ 58 h 63"/>
                <a:gd name="T56" fmla="*/ 31 w 77"/>
                <a:gd name="T57" fmla="*/ 58 h 63"/>
                <a:gd name="T58" fmla="*/ 20 w 77"/>
                <a:gd name="T59" fmla="*/ 57 h 63"/>
                <a:gd name="T60" fmla="*/ 12 w 77"/>
                <a:gd name="T61" fmla="*/ 52 h 63"/>
                <a:gd name="T62" fmla="*/ 9 w 77"/>
                <a:gd name="T63" fmla="*/ 42 h 63"/>
                <a:gd name="T64" fmla="*/ 53 w 77"/>
                <a:gd name="T65" fmla="*/ 48 h 63"/>
                <a:gd name="T66" fmla="*/ 53 w 77"/>
                <a:gd name="T67" fmla="*/ 34 h 63"/>
                <a:gd name="T68" fmla="*/ 19 w 77"/>
                <a:gd name="T69" fmla="*/ 41 h 63"/>
                <a:gd name="T70" fmla="*/ 29 w 77"/>
                <a:gd name="T71" fmla="*/ 41 h 63"/>
                <a:gd name="T72" fmla="*/ 19 w 77"/>
                <a:gd name="T73" fmla="*/ 4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7" h="63">
                  <a:moveTo>
                    <a:pt x="0" y="32"/>
                  </a:moveTo>
                  <a:cubicBezTo>
                    <a:pt x="0" y="36"/>
                    <a:pt x="0" y="39"/>
                    <a:pt x="1" y="42"/>
                  </a:cubicBezTo>
                  <a:cubicBezTo>
                    <a:pt x="1" y="45"/>
                    <a:pt x="2" y="47"/>
                    <a:pt x="3" y="49"/>
                  </a:cubicBezTo>
                  <a:cubicBezTo>
                    <a:pt x="5" y="51"/>
                    <a:pt x="6" y="53"/>
                    <a:pt x="8" y="55"/>
                  </a:cubicBezTo>
                  <a:cubicBezTo>
                    <a:pt x="10" y="56"/>
                    <a:pt x="12" y="58"/>
                    <a:pt x="14" y="59"/>
                  </a:cubicBezTo>
                  <a:cubicBezTo>
                    <a:pt x="16" y="60"/>
                    <a:pt x="18" y="60"/>
                    <a:pt x="21" y="61"/>
                  </a:cubicBezTo>
                  <a:cubicBezTo>
                    <a:pt x="23" y="62"/>
                    <a:pt x="26" y="62"/>
                    <a:pt x="29" y="62"/>
                  </a:cubicBezTo>
                  <a:cubicBezTo>
                    <a:pt x="32" y="63"/>
                    <a:pt x="35" y="63"/>
                    <a:pt x="38" y="63"/>
                  </a:cubicBezTo>
                  <a:cubicBezTo>
                    <a:pt x="42" y="63"/>
                    <a:pt x="45" y="63"/>
                    <a:pt x="47" y="62"/>
                  </a:cubicBezTo>
                  <a:cubicBezTo>
                    <a:pt x="50" y="62"/>
                    <a:pt x="53" y="62"/>
                    <a:pt x="56" y="61"/>
                  </a:cubicBezTo>
                  <a:cubicBezTo>
                    <a:pt x="58" y="60"/>
                    <a:pt x="61" y="60"/>
                    <a:pt x="63" y="59"/>
                  </a:cubicBezTo>
                  <a:cubicBezTo>
                    <a:pt x="65" y="58"/>
                    <a:pt x="67" y="56"/>
                    <a:pt x="69" y="55"/>
                  </a:cubicBezTo>
                  <a:cubicBezTo>
                    <a:pt x="71" y="53"/>
                    <a:pt x="72" y="51"/>
                    <a:pt x="73" y="49"/>
                  </a:cubicBezTo>
                  <a:cubicBezTo>
                    <a:pt x="74" y="47"/>
                    <a:pt x="75" y="45"/>
                    <a:pt x="76" y="42"/>
                  </a:cubicBezTo>
                  <a:cubicBezTo>
                    <a:pt x="77" y="39"/>
                    <a:pt x="77" y="36"/>
                    <a:pt x="77" y="32"/>
                  </a:cubicBezTo>
                  <a:cubicBezTo>
                    <a:pt x="77" y="26"/>
                    <a:pt x="75" y="21"/>
                    <a:pt x="71" y="16"/>
                  </a:cubicBezTo>
                  <a:cubicBezTo>
                    <a:pt x="71" y="16"/>
                    <a:pt x="71" y="15"/>
                    <a:pt x="71" y="14"/>
                  </a:cubicBezTo>
                  <a:cubicBezTo>
                    <a:pt x="71" y="13"/>
                    <a:pt x="72" y="12"/>
                    <a:pt x="72" y="11"/>
                  </a:cubicBezTo>
                  <a:cubicBezTo>
                    <a:pt x="72" y="9"/>
                    <a:pt x="72" y="8"/>
                    <a:pt x="72" y="6"/>
                  </a:cubicBezTo>
                  <a:cubicBezTo>
                    <a:pt x="71" y="4"/>
                    <a:pt x="71" y="2"/>
                    <a:pt x="7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0"/>
                    <a:pt x="68" y="0"/>
                    <a:pt x="67" y="0"/>
                  </a:cubicBezTo>
                  <a:cubicBezTo>
                    <a:pt x="67" y="0"/>
                    <a:pt x="65" y="0"/>
                    <a:pt x="64" y="1"/>
                  </a:cubicBezTo>
                  <a:cubicBezTo>
                    <a:pt x="63" y="1"/>
                    <a:pt x="61" y="2"/>
                    <a:pt x="60" y="3"/>
                  </a:cubicBezTo>
                  <a:cubicBezTo>
                    <a:pt x="58" y="4"/>
                    <a:pt x="56" y="5"/>
                    <a:pt x="53" y="6"/>
                  </a:cubicBezTo>
                  <a:cubicBezTo>
                    <a:pt x="50" y="5"/>
                    <a:pt x="45" y="5"/>
                    <a:pt x="38" y="5"/>
                  </a:cubicBezTo>
                  <a:cubicBezTo>
                    <a:pt x="32" y="5"/>
                    <a:pt x="27" y="5"/>
                    <a:pt x="23" y="6"/>
                  </a:cubicBezTo>
                  <a:cubicBezTo>
                    <a:pt x="21" y="5"/>
                    <a:pt x="19" y="4"/>
                    <a:pt x="17" y="3"/>
                  </a:cubicBezTo>
                  <a:cubicBezTo>
                    <a:pt x="15" y="2"/>
                    <a:pt x="14" y="1"/>
                    <a:pt x="12" y="1"/>
                  </a:cubicBezTo>
                  <a:cubicBezTo>
                    <a:pt x="11" y="0"/>
                    <a:pt x="10" y="0"/>
                    <a:pt x="9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2"/>
                    <a:pt x="5" y="4"/>
                    <a:pt x="5" y="6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2"/>
                    <a:pt x="5" y="13"/>
                    <a:pt x="5" y="14"/>
                  </a:cubicBezTo>
                  <a:cubicBezTo>
                    <a:pt x="6" y="15"/>
                    <a:pt x="6" y="16"/>
                    <a:pt x="6" y="16"/>
                  </a:cubicBezTo>
                  <a:cubicBezTo>
                    <a:pt x="2" y="21"/>
                    <a:pt x="0" y="26"/>
                    <a:pt x="0" y="32"/>
                  </a:cubicBezTo>
                  <a:close/>
                  <a:moveTo>
                    <a:pt x="9" y="42"/>
                  </a:moveTo>
                  <a:cubicBezTo>
                    <a:pt x="9" y="38"/>
                    <a:pt x="11" y="35"/>
                    <a:pt x="14" y="32"/>
                  </a:cubicBezTo>
                  <a:cubicBezTo>
                    <a:pt x="15" y="31"/>
                    <a:pt x="16" y="30"/>
                    <a:pt x="18" y="30"/>
                  </a:cubicBezTo>
                  <a:cubicBezTo>
                    <a:pt x="19" y="29"/>
                    <a:pt x="20" y="29"/>
                    <a:pt x="22" y="29"/>
                  </a:cubicBezTo>
                  <a:cubicBezTo>
                    <a:pt x="24" y="29"/>
                    <a:pt x="25" y="29"/>
                    <a:pt x="27" y="29"/>
                  </a:cubicBezTo>
                  <a:cubicBezTo>
                    <a:pt x="28" y="29"/>
                    <a:pt x="30" y="29"/>
                    <a:pt x="32" y="29"/>
                  </a:cubicBezTo>
                  <a:cubicBezTo>
                    <a:pt x="35" y="30"/>
                    <a:pt x="36" y="30"/>
                    <a:pt x="38" y="30"/>
                  </a:cubicBezTo>
                  <a:cubicBezTo>
                    <a:pt x="40" y="30"/>
                    <a:pt x="42" y="30"/>
                    <a:pt x="44" y="29"/>
                  </a:cubicBezTo>
                  <a:cubicBezTo>
                    <a:pt x="46" y="29"/>
                    <a:pt x="48" y="29"/>
                    <a:pt x="49" y="29"/>
                  </a:cubicBezTo>
                  <a:cubicBezTo>
                    <a:pt x="51" y="29"/>
                    <a:pt x="52" y="29"/>
                    <a:pt x="54" y="29"/>
                  </a:cubicBezTo>
                  <a:cubicBezTo>
                    <a:pt x="56" y="29"/>
                    <a:pt x="57" y="29"/>
                    <a:pt x="59" y="30"/>
                  </a:cubicBezTo>
                  <a:cubicBezTo>
                    <a:pt x="60" y="30"/>
                    <a:pt x="61" y="31"/>
                    <a:pt x="62" y="32"/>
                  </a:cubicBezTo>
                  <a:cubicBezTo>
                    <a:pt x="65" y="35"/>
                    <a:pt x="67" y="38"/>
                    <a:pt x="67" y="42"/>
                  </a:cubicBezTo>
                  <a:cubicBezTo>
                    <a:pt x="67" y="44"/>
                    <a:pt x="67" y="46"/>
                    <a:pt x="66" y="48"/>
                  </a:cubicBezTo>
                  <a:cubicBezTo>
                    <a:pt x="66" y="49"/>
                    <a:pt x="65" y="51"/>
                    <a:pt x="64" y="52"/>
                  </a:cubicBezTo>
                  <a:cubicBezTo>
                    <a:pt x="63" y="53"/>
                    <a:pt x="62" y="54"/>
                    <a:pt x="61" y="55"/>
                  </a:cubicBezTo>
                  <a:cubicBezTo>
                    <a:pt x="59" y="55"/>
                    <a:pt x="58" y="56"/>
                    <a:pt x="56" y="57"/>
                  </a:cubicBezTo>
                  <a:cubicBezTo>
                    <a:pt x="55" y="57"/>
                    <a:pt x="53" y="57"/>
                    <a:pt x="51" y="58"/>
                  </a:cubicBezTo>
                  <a:cubicBezTo>
                    <a:pt x="48" y="58"/>
                    <a:pt x="46" y="58"/>
                    <a:pt x="45" y="58"/>
                  </a:cubicBezTo>
                  <a:cubicBezTo>
                    <a:pt x="43" y="58"/>
                    <a:pt x="41" y="58"/>
                    <a:pt x="38" y="58"/>
                  </a:cubicBezTo>
                  <a:cubicBezTo>
                    <a:pt x="35" y="58"/>
                    <a:pt x="33" y="58"/>
                    <a:pt x="31" y="58"/>
                  </a:cubicBezTo>
                  <a:cubicBezTo>
                    <a:pt x="30" y="58"/>
                    <a:pt x="28" y="58"/>
                    <a:pt x="25" y="58"/>
                  </a:cubicBezTo>
                  <a:cubicBezTo>
                    <a:pt x="23" y="57"/>
                    <a:pt x="21" y="57"/>
                    <a:pt x="20" y="57"/>
                  </a:cubicBezTo>
                  <a:cubicBezTo>
                    <a:pt x="19" y="56"/>
                    <a:pt x="17" y="55"/>
                    <a:pt x="16" y="55"/>
                  </a:cubicBezTo>
                  <a:cubicBezTo>
                    <a:pt x="14" y="54"/>
                    <a:pt x="13" y="53"/>
                    <a:pt x="12" y="52"/>
                  </a:cubicBezTo>
                  <a:cubicBezTo>
                    <a:pt x="11" y="51"/>
                    <a:pt x="11" y="49"/>
                    <a:pt x="10" y="48"/>
                  </a:cubicBezTo>
                  <a:cubicBezTo>
                    <a:pt x="9" y="46"/>
                    <a:pt x="9" y="44"/>
                    <a:pt x="9" y="42"/>
                  </a:cubicBezTo>
                  <a:close/>
                  <a:moveTo>
                    <a:pt x="48" y="41"/>
                  </a:moveTo>
                  <a:cubicBezTo>
                    <a:pt x="48" y="45"/>
                    <a:pt x="50" y="48"/>
                    <a:pt x="53" y="48"/>
                  </a:cubicBezTo>
                  <a:cubicBezTo>
                    <a:pt x="55" y="48"/>
                    <a:pt x="58" y="45"/>
                    <a:pt x="58" y="41"/>
                  </a:cubicBezTo>
                  <a:cubicBezTo>
                    <a:pt x="58" y="37"/>
                    <a:pt x="55" y="34"/>
                    <a:pt x="53" y="34"/>
                  </a:cubicBezTo>
                  <a:cubicBezTo>
                    <a:pt x="50" y="34"/>
                    <a:pt x="48" y="37"/>
                    <a:pt x="48" y="41"/>
                  </a:cubicBezTo>
                  <a:close/>
                  <a:moveTo>
                    <a:pt x="19" y="41"/>
                  </a:moveTo>
                  <a:cubicBezTo>
                    <a:pt x="19" y="45"/>
                    <a:pt x="21" y="48"/>
                    <a:pt x="24" y="48"/>
                  </a:cubicBezTo>
                  <a:cubicBezTo>
                    <a:pt x="27" y="48"/>
                    <a:pt x="29" y="45"/>
                    <a:pt x="29" y="41"/>
                  </a:cubicBezTo>
                  <a:cubicBezTo>
                    <a:pt x="29" y="37"/>
                    <a:pt x="27" y="34"/>
                    <a:pt x="24" y="34"/>
                  </a:cubicBezTo>
                  <a:cubicBezTo>
                    <a:pt x="21" y="34"/>
                    <a:pt x="19" y="37"/>
                    <a:pt x="19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8" name="Freeform 40"/>
            <p:cNvSpPr>
              <a:spLocks noEditPoints="1"/>
            </p:cNvSpPr>
            <p:nvPr/>
          </p:nvSpPr>
          <p:spPr bwMode="auto">
            <a:xfrm>
              <a:off x="4162" y="1351"/>
              <a:ext cx="154" cy="154"/>
            </a:xfrm>
            <a:custGeom>
              <a:avLst/>
              <a:gdLst>
                <a:gd name="T0" fmla="*/ 0 w 125"/>
                <a:gd name="T1" fmla="*/ 63 h 125"/>
                <a:gd name="T2" fmla="*/ 125 w 125"/>
                <a:gd name="T3" fmla="*/ 63 h 125"/>
                <a:gd name="T4" fmla="*/ 98 w 125"/>
                <a:gd name="T5" fmla="*/ 83 h 125"/>
                <a:gd name="T6" fmla="*/ 117 w 125"/>
                <a:gd name="T7" fmla="*/ 67 h 125"/>
                <a:gd name="T8" fmla="*/ 98 w 125"/>
                <a:gd name="T9" fmla="*/ 83 h 125"/>
                <a:gd name="T10" fmla="*/ 25 w 125"/>
                <a:gd name="T11" fmla="*/ 58 h 125"/>
                <a:gd name="T12" fmla="*/ 13 w 125"/>
                <a:gd name="T13" fmla="*/ 42 h 125"/>
                <a:gd name="T14" fmla="*/ 90 w 125"/>
                <a:gd name="T15" fmla="*/ 42 h 125"/>
                <a:gd name="T16" fmla="*/ 67 w 125"/>
                <a:gd name="T17" fmla="*/ 58 h 125"/>
                <a:gd name="T18" fmla="*/ 90 w 125"/>
                <a:gd name="T19" fmla="*/ 42 h 125"/>
                <a:gd name="T20" fmla="*/ 67 w 125"/>
                <a:gd name="T21" fmla="*/ 9 h 125"/>
                <a:gd name="T22" fmla="*/ 82 w 125"/>
                <a:gd name="T23" fmla="*/ 23 h 125"/>
                <a:gd name="T24" fmla="*/ 67 w 125"/>
                <a:gd name="T25" fmla="*/ 33 h 125"/>
                <a:gd name="T26" fmla="*/ 53 w 125"/>
                <a:gd name="T27" fmla="*/ 12 h 125"/>
                <a:gd name="T28" fmla="*/ 59 w 125"/>
                <a:gd name="T29" fmla="*/ 33 h 125"/>
                <a:gd name="T30" fmla="*/ 43 w 125"/>
                <a:gd name="T31" fmla="*/ 23 h 125"/>
                <a:gd name="T32" fmla="*/ 59 w 125"/>
                <a:gd name="T33" fmla="*/ 58 h 125"/>
                <a:gd name="T34" fmla="*/ 36 w 125"/>
                <a:gd name="T35" fmla="*/ 42 h 125"/>
                <a:gd name="T36" fmla="*/ 13 w 125"/>
                <a:gd name="T37" fmla="*/ 83 h 125"/>
                <a:gd name="T38" fmla="*/ 25 w 125"/>
                <a:gd name="T39" fmla="*/ 67 h 125"/>
                <a:gd name="T40" fmla="*/ 13 w 125"/>
                <a:gd name="T41" fmla="*/ 83 h 125"/>
                <a:gd name="T42" fmla="*/ 59 w 125"/>
                <a:gd name="T43" fmla="*/ 67 h 125"/>
                <a:gd name="T44" fmla="*/ 36 w 125"/>
                <a:gd name="T45" fmla="*/ 83 h 125"/>
                <a:gd name="T46" fmla="*/ 59 w 125"/>
                <a:gd name="T47" fmla="*/ 92 h 125"/>
                <a:gd name="T48" fmla="*/ 53 w 125"/>
                <a:gd name="T49" fmla="*/ 113 h 125"/>
                <a:gd name="T50" fmla="*/ 38 w 125"/>
                <a:gd name="T51" fmla="*/ 92 h 125"/>
                <a:gd name="T52" fmla="*/ 82 w 125"/>
                <a:gd name="T53" fmla="*/ 102 h 125"/>
                <a:gd name="T54" fmla="*/ 67 w 125"/>
                <a:gd name="T55" fmla="*/ 116 h 125"/>
                <a:gd name="T56" fmla="*/ 87 w 125"/>
                <a:gd name="T57" fmla="*/ 92 h 125"/>
                <a:gd name="T58" fmla="*/ 67 w 125"/>
                <a:gd name="T59" fmla="*/ 83 h 125"/>
                <a:gd name="T60" fmla="*/ 92 w 125"/>
                <a:gd name="T61" fmla="*/ 67 h 125"/>
                <a:gd name="T62" fmla="*/ 67 w 125"/>
                <a:gd name="T63" fmla="*/ 83 h 125"/>
                <a:gd name="T64" fmla="*/ 98 w 125"/>
                <a:gd name="T65" fmla="*/ 42 h 125"/>
                <a:gd name="T66" fmla="*/ 117 w 125"/>
                <a:gd name="T67" fmla="*/ 58 h 125"/>
                <a:gd name="T68" fmla="*/ 108 w 125"/>
                <a:gd name="T69" fmla="*/ 33 h 125"/>
                <a:gd name="T70" fmla="*/ 86 w 125"/>
                <a:gd name="T71" fmla="*/ 14 h 125"/>
                <a:gd name="T72" fmla="*/ 108 w 125"/>
                <a:gd name="T73" fmla="*/ 33 h 125"/>
                <a:gd name="T74" fmla="*/ 39 w 125"/>
                <a:gd name="T75" fmla="*/ 14 h 125"/>
                <a:gd name="T76" fmla="*/ 17 w 125"/>
                <a:gd name="T77" fmla="*/ 33 h 125"/>
                <a:gd name="T78" fmla="*/ 17 w 125"/>
                <a:gd name="T79" fmla="*/ 92 h 125"/>
                <a:gd name="T80" fmla="*/ 39 w 125"/>
                <a:gd name="T81" fmla="*/ 111 h 125"/>
                <a:gd name="T82" fmla="*/ 17 w 125"/>
                <a:gd name="T83" fmla="*/ 92 h 125"/>
                <a:gd name="T84" fmla="*/ 86 w 125"/>
                <a:gd name="T85" fmla="*/ 111 h 125"/>
                <a:gd name="T86" fmla="*/ 108 w 125"/>
                <a:gd name="T87" fmla="*/ 9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5" h="125">
                  <a:moveTo>
                    <a:pt x="63" y="0"/>
                  </a:moveTo>
                  <a:cubicBezTo>
                    <a:pt x="28" y="0"/>
                    <a:pt x="0" y="28"/>
                    <a:pt x="0" y="63"/>
                  </a:cubicBezTo>
                  <a:cubicBezTo>
                    <a:pt x="0" y="97"/>
                    <a:pt x="28" y="125"/>
                    <a:pt x="63" y="125"/>
                  </a:cubicBezTo>
                  <a:cubicBezTo>
                    <a:pt x="97" y="125"/>
                    <a:pt x="125" y="97"/>
                    <a:pt x="125" y="63"/>
                  </a:cubicBezTo>
                  <a:cubicBezTo>
                    <a:pt x="125" y="28"/>
                    <a:pt x="97" y="0"/>
                    <a:pt x="63" y="0"/>
                  </a:cubicBezTo>
                  <a:close/>
                  <a:moveTo>
                    <a:pt x="98" y="83"/>
                  </a:moveTo>
                  <a:cubicBezTo>
                    <a:pt x="99" y="78"/>
                    <a:pt x="100" y="72"/>
                    <a:pt x="100" y="67"/>
                  </a:cubicBezTo>
                  <a:cubicBezTo>
                    <a:pt x="117" y="67"/>
                    <a:pt x="117" y="67"/>
                    <a:pt x="117" y="67"/>
                  </a:cubicBezTo>
                  <a:cubicBezTo>
                    <a:pt x="116" y="72"/>
                    <a:pt x="115" y="78"/>
                    <a:pt x="113" y="83"/>
                  </a:cubicBezTo>
                  <a:lnTo>
                    <a:pt x="98" y="83"/>
                  </a:lnTo>
                  <a:close/>
                  <a:moveTo>
                    <a:pt x="27" y="42"/>
                  </a:moveTo>
                  <a:cubicBezTo>
                    <a:pt x="26" y="47"/>
                    <a:pt x="26" y="53"/>
                    <a:pt x="25" y="5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53"/>
                    <a:pt x="11" y="47"/>
                    <a:pt x="13" y="42"/>
                  </a:cubicBezTo>
                  <a:lnTo>
                    <a:pt x="27" y="42"/>
                  </a:lnTo>
                  <a:close/>
                  <a:moveTo>
                    <a:pt x="90" y="42"/>
                  </a:moveTo>
                  <a:cubicBezTo>
                    <a:pt x="91" y="47"/>
                    <a:pt x="92" y="53"/>
                    <a:pt x="92" y="58"/>
                  </a:cubicBezTo>
                  <a:cubicBezTo>
                    <a:pt x="67" y="58"/>
                    <a:pt x="67" y="58"/>
                    <a:pt x="67" y="58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90" y="42"/>
                  </a:lnTo>
                  <a:close/>
                  <a:moveTo>
                    <a:pt x="67" y="33"/>
                  </a:moveTo>
                  <a:cubicBezTo>
                    <a:pt x="67" y="9"/>
                    <a:pt x="67" y="9"/>
                    <a:pt x="67" y="9"/>
                  </a:cubicBezTo>
                  <a:cubicBezTo>
                    <a:pt x="69" y="10"/>
                    <a:pt x="71" y="11"/>
                    <a:pt x="73" y="12"/>
                  </a:cubicBezTo>
                  <a:cubicBezTo>
                    <a:pt x="76" y="14"/>
                    <a:pt x="79" y="18"/>
                    <a:pt x="82" y="23"/>
                  </a:cubicBezTo>
                  <a:cubicBezTo>
                    <a:pt x="84" y="26"/>
                    <a:pt x="86" y="30"/>
                    <a:pt x="87" y="33"/>
                  </a:cubicBezTo>
                  <a:cubicBezTo>
                    <a:pt x="67" y="33"/>
                    <a:pt x="67" y="33"/>
                    <a:pt x="67" y="33"/>
                  </a:cubicBezTo>
                  <a:close/>
                  <a:moveTo>
                    <a:pt x="43" y="23"/>
                  </a:moveTo>
                  <a:cubicBezTo>
                    <a:pt x="46" y="18"/>
                    <a:pt x="50" y="14"/>
                    <a:pt x="53" y="12"/>
                  </a:cubicBezTo>
                  <a:cubicBezTo>
                    <a:pt x="55" y="11"/>
                    <a:pt x="57" y="10"/>
                    <a:pt x="59" y="9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40" y="30"/>
                    <a:pt x="41" y="26"/>
                    <a:pt x="43" y="23"/>
                  </a:cubicBezTo>
                  <a:close/>
                  <a:moveTo>
                    <a:pt x="59" y="42"/>
                  </a:moveTo>
                  <a:cubicBezTo>
                    <a:pt x="59" y="58"/>
                    <a:pt x="59" y="58"/>
                    <a:pt x="59" y="58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4" y="53"/>
                    <a:pt x="35" y="47"/>
                    <a:pt x="36" y="42"/>
                  </a:cubicBezTo>
                  <a:lnTo>
                    <a:pt x="59" y="42"/>
                  </a:lnTo>
                  <a:close/>
                  <a:moveTo>
                    <a:pt x="13" y="83"/>
                  </a:moveTo>
                  <a:cubicBezTo>
                    <a:pt x="11" y="78"/>
                    <a:pt x="9" y="72"/>
                    <a:pt x="9" y="67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6" y="72"/>
                    <a:pt x="26" y="78"/>
                    <a:pt x="27" y="83"/>
                  </a:cubicBezTo>
                  <a:lnTo>
                    <a:pt x="13" y="83"/>
                  </a:lnTo>
                  <a:close/>
                  <a:moveTo>
                    <a:pt x="34" y="67"/>
                  </a:moveTo>
                  <a:cubicBezTo>
                    <a:pt x="59" y="67"/>
                    <a:pt x="59" y="67"/>
                    <a:pt x="59" y="67"/>
                  </a:cubicBezTo>
                  <a:cubicBezTo>
                    <a:pt x="59" y="83"/>
                    <a:pt x="59" y="83"/>
                    <a:pt x="59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5" y="78"/>
                    <a:pt x="34" y="72"/>
                    <a:pt x="34" y="67"/>
                  </a:cubicBezTo>
                  <a:close/>
                  <a:moveTo>
                    <a:pt x="59" y="92"/>
                  </a:moveTo>
                  <a:cubicBezTo>
                    <a:pt x="59" y="116"/>
                    <a:pt x="59" y="116"/>
                    <a:pt x="59" y="116"/>
                  </a:cubicBezTo>
                  <a:cubicBezTo>
                    <a:pt x="57" y="115"/>
                    <a:pt x="55" y="114"/>
                    <a:pt x="53" y="113"/>
                  </a:cubicBezTo>
                  <a:cubicBezTo>
                    <a:pt x="50" y="111"/>
                    <a:pt x="46" y="107"/>
                    <a:pt x="43" y="102"/>
                  </a:cubicBezTo>
                  <a:cubicBezTo>
                    <a:pt x="41" y="99"/>
                    <a:pt x="40" y="96"/>
                    <a:pt x="38" y="92"/>
                  </a:cubicBezTo>
                  <a:cubicBezTo>
                    <a:pt x="59" y="92"/>
                    <a:pt x="59" y="92"/>
                    <a:pt x="59" y="92"/>
                  </a:cubicBezTo>
                  <a:close/>
                  <a:moveTo>
                    <a:pt x="82" y="102"/>
                  </a:moveTo>
                  <a:cubicBezTo>
                    <a:pt x="79" y="107"/>
                    <a:pt x="76" y="111"/>
                    <a:pt x="73" y="113"/>
                  </a:cubicBezTo>
                  <a:cubicBezTo>
                    <a:pt x="71" y="114"/>
                    <a:pt x="69" y="115"/>
                    <a:pt x="67" y="116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87" y="92"/>
                    <a:pt x="87" y="92"/>
                    <a:pt x="87" y="92"/>
                  </a:cubicBezTo>
                  <a:cubicBezTo>
                    <a:pt x="86" y="96"/>
                    <a:pt x="84" y="99"/>
                    <a:pt x="82" y="102"/>
                  </a:cubicBezTo>
                  <a:close/>
                  <a:moveTo>
                    <a:pt x="67" y="83"/>
                  </a:moveTo>
                  <a:cubicBezTo>
                    <a:pt x="67" y="67"/>
                    <a:pt x="67" y="67"/>
                    <a:pt x="67" y="67"/>
                  </a:cubicBezTo>
                  <a:cubicBezTo>
                    <a:pt x="92" y="67"/>
                    <a:pt x="92" y="67"/>
                    <a:pt x="92" y="67"/>
                  </a:cubicBezTo>
                  <a:cubicBezTo>
                    <a:pt x="92" y="72"/>
                    <a:pt x="91" y="78"/>
                    <a:pt x="90" y="83"/>
                  </a:cubicBezTo>
                  <a:lnTo>
                    <a:pt x="67" y="83"/>
                  </a:lnTo>
                  <a:close/>
                  <a:moveTo>
                    <a:pt x="100" y="58"/>
                  </a:moveTo>
                  <a:cubicBezTo>
                    <a:pt x="100" y="53"/>
                    <a:pt x="99" y="47"/>
                    <a:pt x="98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5" y="47"/>
                    <a:pt x="116" y="53"/>
                    <a:pt x="117" y="58"/>
                  </a:cubicBezTo>
                  <a:lnTo>
                    <a:pt x="100" y="58"/>
                  </a:lnTo>
                  <a:close/>
                  <a:moveTo>
                    <a:pt x="108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3" y="26"/>
                    <a:pt x="90" y="19"/>
                    <a:pt x="86" y="14"/>
                  </a:cubicBezTo>
                  <a:cubicBezTo>
                    <a:pt x="92" y="16"/>
                    <a:pt x="97" y="20"/>
                    <a:pt x="101" y="24"/>
                  </a:cubicBezTo>
                  <a:cubicBezTo>
                    <a:pt x="104" y="27"/>
                    <a:pt x="106" y="30"/>
                    <a:pt x="108" y="33"/>
                  </a:cubicBezTo>
                  <a:close/>
                  <a:moveTo>
                    <a:pt x="25" y="24"/>
                  </a:moveTo>
                  <a:cubicBezTo>
                    <a:pt x="29" y="20"/>
                    <a:pt x="34" y="16"/>
                    <a:pt x="39" y="14"/>
                  </a:cubicBezTo>
                  <a:cubicBezTo>
                    <a:pt x="35" y="19"/>
                    <a:pt x="32" y="26"/>
                    <a:pt x="30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9" y="30"/>
                    <a:pt x="22" y="27"/>
                    <a:pt x="25" y="24"/>
                  </a:cubicBezTo>
                  <a:close/>
                  <a:moveTo>
                    <a:pt x="17" y="92"/>
                  </a:moveTo>
                  <a:cubicBezTo>
                    <a:pt x="30" y="92"/>
                    <a:pt x="30" y="92"/>
                    <a:pt x="30" y="92"/>
                  </a:cubicBezTo>
                  <a:cubicBezTo>
                    <a:pt x="32" y="99"/>
                    <a:pt x="35" y="106"/>
                    <a:pt x="39" y="111"/>
                  </a:cubicBezTo>
                  <a:cubicBezTo>
                    <a:pt x="34" y="109"/>
                    <a:pt x="29" y="105"/>
                    <a:pt x="25" y="101"/>
                  </a:cubicBezTo>
                  <a:cubicBezTo>
                    <a:pt x="22" y="98"/>
                    <a:pt x="19" y="95"/>
                    <a:pt x="17" y="92"/>
                  </a:cubicBezTo>
                  <a:close/>
                  <a:moveTo>
                    <a:pt x="101" y="101"/>
                  </a:moveTo>
                  <a:cubicBezTo>
                    <a:pt x="97" y="105"/>
                    <a:pt x="92" y="109"/>
                    <a:pt x="86" y="111"/>
                  </a:cubicBezTo>
                  <a:cubicBezTo>
                    <a:pt x="90" y="106"/>
                    <a:pt x="93" y="99"/>
                    <a:pt x="96" y="92"/>
                  </a:cubicBezTo>
                  <a:cubicBezTo>
                    <a:pt x="108" y="92"/>
                    <a:pt x="108" y="92"/>
                    <a:pt x="108" y="92"/>
                  </a:cubicBezTo>
                  <a:cubicBezTo>
                    <a:pt x="106" y="95"/>
                    <a:pt x="104" y="98"/>
                    <a:pt x="101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9" name="Freeform 41"/>
            <p:cNvSpPr>
              <a:spLocks noEditPoints="1"/>
            </p:cNvSpPr>
            <p:nvPr/>
          </p:nvSpPr>
          <p:spPr bwMode="auto">
            <a:xfrm>
              <a:off x="4133" y="1270"/>
              <a:ext cx="72" cy="73"/>
            </a:xfrm>
            <a:custGeom>
              <a:avLst/>
              <a:gdLst>
                <a:gd name="T0" fmla="*/ 49 w 59"/>
                <a:gd name="T1" fmla="*/ 0 h 59"/>
                <a:gd name="T2" fmla="*/ 9 w 59"/>
                <a:gd name="T3" fmla="*/ 0 h 59"/>
                <a:gd name="T4" fmla="*/ 0 w 59"/>
                <a:gd name="T5" fmla="*/ 10 h 59"/>
                <a:gd name="T6" fmla="*/ 0 w 59"/>
                <a:gd name="T7" fmla="*/ 49 h 59"/>
                <a:gd name="T8" fmla="*/ 9 w 59"/>
                <a:gd name="T9" fmla="*/ 59 h 59"/>
                <a:gd name="T10" fmla="*/ 49 w 59"/>
                <a:gd name="T11" fmla="*/ 59 h 59"/>
                <a:gd name="T12" fmla="*/ 59 w 59"/>
                <a:gd name="T13" fmla="*/ 49 h 59"/>
                <a:gd name="T14" fmla="*/ 59 w 59"/>
                <a:gd name="T15" fmla="*/ 10 h 59"/>
                <a:gd name="T16" fmla="*/ 49 w 59"/>
                <a:gd name="T17" fmla="*/ 0 h 59"/>
                <a:gd name="T18" fmla="*/ 40 w 59"/>
                <a:gd name="T19" fmla="*/ 2 h 59"/>
                <a:gd name="T20" fmla="*/ 40 w 59"/>
                <a:gd name="T21" fmla="*/ 11 h 59"/>
                <a:gd name="T22" fmla="*/ 31 w 59"/>
                <a:gd name="T23" fmla="*/ 11 h 59"/>
                <a:gd name="T24" fmla="*/ 31 w 59"/>
                <a:gd name="T25" fmla="*/ 2 h 59"/>
                <a:gd name="T26" fmla="*/ 40 w 59"/>
                <a:gd name="T27" fmla="*/ 2 h 59"/>
                <a:gd name="T28" fmla="*/ 27 w 59"/>
                <a:gd name="T29" fmla="*/ 2 h 59"/>
                <a:gd name="T30" fmla="*/ 27 w 59"/>
                <a:gd name="T31" fmla="*/ 11 h 59"/>
                <a:gd name="T32" fmla="*/ 18 w 59"/>
                <a:gd name="T33" fmla="*/ 11 h 59"/>
                <a:gd name="T34" fmla="*/ 18 w 59"/>
                <a:gd name="T35" fmla="*/ 2 h 59"/>
                <a:gd name="T36" fmla="*/ 27 w 59"/>
                <a:gd name="T37" fmla="*/ 2 h 59"/>
                <a:gd name="T38" fmla="*/ 1 w 59"/>
                <a:gd name="T39" fmla="*/ 11 h 59"/>
                <a:gd name="T40" fmla="*/ 1 w 59"/>
                <a:gd name="T41" fmla="*/ 10 h 59"/>
                <a:gd name="T42" fmla="*/ 9 w 59"/>
                <a:gd name="T43" fmla="*/ 2 h 59"/>
                <a:gd name="T44" fmla="*/ 14 w 59"/>
                <a:gd name="T45" fmla="*/ 2 h 59"/>
                <a:gd name="T46" fmla="*/ 14 w 59"/>
                <a:gd name="T47" fmla="*/ 11 h 59"/>
                <a:gd name="T48" fmla="*/ 1 w 59"/>
                <a:gd name="T49" fmla="*/ 11 h 59"/>
                <a:gd name="T50" fmla="*/ 44 w 59"/>
                <a:gd name="T51" fmla="*/ 37 h 59"/>
                <a:gd name="T52" fmla="*/ 33 w 59"/>
                <a:gd name="T53" fmla="*/ 37 h 59"/>
                <a:gd name="T54" fmla="*/ 33 w 59"/>
                <a:gd name="T55" fmla="*/ 48 h 59"/>
                <a:gd name="T56" fmla="*/ 25 w 59"/>
                <a:gd name="T57" fmla="*/ 48 h 59"/>
                <a:gd name="T58" fmla="*/ 25 w 59"/>
                <a:gd name="T59" fmla="*/ 37 h 59"/>
                <a:gd name="T60" fmla="*/ 14 w 59"/>
                <a:gd name="T61" fmla="*/ 37 h 59"/>
                <a:gd name="T62" fmla="*/ 14 w 59"/>
                <a:gd name="T63" fmla="*/ 29 h 59"/>
                <a:gd name="T64" fmla="*/ 25 w 59"/>
                <a:gd name="T65" fmla="*/ 29 h 59"/>
                <a:gd name="T66" fmla="*/ 25 w 59"/>
                <a:gd name="T67" fmla="*/ 18 h 59"/>
                <a:gd name="T68" fmla="*/ 33 w 59"/>
                <a:gd name="T69" fmla="*/ 18 h 59"/>
                <a:gd name="T70" fmla="*/ 33 w 59"/>
                <a:gd name="T71" fmla="*/ 29 h 59"/>
                <a:gd name="T72" fmla="*/ 44 w 59"/>
                <a:gd name="T73" fmla="*/ 29 h 59"/>
                <a:gd name="T74" fmla="*/ 44 w 59"/>
                <a:gd name="T75" fmla="*/ 37 h 59"/>
                <a:gd name="T76" fmla="*/ 57 w 59"/>
                <a:gd name="T77" fmla="*/ 11 h 59"/>
                <a:gd name="T78" fmla="*/ 44 w 59"/>
                <a:gd name="T79" fmla="*/ 11 h 59"/>
                <a:gd name="T80" fmla="*/ 44 w 59"/>
                <a:gd name="T81" fmla="*/ 2 h 59"/>
                <a:gd name="T82" fmla="*/ 49 w 59"/>
                <a:gd name="T83" fmla="*/ 2 h 59"/>
                <a:gd name="T84" fmla="*/ 57 w 59"/>
                <a:gd name="T85" fmla="*/ 10 h 59"/>
                <a:gd name="T86" fmla="*/ 57 w 59"/>
                <a:gd name="T87" fmla="*/ 1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9" h="59">
                  <a:moveTo>
                    <a:pt x="4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5"/>
                    <a:pt x="4" y="59"/>
                    <a:pt x="9" y="59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54" y="59"/>
                    <a:pt x="59" y="55"/>
                    <a:pt x="59" y="4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9" y="4"/>
                    <a:pt x="54" y="0"/>
                    <a:pt x="49" y="0"/>
                  </a:cubicBezTo>
                  <a:close/>
                  <a:moveTo>
                    <a:pt x="40" y="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2"/>
                    <a:pt x="31" y="2"/>
                    <a:pt x="31" y="2"/>
                  </a:cubicBezTo>
                  <a:lnTo>
                    <a:pt x="40" y="2"/>
                  </a:lnTo>
                  <a:close/>
                  <a:moveTo>
                    <a:pt x="27" y="2"/>
                  </a:moveTo>
                  <a:cubicBezTo>
                    <a:pt x="27" y="11"/>
                    <a:pt x="27" y="11"/>
                    <a:pt x="27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2"/>
                    <a:pt x="18" y="2"/>
                    <a:pt x="18" y="2"/>
                  </a:cubicBezTo>
                  <a:lnTo>
                    <a:pt x="27" y="2"/>
                  </a:lnTo>
                  <a:close/>
                  <a:moveTo>
                    <a:pt x="1" y="11"/>
                  </a:moveTo>
                  <a:cubicBezTo>
                    <a:pt x="1" y="10"/>
                    <a:pt x="1" y="10"/>
                    <a:pt x="1" y="10"/>
                  </a:cubicBezTo>
                  <a:cubicBezTo>
                    <a:pt x="1" y="5"/>
                    <a:pt x="5" y="2"/>
                    <a:pt x="9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" y="11"/>
                  </a:lnTo>
                  <a:close/>
                  <a:moveTo>
                    <a:pt x="44" y="37"/>
                  </a:moveTo>
                  <a:cubicBezTo>
                    <a:pt x="33" y="37"/>
                    <a:pt x="33" y="37"/>
                    <a:pt x="33" y="37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44" y="29"/>
                    <a:pt x="44" y="29"/>
                    <a:pt x="44" y="29"/>
                  </a:cubicBezTo>
                  <a:lnTo>
                    <a:pt x="44" y="37"/>
                  </a:lnTo>
                  <a:close/>
                  <a:moveTo>
                    <a:pt x="57" y="11"/>
                  </a:moveTo>
                  <a:cubicBezTo>
                    <a:pt x="44" y="11"/>
                    <a:pt x="44" y="11"/>
                    <a:pt x="44" y="11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53" y="2"/>
                    <a:pt x="57" y="5"/>
                    <a:pt x="57" y="10"/>
                  </a:cubicBezTo>
                  <a:lnTo>
                    <a:pt x="57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0" name="Freeform 42"/>
            <p:cNvSpPr>
              <a:spLocks noEditPoints="1"/>
            </p:cNvSpPr>
            <p:nvPr/>
          </p:nvSpPr>
          <p:spPr bwMode="auto">
            <a:xfrm>
              <a:off x="4215" y="1285"/>
              <a:ext cx="68" cy="54"/>
            </a:xfrm>
            <a:custGeom>
              <a:avLst/>
              <a:gdLst>
                <a:gd name="T0" fmla="*/ 26 w 68"/>
                <a:gd name="T1" fmla="*/ 54 h 54"/>
                <a:gd name="T2" fmla="*/ 0 w 68"/>
                <a:gd name="T3" fmla="*/ 28 h 54"/>
                <a:gd name="T4" fmla="*/ 14 w 68"/>
                <a:gd name="T5" fmla="*/ 16 h 54"/>
                <a:gd name="T6" fmla="*/ 26 w 68"/>
                <a:gd name="T7" fmla="*/ 28 h 54"/>
                <a:gd name="T8" fmla="*/ 54 w 68"/>
                <a:gd name="T9" fmla="*/ 0 h 54"/>
                <a:gd name="T10" fmla="*/ 68 w 68"/>
                <a:gd name="T11" fmla="*/ 14 h 54"/>
                <a:gd name="T12" fmla="*/ 26 w 68"/>
                <a:gd name="T13" fmla="*/ 54 h 54"/>
                <a:gd name="T14" fmla="*/ 7 w 68"/>
                <a:gd name="T15" fmla="*/ 28 h 54"/>
                <a:gd name="T16" fmla="*/ 26 w 68"/>
                <a:gd name="T17" fmla="*/ 47 h 54"/>
                <a:gd name="T18" fmla="*/ 60 w 68"/>
                <a:gd name="T19" fmla="*/ 14 h 54"/>
                <a:gd name="T20" fmla="*/ 54 w 68"/>
                <a:gd name="T21" fmla="*/ 8 h 54"/>
                <a:gd name="T22" fmla="*/ 26 w 68"/>
                <a:gd name="T23" fmla="*/ 36 h 54"/>
                <a:gd name="T24" fmla="*/ 14 w 68"/>
                <a:gd name="T25" fmla="*/ 22 h 54"/>
                <a:gd name="T26" fmla="*/ 7 w 68"/>
                <a:gd name="T27" fmla="*/ 2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" h="54">
                  <a:moveTo>
                    <a:pt x="26" y="54"/>
                  </a:moveTo>
                  <a:lnTo>
                    <a:pt x="0" y="28"/>
                  </a:lnTo>
                  <a:lnTo>
                    <a:pt x="14" y="16"/>
                  </a:lnTo>
                  <a:lnTo>
                    <a:pt x="26" y="28"/>
                  </a:lnTo>
                  <a:lnTo>
                    <a:pt x="54" y="0"/>
                  </a:lnTo>
                  <a:lnTo>
                    <a:pt x="68" y="14"/>
                  </a:lnTo>
                  <a:lnTo>
                    <a:pt x="26" y="54"/>
                  </a:lnTo>
                  <a:close/>
                  <a:moveTo>
                    <a:pt x="7" y="28"/>
                  </a:moveTo>
                  <a:lnTo>
                    <a:pt x="26" y="47"/>
                  </a:lnTo>
                  <a:lnTo>
                    <a:pt x="60" y="14"/>
                  </a:lnTo>
                  <a:lnTo>
                    <a:pt x="54" y="8"/>
                  </a:lnTo>
                  <a:lnTo>
                    <a:pt x="26" y="36"/>
                  </a:lnTo>
                  <a:lnTo>
                    <a:pt x="14" y="22"/>
                  </a:lnTo>
                  <a:lnTo>
                    <a:pt x="7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1" name="Freeform 43"/>
            <p:cNvSpPr>
              <a:spLocks noEditPoints="1"/>
            </p:cNvSpPr>
            <p:nvPr/>
          </p:nvSpPr>
          <p:spPr bwMode="auto">
            <a:xfrm>
              <a:off x="4214" y="2441"/>
              <a:ext cx="97" cy="100"/>
            </a:xfrm>
            <a:custGeom>
              <a:avLst/>
              <a:gdLst>
                <a:gd name="T0" fmla="*/ 69 w 79"/>
                <a:gd name="T1" fmla="*/ 22 h 81"/>
                <a:gd name="T2" fmla="*/ 22 w 79"/>
                <a:gd name="T3" fmla="*/ 14 h 81"/>
                <a:gd name="T4" fmla="*/ 19 w 79"/>
                <a:gd name="T5" fmla="*/ 3 h 81"/>
                <a:gd name="T6" fmla="*/ 0 w 79"/>
                <a:gd name="T7" fmla="*/ 5 h 81"/>
                <a:gd name="T8" fmla="*/ 12 w 79"/>
                <a:gd name="T9" fmla="*/ 12 h 81"/>
                <a:gd name="T10" fmla="*/ 14 w 79"/>
                <a:gd name="T11" fmla="*/ 54 h 81"/>
                <a:gd name="T12" fmla="*/ 61 w 79"/>
                <a:gd name="T13" fmla="*/ 59 h 81"/>
                <a:gd name="T14" fmla="*/ 76 w 79"/>
                <a:gd name="T15" fmla="*/ 20 h 81"/>
                <a:gd name="T16" fmla="*/ 36 w 79"/>
                <a:gd name="T17" fmla="*/ 32 h 81"/>
                <a:gd name="T18" fmla="*/ 45 w 79"/>
                <a:gd name="T19" fmla="*/ 39 h 81"/>
                <a:gd name="T20" fmla="*/ 44 w 79"/>
                <a:gd name="T21" fmla="*/ 44 h 81"/>
                <a:gd name="T22" fmla="*/ 33 w 79"/>
                <a:gd name="T23" fmla="*/ 47 h 81"/>
                <a:gd name="T24" fmla="*/ 44 w 79"/>
                <a:gd name="T25" fmla="*/ 44 h 81"/>
                <a:gd name="T26" fmla="*/ 38 w 79"/>
                <a:gd name="T27" fmla="*/ 22 h 81"/>
                <a:gd name="T28" fmla="*/ 47 w 79"/>
                <a:gd name="T29" fmla="*/ 29 h 81"/>
                <a:gd name="T30" fmla="*/ 22 w 79"/>
                <a:gd name="T31" fmla="*/ 19 h 81"/>
                <a:gd name="T32" fmla="*/ 32 w 79"/>
                <a:gd name="T33" fmla="*/ 26 h 81"/>
                <a:gd name="T34" fmla="*/ 22 w 79"/>
                <a:gd name="T35" fmla="*/ 19 h 81"/>
                <a:gd name="T36" fmla="*/ 31 w 79"/>
                <a:gd name="T37" fmla="*/ 31 h 81"/>
                <a:gd name="T38" fmla="*/ 21 w 79"/>
                <a:gd name="T39" fmla="*/ 35 h 81"/>
                <a:gd name="T40" fmla="*/ 20 w 79"/>
                <a:gd name="T41" fmla="*/ 40 h 81"/>
                <a:gd name="T42" fmla="*/ 28 w 79"/>
                <a:gd name="T43" fmla="*/ 46 h 81"/>
                <a:gd name="T44" fmla="*/ 20 w 79"/>
                <a:gd name="T45" fmla="*/ 40 h 81"/>
                <a:gd name="T46" fmla="*/ 48 w 79"/>
                <a:gd name="T47" fmla="*/ 50 h 81"/>
                <a:gd name="T48" fmla="*/ 57 w 79"/>
                <a:gd name="T49" fmla="*/ 47 h 81"/>
                <a:gd name="T50" fmla="*/ 59 w 79"/>
                <a:gd name="T51" fmla="*/ 42 h 81"/>
                <a:gd name="T52" fmla="*/ 51 w 79"/>
                <a:gd name="T53" fmla="*/ 35 h 81"/>
                <a:gd name="T54" fmla="*/ 59 w 79"/>
                <a:gd name="T55" fmla="*/ 42 h 81"/>
                <a:gd name="T56" fmla="*/ 52 w 79"/>
                <a:gd name="T57" fmla="*/ 30 h 81"/>
                <a:gd name="T58" fmla="*/ 66 w 79"/>
                <a:gd name="T59" fmla="*/ 28 h 81"/>
                <a:gd name="T60" fmla="*/ 9 w 79"/>
                <a:gd name="T61" fmla="*/ 66 h 81"/>
                <a:gd name="T62" fmla="*/ 24 w 79"/>
                <a:gd name="T63" fmla="*/ 69 h 81"/>
                <a:gd name="T64" fmla="*/ 18 w 79"/>
                <a:gd name="T65" fmla="*/ 60 h 81"/>
                <a:gd name="T66" fmla="*/ 39 w 79"/>
                <a:gd name="T67" fmla="*/ 72 h 81"/>
                <a:gd name="T68" fmla="*/ 54 w 79"/>
                <a:gd name="T69" fmla="*/ 74 h 81"/>
                <a:gd name="T70" fmla="*/ 48 w 79"/>
                <a:gd name="T71" fmla="*/ 6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9" h="81">
                  <a:moveTo>
                    <a:pt x="76" y="20"/>
                  </a:moveTo>
                  <a:cubicBezTo>
                    <a:pt x="73" y="18"/>
                    <a:pt x="70" y="19"/>
                    <a:pt x="69" y="22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6"/>
                    <a:pt x="21" y="4"/>
                    <a:pt x="19" y="3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3" y="0"/>
                    <a:pt x="1" y="2"/>
                    <a:pt x="0" y="5"/>
                  </a:cubicBezTo>
                  <a:cubicBezTo>
                    <a:pt x="0" y="7"/>
                    <a:pt x="1" y="10"/>
                    <a:pt x="4" y="11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51"/>
                    <a:pt x="11" y="53"/>
                    <a:pt x="14" y="54"/>
                  </a:cubicBezTo>
                  <a:cubicBezTo>
                    <a:pt x="56" y="62"/>
                    <a:pt x="56" y="62"/>
                    <a:pt x="56" y="62"/>
                  </a:cubicBezTo>
                  <a:cubicBezTo>
                    <a:pt x="58" y="62"/>
                    <a:pt x="60" y="61"/>
                    <a:pt x="61" y="59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4"/>
                    <a:pt x="78" y="21"/>
                    <a:pt x="76" y="20"/>
                  </a:cubicBezTo>
                  <a:close/>
                  <a:moveTo>
                    <a:pt x="35" y="37"/>
                  </a:moveTo>
                  <a:cubicBezTo>
                    <a:pt x="36" y="32"/>
                    <a:pt x="36" y="32"/>
                    <a:pt x="36" y="32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5" y="39"/>
                    <a:pt x="45" y="39"/>
                    <a:pt x="45" y="39"/>
                  </a:cubicBezTo>
                  <a:lnTo>
                    <a:pt x="35" y="37"/>
                  </a:lnTo>
                  <a:close/>
                  <a:moveTo>
                    <a:pt x="44" y="44"/>
                  </a:moveTo>
                  <a:cubicBezTo>
                    <a:pt x="43" y="49"/>
                    <a:pt x="43" y="49"/>
                    <a:pt x="43" y="49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4" y="42"/>
                    <a:pt x="34" y="42"/>
                    <a:pt x="34" y="42"/>
                  </a:cubicBezTo>
                  <a:lnTo>
                    <a:pt x="44" y="44"/>
                  </a:lnTo>
                  <a:close/>
                  <a:moveTo>
                    <a:pt x="37" y="27"/>
                  </a:moveTo>
                  <a:cubicBezTo>
                    <a:pt x="38" y="22"/>
                    <a:pt x="38" y="22"/>
                    <a:pt x="38" y="22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7" y="29"/>
                    <a:pt x="47" y="29"/>
                    <a:pt x="47" y="29"/>
                  </a:cubicBezTo>
                  <a:lnTo>
                    <a:pt x="37" y="27"/>
                  </a:lnTo>
                  <a:close/>
                  <a:moveTo>
                    <a:pt x="22" y="19"/>
                  </a:moveTo>
                  <a:cubicBezTo>
                    <a:pt x="33" y="21"/>
                    <a:pt x="33" y="21"/>
                    <a:pt x="33" y="21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21" y="24"/>
                    <a:pt x="21" y="24"/>
                    <a:pt x="21" y="24"/>
                  </a:cubicBezTo>
                  <a:lnTo>
                    <a:pt x="22" y="19"/>
                  </a:lnTo>
                  <a:close/>
                  <a:moveTo>
                    <a:pt x="21" y="29"/>
                  </a:moveTo>
                  <a:cubicBezTo>
                    <a:pt x="31" y="31"/>
                    <a:pt x="31" y="31"/>
                    <a:pt x="31" y="31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1" y="35"/>
                    <a:pt x="21" y="35"/>
                    <a:pt x="21" y="35"/>
                  </a:cubicBezTo>
                  <a:lnTo>
                    <a:pt x="21" y="29"/>
                  </a:lnTo>
                  <a:close/>
                  <a:moveTo>
                    <a:pt x="20" y="40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0" y="45"/>
                    <a:pt x="20" y="45"/>
                    <a:pt x="20" y="45"/>
                  </a:cubicBezTo>
                  <a:lnTo>
                    <a:pt x="20" y="40"/>
                  </a:lnTo>
                  <a:close/>
                  <a:moveTo>
                    <a:pt x="54" y="51"/>
                  </a:moveTo>
                  <a:cubicBezTo>
                    <a:pt x="48" y="50"/>
                    <a:pt x="48" y="50"/>
                    <a:pt x="48" y="50"/>
                  </a:cubicBezTo>
                  <a:cubicBezTo>
                    <a:pt x="49" y="45"/>
                    <a:pt x="49" y="45"/>
                    <a:pt x="49" y="45"/>
                  </a:cubicBezTo>
                  <a:cubicBezTo>
                    <a:pt x="57" y="47"/>
                    <a:pt x="57" y="47"/>
                    <a:pt x="57" y="47"/>
                  </a:cubicBezTo>
                  <a:lnTo>
                    <a:pt x="54" y="51"/>
                  </a:lnTo>
                  <a:close/>
                  <a:moveTo>
                    <a:pt x="59" y="42"/>
                  </a:moveTo>
                  <a:cubicBezTo>
                    <a:pt x="50" y="40"/>
                    <a:pt x="50" y="40"/>
                    <a:pt x="50" y="40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61" y="37"/>
                    <a:pt x="61" y="37"/>
                    <a:pt x="61" y="37"/>
                  </a:cubicBezTo>
                  <a:lnTo>
                    <a:pt x="59" y="42"/>
                  </a:lnTo>
                  <a:close/>
                  <a:moveTo>
                    <a:pt x="64" y="33"/>
                  </a:moveTo>
                  <a:cubicBezTo>
                    <a:pt x="52" y="30"/>
                    <a:pt x="52" y="30"/>
                    <a:pt x="52" y="30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66" y="28"/>
                    <a:pt x="66" y="28"/>
                    <a:pt x="66" y="28"/>
                  </a:cubicBezTo>
                  <a:lnTo>
                    <a:pt x="64" y="33"/>
                  </a:lnTo>
                  <a:close/>
                  <a:moveTo>
                    <a:pt x="9" y="66"/>
                  </a:moveTo>
                  <a:cubicBezTo>
                    <a:pt x="8" y="70"/>
                    <a:pt x="11" y="74"/>
                    <a:pt x="15" y="75"/>
                  </a:cubicBezTo>
                  <a:cubicBezTo>
                    <a:pt x="19" y="75"/>
                    <a:pt x="23" y="73"/>
                    <a:pt x="24" y="69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5" y="64"/>
                    <a:pt x="22" y="61"/>
                    <a:pt x="18" y="60"/>
                  </a:cubicBezTo>
                  <a:cubicBezTo>
                    <a:pt x="14" y="59"/>
                    <a:pt x="10" y="62"/>
                    <a:pt x="9" y="66"/>
                  </a:cubicBezTo>
                  <a:close/>
                  <a:moveTo>
                    <a:pt x="39" y="72"/>
                  </a:moveTo>
                  <a:cubicBezTo>
                    <a:pt x="38" y="76"/>
                    <a:pt x="41" y="80"/>
                    <a:pt x="45" y="80"/>
                  </a:cubicBezTo>
                  <a:cubicBezTo>
                    <a:pt x="49" y="81"/>
                    <a:pt x="53" y="79"/>
                    <a:pt x="54" y="74"/>
                  </a:cubicBezTo>
                  <a:cubicBezTo>
                    <a:pt x="54" y="74"/>
                    <a:pt x="54" y="74"/>
                    <a:pt x="54" y="74"/>
                  </a:cubicBezTo>
                  <a:cubicBezTo>
                    <a:pt x="54" y="70"/>
                    <a:pt x="52" y="66"/>
                    <a:pt x="48" y="66"/>
                  </a:cubicBezTo>
                  <a:cubicBezTo>
                    <a:pt x="43" y="65"/>
                    <a:pt x="39" y="67"/>
                    <a:pt x="39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2" name="Freeform 44"/>
            <p:cNvSpPr>
              <a:spLocks noEditPoints="1"/>
            </p:cNvSpPr>
            <p:nvPr/>
          </p:nvSpPr>
          <p:spPr bwMode="auto">
            <a:xfrm>
              <a:off x="4285" y="2294"/>
              <a:ext cx="58" cy="59"/>
            </a:xfrm>
            <a:custGeom>
              <a:avLst/>
              <a:gdLst>
                <a:gd name="T0" fmla="*/ 24 w 47"/>
                <a:gd name="T1" fmla="*/ 0 h 48"/>
                <a:gd name="T2" fmla="*/ 0 w 47"/>
                <a:gd name="T3" fmla="*/ 24 h 48"/>
                <a:gd name="T4" fmla="*/ 24 w 47"/>
                <a:gd name="T5" fmla="*/ 48 h 48"/>
                <a:gd name="T6" fmla="*/ 47 w 47"/>
                <a:gd name="T7" fmla="*/ 24 h 48"/>
                <a:gd name="T8" fmla="*/ 24 w 47"/>
                <a:gd name="T9" fmla="*/ 0 h 48"/>
                <a:gd name="T10" fmla="*/ 6 w 47"/>
                <a:gd name="T11" fmla="*/ 24 h 48"/>
                <a:gd name="T12" fmla="*/ 24 w 47"/>
                <a:gd name="T13" fmla="*/ 6 h 48"/>
                <a:gd name="T14" fmla="*/ 24 w 47"/>
                <a:gd name="T15" fmla="*/ 42 h 48"/>
                <a:gd name="T16" fmla="*/ 6 w 47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48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7" y="37"/>
                    <a:pt x="47" y="24"/>
                  </a:cubicBezTo>
                  <a:cubicBezTo>
                    <a:pt x="47" y="11"/>
                    <a:pt x="37" y="0"/>
                    <a:pt x="24" y="0"/>
                  </a:cubicBezTo>
                  <a:close/>
                  <a:moveTo>
                    <a:pt x="6" y="24"/>
                  </a:moveTo>
                  <a:cubicBezTo>
                    <a:pt x="6" y="14"/>
                    <a:pt x="14" y="6"/>
                    <a:pt x="24" y="6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14" y="42"/>
                    <a:pt x="6" y="3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3" name="Freeform 45"/>
            <p:cNvSpPr>
              <a:spLocks noEditPoints="1"/>
            </p:cNvSpPr>
            <p:nvPr/>
          </p:nvSpPr>
          <p:spPr bwMode="auto">
            <a:xfrm>
              <a:off x="4157" y="2096"/>
              <a:ext cx="147" cy="143"/>
            </a:xfrm>
            <a:custGeom>
              <a:avLst/>
              <a:gdLst>
                <a:gd name="T0" fmla="*/ 22 w 119"/>
                <a:gd name="T1" fmla="*/ 19 h 116"/>
                <a:gd name="T2" fmla="*/ 58 w 119"/>
                <a:gd name="T3" fmla="*/ 33 h 116"/>
                <a:gd name="T4" fmla="*/ 62 w 119"/>
                <a:gd name="T5" fmla="*/ 12 h 116"/>
                <a:gd name="T6" fmla="*/ 82 w 119"/>
                <a:gd name="T7" fmla="*/ 3 h 116"/>
                <a:gd name="T8" fmla="*/ 91 w 119"/>
                <a:gd name="T9" fmla="*/ 23 h 116"/>
                <a:gd name="T10" fmla="*/ 95 w 119"/>
                <a:gd name="T11" fmla="*/ 49 h 116"/>
                <a:gd name="T12" fmla="*/ 95 w 119"/>
                <a:gd name="T13" fmla="*/ 50 h 116"/>
                <a:gd name="T14" fmla="*/ 99 w 119"/>
                <a:gd name="T15" fmla="*/ 41 h 116"/>
                <a:gd name="T16" fmla="*/ 119 w 119"/>
                <a:gd name="T17" fmla="*/ 49 h 116"/>
                <a:gd name="T18" fmla="*/ 93 w 119"/>
                <a:gd name="T19" fmla="*/ 116 h 116"/>
                <a:gd name="T20" fmla="*/ 73 w 119"/>
                <a:gd name="T21" fmla="*/ 109 h 116"/>
                <a:gd name="T22" fmla="*/ 75 w 119"/>
                <a:gd name="T23" fmla="*/ 103 h 116"/>
                <a:gd name="T24" fmla="*/ 63 w 119"/>
                <a:gd name="T25" fmla="*/ 103 h 116"/>
                <a:gd name="T26" fmla="*/ 53 w 119"/>
                <a:gd name="T27" fmla="*/ 106 h 116"/>
                <a:gd name="T28" fmla="*/ 35 w 119"/>
                <a:gd name="T29" fmla="*/ 102 h 116"/>
                <a:gd name="T30" fmla="*/ 30 w 119"/>
                <a:gd name="T31" fmla="*/ 100 h 116"/>
                <a:gd name="T32" fmla="*/ 28 w 119"/>
                <a:gd name="T33" fmla="*/ 99 h 116"/>
                <a:gd name="T34" fmla="*/ 21 w 119"/>
                <a:gd name="T35" fmla="*/ 83 h 116"/>
                <a:gd name="T36" fmla="*/ 22 w 119"/>
                <a:gd name="T37" fmla="*/ 79 h 116"/>
                <a:gd name="T38" fmla="*/ 22 w 119"/>
                <a:gd name="T39" fmla="*/ 70 h 116"/>
                <a:gd name="T40" fmla="*/ 24 w 119"/>
                <a:gd name="T41" fmla="*/ 67 h 116"/>
                <a:gd name="T42" fmla="*/ 24 w 119"/>
                <a:gd name="T43" fmla="*/ 57 h 116"/>
                <a:gd name="T44" fmla="*/ 27 w 119"/>
                <a:gd name="T45" fmla="*/ 52 h 116"/>
                <a:gd name="T46" fmla="*/ 11 w 119"/>
                <a:gd name="T47" fmla="*/ 46 h 116"/>
                <a:gd name="T48" fmla="*/ 3 w 119"/>
                <a:gd name="T49" fmla="*/ 28 h 116"/>
                <a:gd name="T50" fmla="*/ 22 w 119"/>
                <a:gd name="T51" fmla="*/ 19 h 116"/>
                <a:gd name="T52" fmla="*/ 86 w 119"/>
                <a:gd name="T53" fmla="*/ 106 h 116"/>
                <a:gd name="T54" fmla="*/ 90 w 119"/>
                <a:gd name="T55" fmla="*/ 104 h 116"/>
                <a:gd name="T56" fmla="*/ 88 w 119"/>
                <a:gd name="T57" fmla="*/ 99 h 116"/>
                <a:gd name="T58" fmla="*/ 84 w 119"/>
                <a:gd name="T59" fmla="*/ 101 h 116"/>
                <a:gd name="T60" fmla="*/ 86 w 119"/>
                <a:gd name="T61" fmla="*/ 106 h 116"/>
                <a:gd name="T62" fmla="*/ 15 w 119"/>
                <a:gd name="T63" fmla="*/ 40 h 116"/>
                <a:gd name="T64" fmla="*/ 41 w 119"/>
                <a:gd name="T65" fmla="*/ 50 h 116"/>
                <a:gd name="T66" fmla="*/ 42 w 119"/>
                <a:gd name="T67" fmla="*/ 50 h 116"/>
                <a:gd name="T68" fmla="*/ 39 w 119"/>
                <a:gd name="T69" fmla="*/ 57 h 116"/>
                <a:gd name="T70" fmla="*/ 38 w 119"/>
                <a:gd name="T71" fmla="*/ 57 h 116"/>
                <a:gd name="T72" fmla="*/ 31 w 119"/>
                <a:gd name="T73" fmla="*/ 60 h 116"/>
                <a:gd name="T74" fmla="*/ 32 w 119"/>
                <a:gd name="T75" fmla="*/ 65 h 116"/>
                <a:gd name="T76" fmla="*/ 34 w 119"/>
                <a:gd name="T77" fmla="*/ 68 h 116"/>
                <a:gd name="T78" fmla="*/ 31 w 119"/>
                <a:gd name="T79" fmla="*/ 70 h 116"/>
                <a:gd name="T80" fmla="*/ 30 w 119"/>
                <a:gd name="T81" fmla="*/ 73 h 116"/>
                <a:gd name="T82" fmla="*/ 30 w 119"/>
                <a:gd name="T83" fmla="*/ 78 h 116"/>
                <a:gd name="T84" fmla="*/ 32 w 119"/>
                <a:gd name="T85" fmla="*/ 81 h 116"/>
                <a:gd name="T86" fmla="*/ 30 w 119"/>
                <a:gd name="T87" fmla="*/ 83 h 116"/>
                <a:gd name="T88" fmla="*/ 28 w 119"/>
                <a:gd name="T89" fmla="*/ 85 h 116"/>
                <a:gd name="T90" fmla="*/ 31 w 119"/>
                <a:gd name="T91" fmla="*/ 93 h 116"/>
                <a:gd name="T92" fmla="*/ 33 w 119"/>
                <a:gd name="T93" fmla="*/ 93 h 116"/>
                <a:gd name="T94" fmla="*/ 38 w 119"/>
                <a:gd name="T95" fmla="*/ 95 h 116"/>
                <a:gd name="T96" fmla="*/ 60 w 119"/>
                <a:gd name="T97" fmla="*/ 95 h 116"/>
                <a:gd name="T98" fmla="*/ 78 w 119"/>
                <a:gd name="T99" fmla="*/ 94 h 116"/>
                <a:gd name="T100" fmla="*/ 92 w 119"/>
                <a:gd name="T101" fmla="*/ 59 h 116"/>
                <a:gd name="T102" fmla="*/ 88 w 119"/>
                <a:gd name="T103" fmla="*/ 54 h 116"/>
                <a:gd name="T104" fmla="*/ 83 w 119"/>
                <a:gd name="T105" fmla="*/ 20 h 116"/>
                <a:gd name="T106" fmla="*/ 79 w 119"/>
                <a:gd name="T107" fmla="*/ 11 h 116"/>
                <a:gd name="T108" fmla="*/ 70 w 119"/>
                <a:gd name="T109" fmla="*/ 15 h 116"/>
                <a:gd name="T110" fmla="*/ 67 w 119"/>
                <a:gd name="T111" fmla="*/ 36 h 116"/>
                <a:gd name="T112" fmla="*/ 66 w 119"/>
                <a:gd name="T113" fmla="*/ 44 h 116"/>
                <a:gd name="T114" fmla="*/ 20 w 119"/>
                <a:gd name="T115" fmla="*/ 26 h 116"/>
                <a:gd name="T116" fmla="*/ 10 w 119"/>
                <a:gd name="T117" fmla="*/ 30 h 116"/>
                <a:gd name="T118" fmla="*/ 15 w 119"/>
                <a:gd name="T119" fmla="*/ 4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9" h="116">
                  <a:moveTo>
                    <a:pt x="22" y="19"/>
                  </a:moveTo>
                  <a:cubicBezTo>
                    <a:pt x="58" y="33"/>
                    <a:pt x="58" y="33"/>
                    <a:pt x="58" y="33"/>
                  </a:cubicBezTo>
                  <a:cubicBezTo>
                    <a:pt x="59" y="24"/>
                    <a:pt x="59" y="21"/>
                    <a:pt x="62" y="12"/>
                  </a:cubicBezTo>
                  <a:cubicBezTo>
                    <a:pt x="65" y="4"/>
                    <a:pt x="74" y="0"/>
                    <a:pt x="82" y="3"/>
                  </a:cubicBezTo>
                  <a:cubicBezTo>
                    <a:pt x="90" y="6"/>
                    <a:pt x="94" y="15"/>
                    <a:pt x="91" y="23"/>
                  </a:cubicBezTo>
                  <a:cubicBezTo>
                    <a:pt x="87" y="34"/>
                    <a:pt x="89" y="41"/>
                    <a:pt x="95" y="49"/>
                  </a:cubicBezTo>
                  <a:cubicBezTo>
                    <a:pt x="95" y="50"/>
                    <a:pt x="95" y="50"/>
                    <a:pt x="95" y="50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93" y="116"/>
                    <a:pt x="93" y="116"/>
                    <a:pt x="93" y="116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5" y="103"/>
                    <a:pt x="75" y="103"/>
                    <a:pt x="75" y="103"/>
                  </a:cubicBezTo>
                  <a:cubicBezTo>
                    <a:pt x="68" y="100"/>
                    <a:pt x="66" y="102"/>
                    <a:pt x="63" y="103"/>
                  </a:cubicBezTo>
                  <a:cubicBezTo>
                    <a:pt x="60" y="104"/>
                    <a:pt x="57" y="106"/>
                    <a:pt x="53" y="106"/>
                  </a:cubicBezTo>
                  <a:cubicBezTo>
                    <a:pt x="48" y="106"/>
                    <a:pt x="42" y="105"/>
                    <a:pt x="35" y="102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1" y="97"/>
                    <a:pt x="18" y="89"/>
                    <a:pt x="21" y="83"/>
                  </a:cubicBezTo>
                  <a:cubicBezTo>
                    <a:pt x="21" y="81"/>
                    <a:pt x="22" y="80"/>
                    <a:pt x="22" y="79"/>
                  </a:cubicBezTo>
                  <a:cubicBezTo>
                    <a:pt x="21" y="76"/>
                    <a:pt x="21" y="73"/>
                    <a:pt x="22" y="70"/>
                  </a:cubicBezTo>
                  <a:cubicBezTo>
                    <a:pt x="23" y="69"/>
                    <a:pt x="23" y="68"/>
                    <a:pt x="24" y="67"/>
                  </a:cubicBezTo>
                  <a:cubicBezTo>
                    <a:pt x="23" y="64"/>
                    <a:pt x="23" y="60"/>
                    <a:pt x="24" y="57"/>
                  </a:cubicBezTo>
                  <a:cubicBezTo>
                    <a:pt x="25" y="55"/>
                    <a:pt x="26" y="54"/>
                    <a:pt x="27" y="52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4" y="43"/>
                    <a:pt x="0" y="35"/>
                    <a:pt x="3" y="28"/>
                  </a:cubicBezTo>
                  <a:cubicBezTo>
                    <a:pt x="6" y="20"/>
                    <a:pt x="14" y="16"/>
                    <a:pt x="22" y="19"/>
                  </a:cubicBezTo>
                  <a:close/>
                  <a:moveTo>
                    <a:pt x="86" y="106"/>
                  </a:moveTo>
                  <a:cubicBezTo>
                    <a:pt x="88" y="106"/>
                    <a:pt x="90" y="105"/>
                    <a:pt x="90" y="104"/>
                  </a:cubicBezTo>
                  <a:cubicBezTo>
                    <a:pt x="91" y="102"/>
                    <a:pt x="90" y="100"/>
                    <a:pt x="88" y="99"/>
                  </a:cubicBezTo>
                  <a:cubicBezTo>
                    <a:pt x="86" y="98"/>
                    <a:pt x="84" y="99"/>
                    <a:pt x="84" y="101"/>
                  </a:cubicBezTo>
                  <a:cubicBezTo>
                    <a:pt x="83" y="103"/>
                    <a:pt x="84" y="105"/>
                    <a:pt x="86" y="106"/>
                  </a:cubicBezTo>
                  <a:close/>
                  <a:moveTo>
                    <a:pt x="15" y="40"/>
                  </a:moveTo>
                  <a:cubicBezTo>
                    <a:pt x="41" y="50"/>
                    <a:pt x="41" y="50"/>
                    <a:pt x="41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6" y="55"/>
                    <a:pt x="32" y="57"/>
                    <a:pt x="31" y="60"/>
                  </a:cubicBezTo>
                  <a:cubicBezTo>
                    <a:pt x="31" y="62"/>
                    <a:pt x="31" y="64"/>
                    <a:pt x="32" y="65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0" y="72"/>
                    <a:pt x="30" y="73"/>
                  </a:cubicBezTo>
                  <a:cubicBezTo>
                    <a:pt x="29" y="74"/>
                    <a:pt x="29" y="77"/>
                    <a:pt x="30" y="78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29" y="84"/>
                    <a:pt x="28" y="84"/>
                    <a:pt x="28" y="85"/>
                  </a:cubicBezTo>
                  <a:cubicBezTo>
                    <a:pt x="27" y="88"/>
                    <a:pt x="28" y="92"/>
                    <a:pt x="31" y="93"/>
                  </a:cubicBezTo>
                  <a:cubicBezTo>
                    <a:pt x="33" y="93"/>
                    <a:pt x="33" y="93"/>
                    <a:pt x="33" y="93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51" y="100"/>
                    <a:pt x="56" y="97"/>
                    <a:pt x="60" y="95"/>
                  </a:cubicBezTo>
                  <a:cubicBezTo>
                    <a:pt x="64" y="94"/>
                    <a:pt x="68" y="91"/>
                    <a:pt x="78" y="94"/>
                  </a:cubicBezTo>
                  <a:cubicBezTo>
                    <a:pt x="92" y="59"/>
                    <a:pt x="92" y="59"/>
                    <a:pt x="92" y="59"/>
                  </a:cubicBezTo>
                  <a:cubicBezTo>
                    <a:pt x="90" y="58"/>
                    <a:pt x="89" y="56"/>
                    <a:pt x="88" y="54"/>
                  </a:cubicBezTo>
                  <a:cubicBezTo>
                    <a:pt x="81" y="43"/>
                    <a:pt x="78" y="34"/>
                    <a:pt x="83" y="20"/>
                  </a:cubicBezTo>
                  <a:cubicBezTo>
                    <a:pt x="85" y="17"/>
                    <a:pt x="83" y="13"/>
                    <a:pt x="79" y="11"/>
                  </a:cubicBezTo>
                  <a:cubicBezTo>
                    <a:pt x="76" y="10"/>
                    <a:pt x="72" y="12"/>
                    <a:pt x="70" y="15"/>
                  </a:cubicBezTo>
                  <a:cubicBezTo>
                    <a:pt x="67" y="24"/>
                    <a:pt x="67" y="27"/>
                    <a:pt x="67" y="36"/>
                  </a:cubicBezTo>
                  <a:cubicBezTo>
                    <a:pt x="67" y="39"/>
                    <a:pt x="66" y="42"/>
                    <a:pt x="66" y="44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6" y="25"/>
                    <a:pt x="12" y="27"/>
                    <a:pt x="10" y="30"/>
                  </a:cubicBezTo>
                  <a:cubicBezTo>
                    <a:pt x="9" y="34"/>
                    <a:pt x="11" y="38"/>
                    <a:pt x="15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4" name="Freeform 46"/>
            <p:cNvSpPr>
              <a:spLocks noEditPoints="1"/>
            </p:cNvSpPr>
            <p:nvPr/>
          </p:nvSpPr>
          <p:spPr bwMode="auto">
            <a:xfrm>
              <a:off x="4101" y="2246"/>
              <a:ext cx="177" cy="155"/>
            </a:xfrm>
            <a:custGeom>
              <a:avLst/>
              <a:gdLst>
                <a:gd name="T0" fmla="*/ 144 w 144"/>
                <a:gd name="T1" fmla="*/ 41 h 126"/>
                <a:gd name="T2" fmla="*/ 102 w 144"/>
                <a:gd name="T3" fmla="*/ 0 h 126"/>
                <a:gd name="T4" fmla="*/ 72 w 144"/>
                <a:gd name="T5" fmla="*/ 13 h 126"/>
                <a:gd name="T6" fmla="*/ 41 w 144"/>
                <a:gd name="T7" fmla="*/ 0 h 126"/>
                <a:gd name="T8" fmla="*/ 0 w 144"/>
                <a:gd name="T9" fmla="*/ 41 h 126"/>
                <a:gd name="T10" fmla="*/ 13 w 144"/>
                <a:gd name="T11" fmla="*/ 72 h 126"/>
                <a:gd name="T12" fmla="*/ 13 w 144"/>
                <a:gd name="T13" fmla="*/ 72 h 126"/>
                <a:gd name="T14" fmla="*/ 58 w 144"/>
                <a:gd name="T15" fmla="*/ 117 h 126"/>
                <a:gd name="T16" fmla="*/ 72 w 144"/>
                <a:gd name="T17" fmla="*/ 126 h 126"/>
                <a:gd name="T18" fmla="*/ 85 w 144"/>
                <a:gd name="T19" fmla="*/ 117 h 126"/>
                <a:gd name="T20" fmla="*/ 130 w 144"/>
                <a:gd name="T21" fmla="*/ 72 h 126"/>
                <a:gd name="T22" fmla="*/ 130 w 144"/>
                <a:gd name="T23" fmla="*/ 72 h 126"/>
                <a:gd name="T24" fmla="*/ 144 w 144"/>
                <a:gd name="T25" fmla="*/ 41 h 126"/>
                <a:gd name="T26" fmla="*/ 118 w 144"/>
                <a:gd name="T27" fmla="*/ 59 h 126"/>
                <a:gd name="T28" fmla="*/ 73 w 144"/>
                <a:gd name="T29" fmla="*/ 104 h 126"/>
                <a:gd name="T30" fmla="*/ 72 w 144"/>
                <a:gd name="T31" fmla="*/ 105 h 126"/>
                <a:gd name="T32" fmla="*/ 71 w 144"/>
                <a:gd name="T33" fmla="*/ 104 h 126"/>
                <a:gd name="T34" fmla="*/ 25 w 144"/>
                <a:gd name="T35" fmla="*/ 59 h 126"/>
                <a:gd name="T36" fmla="*/ 18 w 144"/>
                <a:gd name="T37" fmla="*/ 41 h 126"/>
                <a:gd name="T38" fmla="*/ 41 w 144"/>
                <a:gd name="T39" fmla="*/ 18 h 126"/>
                <a:gd name="T40" fmla="*/ 58 w 144"/>
                <a:gd name="T41" fmla="*/ 26 h 126"/>
                <a:gd name="T42" fmla="*/ 72 w 144"/>
                <a:gd name="T43" fmla="*/ 40 h 126"/>
                <a:gd name="T44" fmla="*/ 85 w 144"/>
                <a:gd name="T45" fmla="*/ 26 h 126"/>
                <a:gd name="T46" fmla="*/ 102 w 144"/>
                <a:gd name="T47" fmla="*/ 18 h 126"/>
                <a:gd name="T48" fmla="*/ 126 w 144"/>
                <a:gd name="T49" fmla="*/ 41 h 126"/>
                <a:gd name="T50" fmla="*/ 118 w 144"/>
                <a:gd name="T51" fmla="*/ 5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126">
                  <a:moveTo>
                    <a:pt x="144" y="41"/>
                  </a:moveTo>
                  <a:cubicBezTo>
                    <a:pt x="144" y="18"/>
                    <a:pt x="125" y="0"/>
                    <a:pt x="102" y="0"/>
                  </a:cubicBezTo>
                  <a:cubicBezTo>
                    <a:pt x="90" y="0"/>
                    <a:pt x="79" y="5"/>
                    <a:pt x="72" y="13"/>
                  </a:cubicBezTo>
                  <a:cubicBezTo>
                    <a:pt x="64" y="5"/>
                    <a:pt x="53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53"/>
                    <a:pt x="5" y="64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63" y="122"/>
                    <a:pt x="67" y="126"/>
                    <a:pt x="72" y="126"/>
                  </a:cubicBezTo>
                  <a:cubicBezTo>
                    <a:pt x="76" y="126"/>
                    <a:pt x="81" y="122"/>
                    <a:pt x="85" y="117"/>
                  </a:cubicBezTo>
                  <a:cubicBezTo>
                    <a:pt x="130" y="72"/>
                    <a:pt x="130" y="72"/>
                    <a:pt x="130" y="72"/>
                  </a:cubicBezTo>
                  <a:cubicBezTo>
                    <a:pt x="130" y="72"/>
                    <a:pt x="130" y="72"/>
                    <a:pt x="130" y="72"/>
                  </a:cubicBezTo>
                  <a:cubicBezTo>
                    <a:pt x="139" y="64"/>
                    <a:pt x="144" y="53"/>
                    <a:pt x="144" y="41"/>
                  </a:cubicBezTo>
                  <a:close/>
                  <a:moveTo>
                    <a:pt x="118" y="59"/>
                  </a:moveTo>
                  <a:cubicBezTo>
                    <a:pt x="73" y="104"/>
                    <a:pt x="73" y="104"/>
                    <a:pt x="73" y="104"/>
                  </a:cubicBezTo>
                  <a:cubicBezTo>
                    <a:pt x="72" y="105"/>
                    <a:pt x="72" y="105"/>
                    <a:pt x="72" y="105"/>
                  </a:cubicBezTo>
                  <a:cubicBezTo>
                    <a:pt x="72" y="105"/>
                    <a:pt x="71" y="105"/>
                    <a:pt x="71" y="104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0" y="54"/>
                    <a:pt x="18" y="48"/>
                    <a:pt x="18" y="41"/>
                  </a:cubicBezTo>
                  <a:cubicBezTo>
                    <a:pt x="18" y="28"/>
                    <a:pt x="28" y="18"/>
                    <a:pt x="41" y="18"/>
                  </a:cubicBezTo>
                  <a:cubicBezTo>
                    <a:pt x="48" y="18"/>
                    <a:pt x="54" y="21"/>
                    <a:pt x="58" y="26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90" y="21"/>
                    <a:pt x="96" y="18"/>
                    <a:pt x="102" y="18"/>
                  </a:cubicBezTo>
                  <a:cubicBezTo>
                    <a:pt x="115" y="18"/>
                    <a:pt x="126" y="28"/>
                    <a:pt x="126" y="41"/>
                  </a:cubicBezTo>
                  <a:cubicBezTo>
                    <a:pt x="126" y="48"/>
                    <a:pt x="123" y="54"/>
                    <a:pt x="118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5" name="Freeform 47"/>
            <p:cNvSpPr>
              <a:spLocks noEditPoints="1"/>
            </p:cNvSpPr>
            <p:nvPr/>
          </p:nvSpPr>
          <p:spPr bwMode="auto">
            <a:xfrm>
              <a:off x="4125" y="2413"/>
              <a:ext cx="75" cy="75"/>
            </a:xfrm>
            <a:custGeom>
              <a:avLst/>
              <a:gdLst>
                <a:gd name="T0" fmla="*/ 31 w 61"/>
                <a:gd name="T1" fmla="*/ 0 h 61"/>
                <a:gd name="T2" fmla="*/ 0 w 61"/>
                <a:gd name="T3" fmla="*/ 30 h 61"/>
                <a:gd name="T4" fmla="*/ 31 w 61"/>
                <a:gd name="T5" fmla="*/ 61 h 61"/>
                <a:gd name="T6" fmla="*/ 61 w 61"/>
                <a:gd name="T7" fmla="*/ 30 h 61"/>
                <a:gd name="T8" fmla="*/ 31 w 61"/>
                <a:gd name="T9" fmla="*/ 0 h 61"/>
                <a:gd name="T10" fmla="*/ 31 w 61"/>
                <a:gd name="T11" fmla="*/ 55 h 61"/>
                <a:gd name="T12" fmla="*/ 6 w 61"/>
                <a:gd name="T13" fmla="*/ 30 h 61"/>
                <a:gd name="T14" fmla="*/ 31 w 61"/>
                <a:gd name="T15" fmla="*/ 5 h 61"/>
                <a:gd name="T16" fmla="*/ 55 w 61"/>
                <a:gd name="T17" fmla="*/ 30 h 61"/>
                <a:gd name="T18" fmla="*/ 31 w 61"/>
                <a:gd name="T19" fmla="*/ 55 h 61"/>
                <a:gd name="T20" fmla="*/ 27 w 61"/>
                <a:gd name="T21" fmla="*/ 15 h 61"/>
                <a:gd name="T22" fmla="*/ 34 w 61"/>
                <a:gd name="T23" fmla="*/ 15 h 61"/>
                <a:gd name="T24" fmla="*/ 34 w 61"/>
                <a:gd name="T25" fmla="*/ 23 h 61"/>
                <a:gd name="T26" fmla="*/ 27 w 61"/>
                <a:gd name="T27" fmla="*/ 23 h 61"/>
                <a:gd name="T28" fmla="*/ 27 w 61"/>
                <a:gd name="T29" fmla="*/ 15 h 61"/>
                <a:gd name="T30" fmla="*/ 38 w 61"/>
                <a:gd name="T31" fmla="*/ 45 h 61"/>
                <a:gd name="T32" fmla="*/ 23 w 61"/>
                <a:gd name="T33" fmla="*/ 45 h 61"/>
                <a:gd name="T34" fmla="*/ 23 w 61"/>
                <a:gd name="T35" fmla="*/ 42 h 61"/>
                <a:gd name="T36" fmla="*/ 27 w 61"/>
                <a:gd name="T37" fmla="*/ 42 h 61"/>
                <a:gd name="T38" fmla="*/ 27 w 61"/>
                <a:gd name="T39" fmla="*/ 30 h 61"/>
                <a:gd name="T40" fmla="*/ 23 w 61"/>
                <a:gd name="T41" fmla="*/ 30 h 61"/>
                <a:gd name="T42" fmla="*/ 23 w 61"/>
                <a:gd name="T43" fmla="*/ 26 h 61"/>
                <a:gd name="T44" fmla="*/ 34 w 61"/>
                <a:gd name="T45" fmla="*/ 26 h 61"/>
                <a:gd name="T46" fmla="*/ 34 w 61"/>
                <a:gd name="T47" fmla="*/ 42 h 61"/>
                <a:gd name="T48" fmla="*/ 38 w 61"/>
                <a:gd name="T49" fmla="*/ 42 h 61"/>
                <a:gd name="T50" fmla="*/ 38 w 61"/>
                <a:gd name="T51" fmla="*/ 4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1" h="61">
                  <a:moveTo>
                    <a:pt x="31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1"/>
                    <a:pt x="31" y="61"/>
                  </a:cubicBezTo>
                  <a:cubicBezTo>
                    <a:pt x="47" y="61"/>
                    <a:pt x="61" y="47"/>
                    <a:pt x="61" y="30"/>
                  </a:cubicBezTo>
                  <a:cubicBezTo>
                    <a:pt x="61" y="13"/>
                    <a:pt x="47" y="0"/>
                    <a:pt x="31" y="0"/>
                  </a:cubicBezTo>
                  <a:close/>
                  <a:moveTo>
                    <a:pt x="31" y="55"/>
                  </a:moveTo>
                  <a:cubicBezTo>
                    <a:pt x="17" y="55"/>
                    <a:pt x="6" y="44"/>
                    <a:pt x="6" y="30"/>
                  </a:cubicBezTo>
                  <a:cubicBezTo>
                    <a:pt x="6" y="17"/>
                    <a:pt x="17" y="5"/>
                    <a:pt x="31" y="5"/>
                  </a:cubicBezTo>
                  <a:cubicBezTo>
                    <a:pt x="44" y="5"/>
                    <a:pt x="55" y="17"/>
                    <a:pt x="55" y="30"/>
                  </a:cubicBezTo>
                  <a:cubicBezTo>
                    <a:pt x="55" y="44"/>
                    <a:pt x="44" y="55"/>
                    <a:pt x="31" y="55"/>
                  </a:cubicBezTo>
                  <a:close/>
                  <a:moveTo>
                    <a:pt x="27" y="15"/>
                  </a:moveTo>
                  <a:cubicBezTo>
                    <a:pt x="34" y="15"/>
                    <a:pt x="34" y="15"/>
                    <a:pt x="34" y="15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27" y="23"/>
                    <a:pt x="27" y="23"/>
                    <a:pt x="27" y="23"/>
                  </a:cubicBezTo>
                  <a:lnTo>
                    <a:pt x="27" y="15"/>
                  </a:lnTo>
                  <a:close/>
                  <a:moveTo>
                    <a:pt x="38" y="45"/>
                  </a:moveTo>
                  <a:cubicBezTo>
                    <a:pt x="23" y="45"/>
                    <a:pt x="23" y="45"/>
                    <a:pt x="23" y="45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8" y="42"/>
                    <a:pt x="38" y="42"/>
                    <a:pt x="38" y="42"/>
                  </a:cubicBezTo>
                  <a:lnTo>
                    <a:pt x="38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6" name="Freeform 48"/>
            <p:cNvSpPr>
              <a:spLocks noEditPoints="1"/>
            </p:cNvSpPr>
            <p:nvPr/>
          </p:nvSpPr>
          <p:spPr bwMode="auto">
            <a:xfrm>
              <a:off x="4144" y="2538"/>
              <a:ext cx="115" cy="116"/>
            </a:xfrm>
            <a:custGeom>
              <a:avLst/>
              <a:gdLst>
                <a:gd name="T0" fmla="*/ 85 w 94"/>
                <a:gd name="T1" fmla="*/ 20 h 94"/>
                <a:gd name="T2" fmla="*/ 37 w 94"/>
                <a:gd name="T3" fmla="*/ 2 h 94"/>
                <a:gd name="T4" fmla="*/ 20 w 94"/>
                <a:gd name="T5" fmla="*/ 9 h 94"/>
                <a:gd name="T6" fmla="*/ 2 w 94"/>
                <a:gd name="T7" fmla="*/ 57 h 94"/>
                <a:gd name="T8" fmla="*/ 10 w 94"/>
                <a:gd name="T9" fmla="*/ 74 h 94"/>
                <a:gd name="T10" fmla="*/ 57 w 94"/>
                <a:gd name="T11" fmla="*/ 92 h 94"/>
                <a:gd name="T12" fmla="*/ 74 w 94"/>
                <a:gd name="T13" fmla="*/ 84 h 94"/>
                <a:gd name="T14" fmla="*/ 92 w 94"/>
                <a:gd name="T15" fmla="*/ 37 h 94"/>
                <a:gd name="T16" fmla="*/ 85 w 94"/>
                <a:gd name="T17" fmla="*/ 20 h 94"/>
                <a:gd name="T18" fmla="*/ 36 w 94"/>
                <a:gd name="T19" fmla="*/ 38 h 94"/>
                <a:gd name="T20" fmla="*/ 62 w 94"/>
                <a:gd name="T21" fmla="*/ 47 h 94"/>
                <a:gd name="T22" fmla="*/ 61 w 94"/>
                <a:gd name="T23" fmla="*/ 52 h 94"/>
                <a:gd name="T24" fmla="*/ 42 w 94"/>
                <a:gd name="T25" fmla="*/ 61 h 94"/>
                <a:gd name="T26" fmla="*/ 33 w 94"/>
                <a:gd name="T27" fmla="*/ 42 h 94"/>
                <a:gd name="T28" fmla="*/ 36 w 94"/>
                <a:gd name="T29" fmla="*/ 38 h 94"/>
                <a:gd name="T30" fmla="*/ 76 w 94"/>
                <a:gd name="T31" fmla="*/ 53 h 94"/>
                <a:gd name="T32" fmla="*/ 69 w 94"/>
                <a:gd name="T33" fmla="*/ 70 h 94"/>
                <a:gd name="T34" fmla="*/ 66 w 94"/>
                <a:gd name="T35" fmla="*/ 79 h 94"/>
                <a:gd name="T36" fmla="*/ 59 w 94"/>
                <a:gd name="T37" fmla="*/ 82 h 94"/>
                <a:gd name="T38" fmla="*/ 15 w 94"/>
                <a:gd name="T39" fmla="*/ 65 h 94"/>
                <a:gd name="T40" fmla="*/ 12 w 94"/>
                <a:gd name="T41" fmla="*/ 59 h 94"/>
                <a:gd name="T42" fmla="*/ 15 w 94"/>
                <a:gd name="T43" fmla="*/ 50 h 94"/>
                <a:gd name="T44" fmla="*/ 22 w 94"/>
                <a:gd name="T45" fmla="*/ 32 h 94"/>
                <a:gd name="T46" fmla="*/ 22 w 94"/>
                <a:gd name="T47" fmla="*/ 32 h 94"/>
                <a:gd name="T48" fmla="*/ 29 w 94"/>
                <a:gd name="T49" fmla="*/ 35 h 94"/>
                <a:gd name="T50" fmla="*/ 27 w 94"/>
                <a:gd name="T51" fmla="*/ 39 h 94"/>
                <a:gd name="T52" fmla="*/ 39 w 94"/>
                <a:gd name="T53" fmla="*/ 67 h 94"/>
                <a:gd name="T54" fmla="*/ 67 w 94"/>
                <a:gd name="T55" fmla="*/ 55 h 94"/>
                <a:gd name="T56" fmla="*/ 69 w 94"/>
                <a:gd name="T57" fmla="*/ 50 h 94"/>
                <a:gd name="T58" fmla="*/ 76 w 94"/>
                <a:gd name="T59" fmla="*/ 53 h 94"/>
                <a:gd name="T60" fmla="*/ 82 w 94"/>
                <a:gd name="T61" fmla="*/ 37 h 94"/>
                <a:gd name="T62" fmla="*/ 79 w 94"/>
                <a:gd name="T63" fmla="*/ 38 h 94"/>
                <a:gd name="T64" fmla="*/ 74 w 94"/>
                <a:gd name="T65" fmla="*/ 37 h 94"/>
                <a:gd name="T66" fmla="*/ 73 w 94"/>
                <a:gd name="T67" fmla="*/ 34 h 94"/>
                <a:gd name="T68" fmla="*/ 74 w 94"/>
                <a:gd name="T69" fmla="*/ 29 h 94"/>
                <a:gd name="T70" fmla="*/ 77 w 94"/>
                <a:gd name="T71" fmla="*/ 28 h 94"/>
                <a:gd name="T72" fmla="*/ 82 w 94"/>
                <a:gd name="T73" fmla="*/ 29 h 94"/>
                <a:gd name="T74" fmla="*/ 83 w 94"/>
                <a:gd name="T75" fmla="*/ 32 h 94"/>
                <a:gd name="T76" fmla="*/ 82 w 94"/>
                <a:gd name="T77" fmla="*/ 3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4" h="94">
                  <a:moveTo>
                    <a:pt x="85" y="20"/>
                  </a:moveTo>
                  <a:cubicBezTo>
                    <a:pt x="37" y="2"/>
                    <a:pt x="37" y="2"/>
                    <a:pt x="37" y="2"/>
                  </a:cubicBezTo>
                  <a:cubicBezTo>
                    <a:pt x="30" y="0"/>
                    <a:pt x="23" y="3"/>
                    <a:pt x="20" y="9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0" y="64"/>
                    <a:pt x="3" y="71"/>
                    <a:pt x="10" y="7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64" y="94"/>
                    <a:pt x="71" y="91"/>
                    <a:pt x="74" y="84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4" y="30"/>
                    <a:pt x="91" y="23"/>
                    <a:pt x="85" y="20"/>
                  </a:cubicBezTo>
                  <a:close/>
                  <a:moveTo>
                    <a:pt x="36" y="38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2" y="49"/>
                    <a:pt x="61" y="50"/>
                    <a:pt x="61" y="52"/>
                  </a:cubicBezTo>
                  <a:cubicBezTo>
                    <a:pt x="58" y="60"/>
                    <a:pt x="49" y="63"/>
                    <a:pt x="42" y="61"/>
                  </a:cubicBezTo>
                  <a:cubicBezTo>
                    <a:pt x="34" y="58"/>
                    <a:pt x="31" y="49"/>
                    <a:pt x="33" y="42"/>
                  </a:cubicBezTo>
                  <a:cubicBezTo>
                    <a:pt x="34" y="40"/>
                    <a:pt x="35" y="39"/>
                    <a:pt x="36" y="38"/>
                  </a:cubicBezTo>
                  <a:close/>
                  <a:moveTo>
                    <a:pt x="76" y="53"/>
                  </a:moveTo>
                  <a:cubicBezTo>
                    <a:pt x="69" y="70"/>
                    <a:pt x="69" y="70"/>
                    <a:pt x="69" y="70"/>
                  </a:cubicBezTo>
                  <a:cubicBezTo>
                    <a:pt x="66" y="79"/>
                    <a:pt x="66" y="79"/>
                    <a:pt x="66" y="79"/>
                  </a:cubicBezTo>
                  <a:cubicBezTo>
                    <a:pt x="65" y="82"/>
                    <a:pt x="62" y="83"/>
                    <a:pt x="59" y="82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2" y="64"/>
                    <a:pt x="11" y="62"/>
                    <a:pt x="12" y="59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8" y="36"/>
                    <a:pt x="27" y="38"/>
                    <a:pt x="27" y="39"/>
                  </a:cubicBezTo>
                  <a:cubicBezTo>
                    <a:pt x="23" y="50"/>
                    <a:pt x="28" y="63"/>
                    <a:pt x="39" y="67"/>
                  </a:cubicBezTo>
                  <a:cubicBezTo>
                    <a:pt x="51" y="71"/>
                    <a:pt x="63" y="66"/>
                    <a:pt x="67" y="55"/>
                  </a:cubicBezTo>
                  <a:cubicBezTo>
                    <a:pt x="68" y="53"/>
                    <a:pt x="68" y="51"/>
                    <a:pt x="69" y="50"/>
                  </a:cubicBezTo>
                  <a:cubicBezTo>
                    <a:pt x="76" y="53"/>
                    <a:pt x="76" y="53"/>
                    <a:pt x="76" y="53"/>
                  </a:cubicBezTo>
                  <a:close/>
                  <a:moveTo>
                    <a:pt x="82" y="37"/>
                  </a:moveTo>
                  <a:cubicBezTo>
                    <a:pt x="81" y="38"/>
                    <a:pt x="80" y="39"/>
                    <a:pt x="79" y="38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3" y="36"/>
                    <a:pt x="72" y="35"/>
                    <a:pt x="73" y="34"/>
                  </a:cubicBezTo>
                  <a:cubicBezTo>
                    <a:pt x="74" y="29"/>
                    <a:pt x="74" y="29"/>
                    <a:pt x="74" y="29"/>
                  </a:cubicBezTo>
                  <a:cubicBezTo>
                    <a:pt x="75" y="28"/>
                    <a:pt x="76" y="27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30"/>
                    <a:pt x="84" y="31"/>
                    <a:pt x="83" y="32"/>
                  </a:cubicBezTo>
                  <a:lnTo>
                    <a:pt x="8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7" name="Freeform 49"/>
            <p:cNvSpPr>
              <a:spLocks noEditPoints="1"/>
            </p:cNvSpPr>
            <p:nvPr/>
          </p:nvSpPr>
          <p:spPr bwMode="auto">
            <a:xfrm>
              <a:off x="4215" y="2015"/>
              <a:ext cx="65" cy="65"/>
            </a:xfrm>
            <a:custGeom>
              <a:avLst/>
              <a:gdLst>
                <a:gd name="T0" fmla="*/ 44 w 53"/>
                <a:gd name="T1" fmla="*/ 0 h 53"/>
                <a:gd name="T2" fmla="*/ 9 w 53"/>
                <a:gd name="T3" fmla="*/ 0 h 53"/>
                <a:gd name="T4" fmla="*/ 0 w 53"/>
                <a:gd name="T5" fmla="*/ 9 h 53"/>
                <a:gd name="T6" fmla="*/ 0 w 53"/>
                <a:gd name="T7" fmla="*/ 44 h 53"/>
                <a:gd name="T8" fmla="*/ 9 w 53"/>
                <a:gd name="T9" fmla="*/ 53 h 53"/>
                <a:gd name="T10" fmla="*/ 44 w 53"/>
                <a:gd name="T11" fmla="*/ 53 h 53"/>
                <a:gd name="T12" fmla="*/ 53 w 53"/>
                <a:gd name="T13" fmla="*/ 44 h 53"/>
                <a:gd name="T14" fmla="*/ 53 w 53"/>
                <a:gd name="T15" fmla="*/ 9 h 53"/>
                <a:gd name="T16" fmla="*/ 44 w 53"/>
                <a:gd name="T17" fmla="*/ 0 h 53"/>
                <a:gd name="T18" fmla="*/ 20 w 53"/>
                <a:gd name="T19" fmla="*/ 43 h 53"/>
                <a:gd name="T20" fmla="*/ 13 w 53"/>
                <a:gd name="T21" fmla="*/ 43 h 53"/>
                <a:gd name="T22" fmla="*/ 13 w 53"/>
                <a:gd name="T23" fmla="*/ 20 h 53"/>
                <a:gd name="T24" fmla="*/ 20 w 53"/>
                <a:gd name="T25" fmla="*/ 20 h 53"/>
                <a:gd name="T26" fmla="*/ 20 w 53"/>
                <a:gd name="T27" fmla="*/ 43 h 53"/>
                <a:gd name="T28" fmla="*/ 17 w 53"/>
                <a:gd name="T29" fmla="*/ 16 h 53"/>
                <a:gd name="T30" fmla="*/ 13 w 53"/>
                <a:gd name="T31" fmla="*/ 13 h 53"/>
                <a:gd name="T32" fmla="*/ 17 w 53"/>
                <a:gd name="T33" fmla="*/ 10 h 53"/>
                <a:gd name="T34" fmla="*/ 20 w 53"/>
                <a:gd name="T35" fmla="*/ 13 h 53"/>
                <a:gd name="T36" fmla="*/ 17 w 53"/>
                <a:gd name="T37" fmla="*/ 16 h 53"/>
                <a:gd name="T38" fmla="*/ 43 w 53"/>
                <a:gd name="T39" fmla="*/ 43 h 53"/>
                <a:gd name="T40" fmla="*/ 37 w 53"/>
                <a:gd name="T41" fmla="*/ 43 h 53"/>
                <a:gd name="T42" fmla="*/ 37 w 53"/>
                <a:gd name="T43" fmla="*/ 30 h 53"/>
                <a:gd name="T44" fmla="*/ 33 w 53"/>
                <a:gd name="T45" fmla="*/ 26 h 53"/>
                <a:gd name="T46" fmla="*/ 30 w 53"/>
                <a:gd name="T47" fmla="*/ 30 h 53"/>
                <a:gd name="T48" fmla="*/ 30 w 53"/>
                <a:gd name="T49" fmla="*/ 43 h 53"/>
                <a:gd name="T50" fmla="*/ 23 w 53"/>
                <a:gd name="T51" fmla="*/ 43 h 53"/>
                <a:gd name="T52" fmla="*/ 23 w 53"/>
                <a:gd name="T53" fmla="*/ 20 h 53"/>
                <a:gd name="T54" fmla="*/ 30 w 53"/>
                <a:gd name="T55" fmla="*/ 20 h 53"/>
                <a:gd name="T56" fmla="*/ 30 w 53"/>
                <a:gd name="T57" fmla="*/ 24 h 53"/>
                <a:gd name="T58" fmla="*/ 36 w 53"/>
                <a:gd name="T59" fmla="*/ 20 h 53"/>
                <a:gd name="T60" fmla="*/ 43 w 53"/>
                <a:gd name="T61" fmla="*/ 28 h 53"/>
                <a:gd name="T62" fmla="*/ 43 w 53"/>
                <a:gd name="T63" fmla="*/ 4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3" h="53">
                  <a:moveTo>
                    <a:pt x="44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9"/>
                    <a:pt x="4" y="53"/>
                    <a:pt x="9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9" y="53"/>
                    <a:pt x="53" y="49"/>
                    <a:pt x="53" y="44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4"/>
                    <a:pt x="49" y="0"/>
                    <a:pt x="44" y="0"/>
                  </a:cubicBezTo>
                  <a:close/>
                  <a:moveTo>
                    <a:pt x="20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20" y="20"/>
                    <a:pt x="20" y="20"/>
                    <a:pt x="20" y="20"/>
                  </a:cubicBezTo>
                  <a:lnTo>
                    <a:pt x="20" y="43"/>
                  </a:lnTo>
                  <a:close/>
                  <a:moveTo>
                    <a:pt x="17" y="16"/>
                  </a:moveTo>
                  <a:cubicBezTo>
                    <a:pt x="15" y="16"/>
                    <a:pt x="13" y="15"/>
                    <a:pt x="13" y="13"/>
                  </a:cubicBezTo>
                  <a:cubicBezTo>
                    <a:pt x="13" y="11"/>
                    <a:pt x="15" y="10"/>
                    <a:pt x="17" y="10"/>
                  </a:cubicBezTo>
                  <a:cubicBezTo>
                    <a:pt x="18" y="10"/>
                    <a:pt x="20" y="11"/>
                    <a:pt x="20" y="13"/>
                  </a:cubicBezTo>
                  <a:cubicBezTo>
                    <a:pt x="20" y="15"/>
                    <a:pt x="18" y="16"/>
                    <a:pt x="17" y="16"/>
                  </a:cubicBezTo>
                  <a:close/>
                  <a:moveTo>
                    <a:pt x="43" y="43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28"/>
                    <a:pt x="35" y="26"/>
                    <a:pt x="33" y="26"/>
                  </a:cubicBezTo>
                  <a:cubicBezTo>
                    <a:pt x="31" y="26"/>
                    <a:pt x="30" y="28"/>
                    <a:pt x="30" y="30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1" y="22"/>
                    <a:pt x="33" y="20"/>
                    <a:pt x="36" y="20"/>
                  </a:cubicBezTo>
                  <a:cubicBezTo>
                    <a:pt x="40" y="20"/>
                    <a:pt x="43" y="23"/>
                    <a:pt x="43" y="28"/>
                  </a:cubicBezTo>
                  <a:lnTo>
                    <a:pt x="43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8" name="Freeform 50"/>
            <p:cNvSpPr>
              <a:spLocks noEditPoints="1"/>
            </p:cNvSpPr>
            <p:nvPr/>
          </p:nvSpPr>
          <p:spPr bwMode="auto">
            <a:xfrm>
              <a:off x="4159" y="1925"/>
              <a:ext cx="119" cy="75"/>
            </a:xfrm>
            <a:custGeom>
              <a:avLst/>
              <a:gdLst>
                <a:gd name="T0" fmla="*/ 36 w 119"/>
                <a:gd name="T1" fmla="*/ 52 h 75"/>
                <a:gd name="T2" fmla="*/ 36 w 119"/>
                <a:gd name="T3" fmla="*/ 30 h 75"/>
                <a:gd name="T4" fmla="*/ 59 w 119"/>
                <a:gd name="T5" fmla="*/ 30 h 75"/>
                <a:gd name="T6" fmla="*/ 29 w 119"/>
                <a:gd name="T7" fmla="*/ 0 h 75"/>
                <a:gd name="T8" fmla="*/ 0 w 119"/>
                <a:gd name="T9" fmla="*/ 30 h 75"/>
                <a:gd name="T10" fmla="*/ 22 w 119"/>
                <a:gd name="T11" fmla="*/ 30 h 75"/>
                <a:gd name="T12" fmla="*/ 22 w 119"/>
                <a:gd name="T13" fmla="*/ 68 h 75"/>
                <a:gd name="T14" fmla="*/ 66 w 119"/>
                <a:gd name="T15" fmla="*/ 68 h 75"/>
                <a:gd name="T16" fmla="*/ 51 w 119"/>
                <a:gd name="T17" fmla="*/ 52 h 75"/>
                <a:gd name="T18" fmla="*/ 36 w 119"/>
                <a:gd name="T19" fmla="*/ 52 h 75"/>
                <a:gd name="T20" fmla="*/ 97 w 119"/>
                <a:gd name="T21" fmla="*/ 45 h 75"/>
                <a:gd name="T22" fmla="*/ 97 w 119"/>
                <a:gd name="T23" fmla="*/ 8 h 75"/>
                <a:gd name="T24" fmla="*/ 51 w 119"/>
                <a:gd name="T25" fmla="*/ 8 h 75"/>
                <a:gd name="T26" fmla="*/ 66 w 119"/>
                <a:gd name="T27" fmla="*/ 22 h 75"/>
                <a:gd name="T28" fmla="*/ 81 w 119"/>
                <a:gd name="T29" fmla="*/ 22 h 75"/>
                <a:gd name="T30" fmla="*/ 81 w 119"/>
                <a:gd name="T31" fmla="*/ 45 h 75"/>
                <a:gd name="T32" fmla="*/ 59 w 119"/>
                <a:gd name="T33" fmla="*/ 45 h 75"/>
                <a:gd name="T34" fmla="*/ 89 w 119"/>
                <a:gd name="T35" fmla="*/ 75 h 75"/>
                <a:gd name="T36" fmla="*/ 119 w 119"/>
                <a:gd name="T37" fmla="*/ 45 h 75"/>
                <a:gd name="T38" fmla="*/ 97 w 119"/>
                <a:gd name="T39" fmla="*/ 4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9" h="75">
                  <a:moveTo>
                    <a:pt x="36" y="52"/>
                  </a:moveTo>
                  <a:lnTo>
                    <a:pt x="36" y="30"/>
                  </a:lnTo>
                  <a:lnTo>
                    <a:pt x="59" y="30"/>
                  </a:lnTo>
                  <a:lnTo>
                    <a:pt x="29" y="0"/>
                  </a:lnTo>
                  <a:lnTo>
                    <a:pt x="0" y="30"/>
                  </a:lnTo>
                  <a:lnTo>
                    <a:pt x="22" y="30"/>
                  </a:lnTo>
                  <a:lnTo>
                    <a:pt x="22" y="68"/>
                  </a:lnTo>
                  <a:lnTo>
                    <a:pt x="66" y="68"/>
                  </a:lnTo>
                  <a:lnTo>
                    <a:pt x="51" y="52"/>
                  </a:lnTo>
                  <a:lnTo>
                    <a:pt x="36" y="52"/>
                  </a:lnTo>
                  <a:close/>
                  <a:moveTo>
                    <a:pt x="97" y="45"/>
                  </a:moveTo>
                  <a:lnTo>
                    <a:pt x="97" y="8"/>
                  </a:lnTo>
                  <a:lnTo>
                    <a:pt x="51" y="8"/>
                  </a:lnTo>
                  <a:lnTo>
                    <a:pt x="66" y="22"/>
                  </a:lnTo>
                  <a:lnTo>
                    <a:pt x="81" y="22"/>
                  </a:lnTo>
                  <a:lnTo>
                    <a:pt x="81" y="45"/>
                  </a:lnTo>
                  <a:lnTo>
                    <a:pt x="59" y="45"/>
                  </a:lnTo>
                  <a:lnTo>
                    <a:pt x="89" y="75"/>
                  </a:lnTo>
                  <a:lnTo>
                    <a:pt x="119" y="45"/>
                  </a:lnTo>
                  <a:lnTo>
                    <a:pt x="97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9" name="Freeform 51"/>
            <p:cNvSpPr>
              <a:spLocks noEditPoints="1"/>
            </p:cNvSpPr>
            <p:nvPr/>
          </p:nvSpPr>
          <p:spPr bwMode="auto">
            <a:xfrm>
              <a:off x="4261" y="1531"/>
              <a:ext cx="122" cy="123"/>
            </a:xfrm>
            <a:custGeom>
              <a:avLst/>
              <a:gdLst>
                <a:gd name="T0" fmla="*/ 96 w 100"/>
                <a:gd name="T1" fmla="*/ 85 h 100"/>
                <a:gd name="T2" fmla="*/ 73 w 100"/>
                <a:gd name="T3" fmla="*/ 65 h 100"/>
                <a:gd name="T4" fmla="*/ 66 w 100"/>
                <a:gd name="T5" fmla="*/ 61 h 100"/>
                <a:gd name="T6" fmla="*/ 74 w 100"/>
                <a:gd name="T7" fmla="*/ 37 h 100"/>
                <a:gd name="T8" fmla="*/ 37 w 100"/>
                <a:gd name="T9" fmla="*/ 0 h 100"/>
                <a:gd name="T10" fmla="*/ 0 w 100"/>
                <a:gd name="T11" fmla="*/ 37 h 100"/>
                <a:gd name="T12" fmla="*/ 37 w 100"/>
                <a:gd name="T13" fmla="*/ 75 h 100"/>
                <a:gd name="T14" fmla="*/ 61 w 100"/>
                <a:gd name="T15" fmla="*/ 66 h 100"/>
                <a:gd name="T16" fmla="*/ 64 w 100"/>
                <a:gd name="T17" fmla="*/ 73 h 100"/>
                <a:gd name="T18" fmla="*/ 84 w 100"/>
                <a:gd name="T19" fmla="*/ 96 h 100"/>
                <a:gd name="T20" fmla="*/ 97 w 100"/>
                <a:gd name="T21" fmla="*/ 97 h 100"/>
                <a:gd name="T22" fmla="*/ 96 w 100"/>
                <a:gd name="T23" fmla="*/ 85 h 100"/>
                <a:gd name="T24" fmla="*/ 37 w 100"/>
                <a:gd name="T25" fmla="*/ 62 h 100"/>
                <a:gd name="T26" fmla="*/ 12 w 100"/>
                <a:gd name="T27" fmla="*/ 37 h 100"/>
                <a:gd name="T28" fmla="*/ 37 w 100"/>
                <a:gd name="T29" fmla="*/ 12 h 100"/>
                <a:gd name="T30" fmla="*/ 62 w 100"/>
                <a:gd name="T31" fmla="*/ 37 h 100"/>
                <a:gd name="T32" fmla="*/ 37 w 100"/>
                <a:gd name="T33" fmla="*/ 6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00">
                  <a:moveTo>
                    <a:pt x="96" y="85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70" y="62"/>
                    <a:pt x="68" y="61"/>
                    <a:pt x="66" y="61"/>
                  </a:cubicBezTo>
                  <a:cubicBezTo>
                    <a:pt x="71" y="55"/>
                    <a:pt x="74" y="46"/>
                    <a:pt x="74" y="37"/>
                  </a:cubicBezTo>
                  <a:cubicBezTo>
                    <a:pt x="74" y="17"/>
                    <a:pt x="58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5"/>
                    <a:pt x="37" y="75"/>
                  </a:cubicBezTo>
                  <a:cubicBezTo>
                    <a:pt x="46" y="75"/>
                    <a:pt x="55" y="71"/>
                    <a:pt x="61" y="66"/>
                  </a:cubicBezTo>
                  <a:cubicBezTo>
                    <a:pt x="61" y="68"/>
                    <a:pt x="62" y="70"/>
                    <a:pt x="64" y="73"/>
                  </a:cubicBezTo>
                  <a:cubicBezTo>
                    <a:pt x="84" y="96"/>
                    <a:pt x="84" y="96"/>
                    <a:pt x="84" y="96"/>
                  </a:cubicBezTo>
                  <a:cubicBezTo>
                    <a:pt x="88" y="100"/>
                    <a:pt x="94" y="100"/>
                    <a:pt x="97" y="97"/>
                  </a:cubicBezTo>
                  <a:cubicBezTo>
                    <a:pt x="100" y="94"/>
                    <a:pt x="100" y="88"/>
                    <a:pt x="96" y="85"/>
                  </a:cubicBezTo>
                  <a:close/>
                  <a:moveTo>
                    <a:pt x="37" y="62"/>
                  </a:moveTo>
                  <a:cubicBezTo>
                    <a:pt x="23" y="62"/>
                    <a:pt x="12" y="51"/>
                    <a:pt x="12" y="37"/>
                  </a:cubicBezTo>
                  <a:cubicBezTo>
                    <a:pt x="12" y="23"/>
                    <a:pt x="23" y="12"/>
                    <a:pt x="37" y="12"/>
                  </a:cubicBezTo>
                  <a:cubicBezTo>
                    <a:pt x="51" y="12"/>
                    <a:pt x="62" y="23"/>
                    <a:pt x="62" y="37"/>
                  </a:cubicBezTo>
                  <a:cubicBezTo>
                    <a:pt x="62" y="51"/>
                    <a:pt x="51" y="62"/>
                    <a:pt x="37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0" name="Freeform 52"/>
            <p:cNvSpPr>
              <a:spLocks/>
            </p:cNvSpPr>
            <p:nvPr/>
          </p:nvSpPr>
          <p:spPr bwMode="auto">
            <a:xfrm>
              <a:off x="4134" y="1516"/>
              <a:ext cx="152" cy="148"/>
            </a:xfrm>
            <a:custGeom>
              <a:avLst/>
              <a:gdLst>
                <a:gd name="T0" fmla="*/ 78 w 124"/>
                <a:gd name="T1" fmla="*/ 84 h 120"/>
                <a:gd name="T2" fmla="*/ 75 w 124"/>
                <a:gd name="T3" fmla="*/ 75 h 120"/>
                <a:gd name="T4" fmla="*/ 86 w 124"/>
                <a:gd name="T5" fmla="*/ 54 h 120"/>
                <a:gd name="T6" fmla="*/ 89 w 124"/>
                <a:gd name="T7" fmla="*/ 37 h 120"/>
                <a:gd name="T8" fmla="*/ 62 w 124"/>
                <a:gd name="T9" fmla="*/ 0 h 120"/>
                <a:gd name="T10" fmla="*/ 36 w 124"/>
                <a:gd name="T11" fmla="*/ 37 h 120"/>
                <a:gd name="T12" fmla="*/ 39 w 124"/>
                <a:gd name="T13" fmla="*/ 54 h 120"/>
                <a:gd name="T14" fmla="*/ 50 w 124"/>
                <a:gd name="T15" fmla="*/ 75 h 120"/>
                <a:gd name="T16" fmla="*/ 47 w 124"/>
                <a:gd name="T17" fmla="*/ 84 h 120"/>
                <a:gd name="T18" fmla="*/ 0 w 124"/>
                <a:gd name="T19" fmla="*/ 120 h 120"/>
                <a:gd name="T20" fmla="*/ 62 w 124"/>
                <a:gd name="T21" fmla="*/ 120 h 120"/>
                <a:gd name="T22" fmla="*/ 124 w 124"/>
                <a:gd name="T23" fmla="*/ 120 h 120"/>
                <a:gd name="T24" fmla="*/ 78 w 124"/>
                <a:gd name="T25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" h="120">
                  <a:moveTo>
                    <a:pt x="78" y="84"/>
                  </a:moveTo>
                  <a:cubicBezTo>
                    <a:pt x="75" y="84"/>
                    <a:pt x="75" y="75"/>
                    <a:pt x="75" y="75"/>
                  </a:cubicBezTo>
                  <a:cubicBezTo>
                    <a:pt x="75" y="75"/>
                    <a:pt x="84" y="66"/>
                    <a:pt x="86" y="54"/>
                  </a:cubicBezTo>
                  <a:cubicBezTo>
                    <a:pt x="91" y="54"/>
                    <a:pt x="94" y="41"/>
                    <a:pt x="89" y="37"/>
                  </a:cubicBezTo>
                  <a:cubicBezTo>
                    <a:pt x="89" y="32"/>
                    <a:pt x="96" y="0"/>
                    <a:pt x="62" y="0"/>
                  </a:cubicBezTo>
                  <a:cubicBezTo>
                    <a:pt x="29" y="0"/>
                    <a:pt x="36" y="32"/>
                    <a:pt x="36" y="37"/>
                  </a:cubicBezTo>
                  <a:cubicBezTo>
                    <a:pt x="31" y="41"/>
                    <a:pt x="34" y="54"/>
                    <a:pt x="39" y="54"/>
                  </a:cubicBezTo>
                  <a:cubicBezTo>
                    <a:pt x="41" y="66"/>
                    <a:pt x="50" y="75"/>
                    <a:pt x="50" y="75"/>
                  </a:cubicBezTo>
                  <a:cubicBezTo>
                    <a:pt x="50" y="75"/>
                    <a:pt x="50" y="84"/>
                    <a:pt x="47" y="84"/>
                  </a:cubicBezTo>
                  <a:cubicBezTo>
                    <a:pt x="37" y="86"/>
                    <a:pt x="0" y="102"/>
                    <a:pt x="0" y="120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124" y="120"/>
                    <a:pt x="124" y="120"/>
                    <a:pt x="124" y="120"/>
                  </a:cubicBezTo>
                  <a:cubicBezTo>
                    <a:pt x="124" y="102"/>
                    <a:pt x="88" y="86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1" name="Freeform 53"/>
            <p:cNvSpPr>
              <a:spLocks noEditPoints="1"/>
            </p:cNvSpPr>
            <p:nvPr/>
          </p:nvSpPr>
          <p:spPr bwMode="auto">
            <a:xfrm>
              <a:off x="4164" y="2658"/>
              <a:ext cx="50" cy="81"/>
            </a:xfrm>
            <a:custGeom>
              <a:avLst/>
              <a:gdLst>
                <a:gd name="T0" fmla="*/ 21 w 41"/>
                <a:gd name="T1" fmla="*/ 0 h 66"/>
                <a:gd name="T2" fmla="*/ 0 w 41"/>
                <a:gd name="T3" fmla="*/ 21 h 66"/>
                <a:gd name="T4" fmla="*/ 21 w 41"/>
                <a:gd name="T5" fmla="*/ 66 h 66"/>
                <a:gd name="T6" fmla="*/ 41 w 41"/>
                <a:gd name="T7" fmla="*/ 21 h 66"/>
                <a:gd name="T8" fmla="*/ 21 w 41"/>
                <a:gd name="T9" fmla="*/ 0 h 66"/>
                <a:gd name="T10" fmla="*/ 21 w 41"/>
                <a:gd name="T11" fmla="*/ 34 h 66"/>
                <a:gd name="T12" fmla="*/ 8 w 41"/>
                <a:gd name="T13" fmla="*/ 21 h 66"/>
                <a:gd name="T14" fmla="*/ 21 w 41"/>
                <a:gd name="T15" fmla="*/ 8 h 66"/>
                <a:gd name="T16" fmla="*/ 33 w 41"/>
                <a:gd name="T17" fmla="*/ 21 h 66"/>
                <a:gd name="T18" fmla="*/ 21 w 41"/>
                <a:gd name="T19" fmla="*/ 34 h 66"/>
                <a:gd name="T20" fmla="*/ 13 w 41"/>
                <a:gd name="T21" fmla="*/ 21 h 66"/>
                <a:gd name="T22" fmla="*/ 21 w 41"/>
                <a:gd name="T23" fmla="*/ 29 h 66"/>
                <a:gd name="T24" fmla="*/ 29 w 41"/>
                <a:gd name="T25" fmla="*/ 21 h 66"/>
                <a:gd name="T26" fmla="*/ 21 w 41"/>
                <a:gd name="T27" fmla="*/ 13 h 66"/>
                <a:gd name="T28" fmla="*/ 13 w 41"/>
                <a:gd name="T29" fmla="*/ 21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66">
                  <a:moveTo>
                    <a:pt x="21" y="0"/>
                  </a:moveTo>
                  <a:cubicBezTo>
                    <a:pt x="9" y="0"/>
                    <a:pt x="0" y="10"/>
                    <a:pt x="0" y="21"/>
                  </a:cubicBezTo>
                  <a:cubicBezTo>
                    <a:pt x="0" y="42"/>
                    <a:pt x="21" y="66"/>
                    <a:pt x="21" y="66"/>
                  </a:cubicBezTo>
                  <a:cubicBezTo>
                    <a:pt x="21" y="66"/>
                    <a:pt x="41" y="42"/>
                    <a:pt x="41" y="21"/>
                  </a:cubicBezTo>
                  <a:cubicBezTo>
                    <a:pt x="41" y="10"/>
                    <a:pt x="32" y="0"/>
                    <a:pt x="21" y="0"/>
                  </a:cubicBezTo>
                  <a:close/>
                  <a:moveTo>
                    <a:pt x="21" y="34"/>
                  </a:moveTo>
                  <a:cubicBezTo>
                    <a:pt x="14" y="34"/>
                    <a:pt x="8" y="28"/>
                    <a:pt x="8" y="21"/>
                  </a:cubicBezTo>
                  <a:cubicBezTo>
                    <a:pt x="8" y="14"/>
                    <a:pt x="14" y="8"/>
                    <a:pt x="21" y="8"/>
                  </a:cubicBezTo>
                  <a:cubicBezTo>
                    <a:pt x="28" y="8"/>
                    <a:pt x="33" y="14"/>
                    <a:pt x="33" y="21"/>
                  </a:cubicBezTo>
                  <a:cubicBezTo>
                    <a:pt x="33" y="28"/>
                    <a:pt x="28" y="34"/>
                    <a:pt x="21" y="34"/>
                  </a:cubicBezTo>
                  <a:close/>
                  <a:moveTo>
                    <a:pt x="13" y="21"/>
                  </a:moveTo>
                  <a:cubicBezTo>
                    <a:pt x="13" y="25"/>
                    <a:pt x="16" y="29"/>
                    <a:pt x="21" y="29"/>
                  </a:cubicBezTo>
                  <a:cubicBezTo>
                    <a:pt x="25" y="29"/>
                    <a:pt x="29" y="25"/>
                    <a:pt x="29" y="21"/>
                  </a:cubicBezTo>
                  <a:cubicBezTo>
                    <a:pt x="29" y="17"/>
                    <a:pt x="25" y="13"/>
                    <a:pt x="21" y="13"/>
                  </a:cubicBezTo>
                  <a:cubicBezTo>
                    <a:pt x="16" y="13"/>
                    <a:pt x="13" y="17"/>
                    <a:pt x="13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2" name="Freeform 54"/>
            <p:cNvSpPr>
              <a:spLocks noEditPoints="1"/>
            </p:cNvSpPr>
            <p:nvPr/>
          </p:nvSpPr>
          <p:spPr bwMode="auto">
            <a:xfrm>
              <a:off x="4108" y="2745"/>
              <a:ext cx="79" cy="105"/>
            </a:xfrm>
            <a:custGeom>
              <a:avLst/>
              <a:gdLst>
                <a:gd name="T0" fmla="*/ 58 w 64"/>
                <a:gd name="T1" fmla="*/ 9 h 86"/>
                <a:gd name="T2" fmla="*/ 24 w 64"/>
                <a:gd name="T3" fmla="*/ 1 h 86"/>
                <a:gd name="T4" fmla="*/ 16 w 64"/>
                <a:gd name="T5" fmla="*/ 7 h 86"/>
                <a:gd name="T6" fmla="*/ 1 w 64"/>
                <a:gd name="T7" fmla="*/ 68 h 86"/>
                <a:gd name="T8" fmla="*/ 6 w 64"/>
                <a:gd name="T9" fmla="*/ 77 h 86"/>
                <a:gd name="T10" fmla="*/ 39 w 64"/>
                <a:gd name="T11" fmla="*/ 85 h 86"/>
                <a:gd name="T12" fmla="*/ 48 w 64"/>
                <a:gd name="T13" fmla="*/ 80 h 86"/>
                <a:gd name="T14" fmla="*/ 63 w 64"/>
                <a:gd name="T15" fmla="*/ 18 h 86"/>
                <a:gd name="T16" fmla="*/ 58 w 64"/>
                <a:gd name="T17" fmla="*/ 9 h 86"/>
                <a:gd name="T18" fmla="*/ 31 w 64"/>
                <a:gd name="T19" fmla="*/ 7 h 86"/>
                <a:gd name="T20" fmla="*/ 50 w 64"/>
                <a:gd name="T21" fmla="*/ 11 h 86"/>
                <a:gd name="T22" fmla="*/ 49 w 64"/>
                <a:gd name="T23" fmla="*/ 13 h 86"/>
                <a:gd name="T24" fmla="*/ 30 w 64"/>
                <a:gd name="T25" fmla="*/ 9 h 86"/>
                <a:gd name="T26" fmla="*/ 31 w 64"/>
                <a:gd name="T27" fmla="*/ 7 h 86"/>
                <a:gd name="T28" fmla="*/ 24 w 64"/>
                <a:gd name="T29" fmla="*/ 76 h 86"/>
                <a:gd name="T30" fmla="*/ 20 w 64"/>
                <a:gd name="T31" fmla="*/ 70 h 86"/>
                <a:gd name="T32" fmla="*/ 26 w 64"/>
                <a:gd name="T33" fmla="*/ 67 h 86"/>
                <a:gd name="T34" fmla="*/ 30 w 64"/>
                <a:gd name="T35" fmla="*/ 73 h 86"/>
                <a:gd name="T36" fmla="*/ 24 w 64"/>
                <a:gd name="T37" fmla="*/ 76 h 86"/>
                <a:gd name="T38" fmla="*/ 46 w 64"/>
                <a:gd name="T39" fmla="*/ 67 h 86"/>
                <a:gd name="T40" fmla="*/ 8 w 64"/>
                <a:gd name="T41" fmla="*/ 57 h 86"/>
                <a:gd name="T42" fmla="*/ 20 w 64"/>
                <a:gd name="T43" fmla="*/ 10 h 86"/>
                <a:gd name="T44" fmla="*/ 58 w 64"/>
                <a:gd name="T45" fmla="*/ 19 h 86"/>
                <a:gd name="T46" fmla="*/ 46 w 64"/>
                <a:gd name="T47" fmla="*/ 6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86">
                  <a:moveTo>
                    <a:pt x="58" y="9"/>
                  </a:moveTo>
                  <a:cubicBezTo>
                    <a:pt x="24" y="1"/>
                    <a:pt x="24" y="1"/>
                    <a:pt x="24" y="1"/>
                  </a:cubicBezTo>
                  <a:cubicBezTo>
                    <a:pt x="21" y="0"/>
                    <a:pt x="17" y="3"/>
                    <a:pt x="16" y="7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0" y="72"/>
                    <a:pt x="2" y="76"/>
                    <a:pt x="6" y="7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43" y="86"/>
                    <a:pt x="47" y="84"/>
                    <a:pt x="48" y="80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4" y="14"/>
                    <a:pt x="61" y="10"/>
                    <a:pt x="58" y="9"/>
                  </a:cubicBezTo>
                  <a:close/>
                  <a:moveTo>
                    <a:pt x="31" y="7"/>
                  </a:moveTo>
                  <a:cubicBezTo>
                    <a:pt x="50" y="11"/>
                    <a:pt x="50" y="11"/>
                    <a:pt x="50" y="11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30" y="9"/>
                    <a:pt x="30" y="9"/>
                    <a:pt x="30" y="9"/>
                  </a:cubicBezTo>
                  <a:lnTo>
                    <a:pt x="31" y="7"/>
                  </a:lnTo>
                  <a:close/>
                  <a:moveTo>
                    <a:pt x="24" y="76"/>
                  </a:moveTo>
                  <a:cubicBezTo>
                    <a:pt x="21" y="76"/>
                    <a:pt x="19" y="73"/>
                    <a:pt x="20" y="70"/>
                  </a:cubicBezTo>
                  <a:cubicBezTo>
                    <a:pt x="21" y="68"/>
                    <a:pt x="23" y="66"/>
                    <a:pt x="26" y="67"/>
                  </a:cubicBezTo>
                  <a:cubicBezTo>
                    <a:pt x="29" y="67"/>
                    <a:pt x="30" y="70"/>
                    <a:pt x="30" y="73"/>
                  </a:cubicBezTo>
                  <a:cubicBezTo>
                    <a:pt x="29" y="75"/>
                    <a:pt x="26" y="77"/>
                    <a:pt x="24" y="76"/>
                  </a:cubicBezTo>
                  <a:close/>
                  <a:moveTo>
                    <a:pt x="46" y="67"/>
                  </a:moveTo>
                  <a:cubicBezTo>
                    <a:pt x="8" y="57"/>
                    <a:pt x="8" y="57"/>
                    <a:pt x="8" y="5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58" y="19"/>
                    <a:pt x="58" y="19"/>
                    <a:pt x="58" y="19"/>
                  </a:cubicBezTo>
                  <a:lnTo>
                    <a:pt x="46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3" name="Freeform 55"/>
            <p:cNvSpPr>
              <a:spLocks noEditPoints="1"/>
            </p:cNvSpPr>
            <p:nvPr/>
          </p:nvSpPr>
          <p:spPr bwMode="auto">
            <a:xfrm>
              <a:off x="4091" y="2019"/>
              <a:ext cx="106" cy="80"/>
            </a:xfrm>
            <a:custGeom>
              <a:avLst/>
              <a:gdLst>
                <a:gd name="T0" fmla="*/ 75 w 86"/>
                <a:gd name="T1" fmla="*/ 11 h 65"/>
                <a:gd name="T2" fmla="*/ 75 w 86"/>
                <a:gd name="T3" fmla="*/ 0 h 65"/>
                <a:gd name="T4" fmla="*/ 0 w 86"/>
                <a:gd name="T5" fmla="*/ 0 h 65"/>
                <a:gd name="T6" fmla="*/ 0 w 86"/>
                <a:gd name="T7" fmla="*/ 59 h 65"/>
                <a:gd name="T8" fmla="*/ 5 w 86"/>
                <a:gd name="T9" fmla="*/ 65 h 65"/>
                <a:gd name="T10" fmla="*/ 78 w 86"/>
                <a:gd name="T11" fmla="*/ 65 h 65"/>
                <a:gd name="T12" fmla="*/ 86 w 86"/>
                <a:gd name="T13" fmla="*/ 57 h 65"/>
                <a:gd name="T14" fmla="*/ 86 w 86"/>
                <a:gd name="T15" fmla="*/ 11 h 65"/>
                <a:gd name="T16" fmla="*/ 75 w 86"/>
                <a:gd name="T17" fmla="*/ 11 h 65"/>
                <a:gd name="T18" fmla="*/ 70 w 86"/>
                <a:gd name="T19" fmla="*/ 59 h 65"/>
                <a:gd name="T20" fmla="*/ 5 w 86"/>
                <a:gd name="T21" fmla="*/ 59 h 65"/>
                <a:gd name="T22" fmla="*/ 5 w 86"/>
                <a:gd name="T23" fmla="*/ 5 h 65"/>
                <a:gd name="T24" fmla="*/ 70 w 86"/>
                <a:gd name="T25" fmla="*/ 5 h 65"/>
                <a:gd name="T26" fmla="*/ 70 w 86"/>
                <a:gd name="T27" fmla="*/ 59 h 65"/>
                <a:gd name="T28" fmla="*/ 10 w 86"/>
                <a:gd name="T29" fmla="*/ 16 h 65"/>
                <a:gd name="T30" fmla="*/ 64 w 86"/>
                <a:gd name="T31" fmla="*/ 16 h 65"/>
                <a:gd name="T32" fmla="*/ 64 w 86"/>
                <a:gd name="T33" fmla="*/ 22 h 65"/>
                <a:gd name="T34" fmla="*/ 10 w 86"/>
                <a:gd name="T35" fmla="*/ 22 h 65"/>
                <a:gd name="T36" fmla="*/ 10 w 86"/>
                <a:gd name="T37" fmla="*/ 16 h 65"/>
                <a:gd name="T38" fmla="*/ 43 w 86"/>
                <a:gd name="T39" fmla="*/ 27 h 65"/>
                <a:gd name="T40" fmla="*/ 64 w 86"/>
                <a:gd name="T41" fmla="*/ 27 h 65"/>
                <a:gd name="T42" fmla="*/ 64 w 86"/>
                <a:gd name="T43" fmla="*/ 32 h 65"/>
                <a:gd name="T44" fmla="*/ 43 w 86"/>
                <a:gd name="T45" fmla="*/ 32 h 65"/>
                <a:gd name="T46" fmla="*/ 43 w 86"/>
                <a:gd name="T47" fmla="*/ 27 h 65"/>
                <a:gd name="T48" fmla="*/ 43 w 86"/>
                <a:gd name="T49" fmla="*/ 38 h 65"/>
                <a:gd name="T50" fmla="*/ 64 w 86"/>
                <a:gd name="T51" fmla="*/ 38 h 65"/>
                <a:gd name="T52" fmla="*/ 64 w 86"/>
                <a:gd name="T53" fmla="*/ 43 h 65"/>
                <a:gd name="T54" fmla="*/ 43 w 86"/>
                <a:gd name="T55" fmla="*/ 43 h 65"/>
                <a:gd name="T56" fmla="*/ 43 w 86"/>
                <a:gd name="T57" fmla="*/ 38 h 65"/>
                <a:gd name="T58" fmla="*/ 43 w 86"/>
                <a:gd name="T59" fmla="*/ 49 h 65"/>
                <a:gd name="T60" fmla="*/ 59 w 86"/>
                <a:gd name="T61" fmla="*/ 49 h 65"/>
                <a:gd name="T62" fmla="*/ 59 w 86"/>
                <a:gd name="T63" fmla="*/ 54 h 65"/>
                <a:gd name="T64" fmla="*/ 43 w 86"/>
                <a:gd name="T65" fmla="*/ 54 h 65"/>
                <a:gd name="T66" fmla="*/ 43 w 86"/>
                <a:gd name="T67" fmla="*/ 49 h 65"/>
                <a:gd name="T68" fmla="*/ 10 w 86"/>
                <a:gd name="T69" fmla="*/ 27 h 65"/>
                <a:gd name="T70" fmla="*/ 37 w 86"/>
                <a:gd name="T71" fmla="*/ 27 h 65"/>
                <a:gd name="T72" fmla="*/ 37 w 86"/>
                <a:gd name="T73" fmla="*/ 54 h 65"/>
                <a:gd name="T74" fmla="*/ 10 w 86"/>
                <a:gd name="T75" fmla="*/ 54 h 65"/>
                <a:gd name="T76" fmla="*/ 10 w 86"/>
                <a:gd name="T77" fmla="*/ 2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6" h="65">
                  <a:moveTo>
                    <a:pt x="75" y="11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2"/>
                    <a:pt x="2" y="65"/>
                    <a:pt x="5" y="65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82" y="65"/>
                    <a:pt x="86" y="61"/>
                    <a:pt x="86" y="57"/>
                  </a:cubicBezTo>
                  <a:cubicBezTo>
                    <a:pt x="86" y="11"/>
                    <a:pt x="86" y="11"/>
                    <a:pt x="86" y="11"/>
                  </a:cubicBezTo>
                  <a:lnTo>
                    <a:pt x="75" y="11"/>
                  </a:lnTo>
                  <a:close/>
                  <a:moveTo>
                    <a:pt x="70" y="59"/>
                  </a:moveTo>
                  <a:cubicBezTo>
                    <a:pt x="5" y="59"/>
                    <a:pt x="5" y="59"/>
                    <a:pt x="5" y="59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0" y="5"/>
                    <a:pt x="70" y="5"/>
                    <a:pt x="70" y="5"/>
                  </a:cubicBezTo>
                  <a:lnTo>
                    <a:pt x="70" y="59"/>
                  </a:lnTo>
                  <a:close/>
                  <a:moveTo>
                    <a:pt x="10" y="16"/>
                  </a:moveTo>
                  <a:cubicBezTo>
                    <a:pt x="64" y="16"/>
                    <a:pt x="64" y="16"/>
                    <a:pt x="64" y="16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10" y="22"/>
                    <a:pt x="10" y="22"/>
                    <a:pt x="10" y="22"/>
                  </a:cubicBezTo>
                  <a:lnTo>
                    <a:pt x="10" y="16"/>
                  </a:lnTo>
                  <a:close/>
                  <a:moveTo>
                    <a:pt x="43" y="27"/>
                  </a:moveTo>
                  <a:cubicBezTo>
                    <a:pt x="64" y="27"/>
                    <a:pt x="64" y="27"/>
                    <a:pt x="64" y="27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43" y="32"/>
                    <a:pt x="43" y="32"/>
                    <a:pt x="43" y="32"/>
                  </a:cubicBezTo>
                  <a:lnTo>
                    <a:pt x="43" y="27"/>
                  </a:lnTo>
                  <a:close/>
                  <a:moveTo>
                    <a:pt x="43" y="38"/>
                  </a:moveTo>
                  <a:cubicBezTo>
                    <a:pt x="64" y="38"/>
                    <a:pt x="64" y="38"/>
                    <a:pt x="64" y="38"/>
                  </a:cubicBezTo>
                  <a:cubicBezTo>
                    <a:pt x="64" y="43"/>
                    <a:pt x="64" y="43"/>
                    <a:pt x="64" y="43"/>
                  </a:cubicBezTo>
                  <a:cubicBezTo>
                    <a:pt x="43" y="43"/>
                    <a:pt x="43" y="43"/>
                    <a:pt x="43" y="43"/>
                  </a:cubicBezTo>
                  <a:lnTo>
                    <a:pt x="43" y="38"/>
                  </a:lnTo>
                  <a:close/>
                  <a:moveTo>
                    <a:pt x="43" y="49"/>
                  </a:moveTo>
                  <a:cubicBezTo>
                    <a:pt x="59" y="49"/>
                    <a:pt x="59" y="49"/>
                    <a:pt x="59" y="49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43" y="54"/>
                    <a:pt x="43" y="54"/>
                    <a:pt x="43" y="54"/>
                  </a:cubicBezTo>
                  <a:lnTo>
                    <a:pt x="43" y="49"/>
                  </a:lnTo>
                  <a:close/>
                  <a:moveTo>
                    <a:pt x="10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10" y="54"/>
                    <a:pt x="10" y="54"/>
                    <a:pt x="10" y="54"/>
                  </a:cubicBezTo>
                  <a:lnTo>
                    <a:pt x="1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4" name="Freeform 56"/>
            <p:cNvSpPr>
              <a:spLocks noEditPoints="1"/>
            </p:cNvSpPr>
            <p:nvPr/>
          </p:nvSpPr>
          <p:spPr bwMode="auto">
            <a:xfrm>
              <a:off x="4204" y="1684"/>
              <a:ext cx="98" cy="99"/>
            </a:xfrm>
            <a:custGeom>
              <a:avLst/>
              <a:gdLst>
                <a:gd name="T0" fmla="*/ 0 w 98"/>
                <a:gd name="T1" fmla="*/ 99 h 99"/>
                <a:gd name="T2" fmla="*/ 49 w 98"/>
                <a:gd name="T3" fmla="*/ 99 h 99"/>
                <a:gd name="T4" fmla="*/ 49 w 98"/>
                <a:gd name="T5" fmla="*/ 0 h 99"/>
                <a:gd name="T6" fmla="*/ 0 w 98"/>
                <a:gd name="T7" fmla="*/ 0 h 99"/>
                <a:gd name="T8" fmla="*/ 0 w 98"/>
                <a:gd name="T9" fmla="*/ 99 h 99"/>
                <a:gd name="T10" fmla="*/ 31 w 98"/>
                <a:gd name="T11" fmla="*/ 13 h 99"/>
                <a:gd name="T12" fmla="*/ 43 w 98"/>
                <a:gd name="T13" fmla="*/ 13 h 99"/>
                <a:gd name="T14" fmla="*/ 43 w 98"/>
                <a:gd name="T15" fmla="*/ 25 h 99"/>
                <a:gd name="T16" fmla="*/ 31 w 98"/>
                <a:gd name="T17" fmla="*/ 25 h 99"/>
                <a:gd name="T18" fmla="*/ 31 w 98"/>
                <a:gd name="T19" fmla="*/ 13 h 99"/>
                <a:gd name="T20" fmla="*/ 31 w 98"/>
                <a:gd name="T21" fmla="*/ 37 h 99"/>
                <a:gd name="T22" fmla="*/ 43 w 98"/>
                <a:gd name="T23" fmla="*/ 37 h 99"/>
                <a:gd name="T24" fmla="*/ 43 w 98"/>
                <a:gd name="T25" fmla="*/ 50 h 99"/>
                <a:gd name="T26" fmla="*/ 31 w 98"/>
                <a:gd name="T27" fmla="*/ 50 h 99"/>
                <a:gd name="T28" fmla="*/ 31 w 98"/>
                <a:gd name="T29" fmla="*/ 37 h 99"/>
                <a:gd name="T30" fmla="*/ 31 w 98"/>
                <a:gd name="T31" fmla="*/ 62 h 99"/>
                <a:gd name="T32" fmla="*/ 43 w 98"/>
                <a:gd name="T33" fmla="*/ 62 h 99"/>
                <a:gd name="T34" fmla="*/ 43 w 98"/>
                <a:gd name="T35" fmla="*/ 74 h 99"/>
                <a:gd name="T36" fmla="*/ 31 w 98"/>
                <a:gd name="T37" fmla="*/ 74 h 99"/>
                <a:gd name="T38" fmla="*/ 31 w 98"/>
                <a:gd name="T39" fmla="*/ 62 h 99"/>
                <a:gd name="T40" fmla="*/ 6 w 98"/>
                <a:gd name="T41" fmla="*/ 13 h 99"/>
                <a:gd name="T42" fmla="*/ 18 w 98"/>
                <a:gd name="T43" fmla="*/ 13 h 99"/>
                <a:gd name="T44" fmla="*/ 18 w 98"/>
                <a:gd name="T45" fmla="*/ 25 h 99"/>
                <a:gd name="T46" fmla="*/ 6 w 98"/>
                <a:gd name="T47" fmla="*/ 25 h 99"/>
                <a:gd name="T48" fmla="*/ 6 w 98"/>
                <a:gd name="T49" fmla="*/ 13 h 99"/>
                <a:gd name="T50" fmla="*/ 6 w 98"/>
                <a:gd name="T51" fmla="*/ 37 h 99"/>
                <a:gd name="T52" fmla="*/ 18 w 98"/>
                <a:gd name="T53" fmla="*/ 37 h 99"/>
                <a:gd name="T54" fmla="*/ 18 w 98"/>
                <a:gd name="T55" fmla="*/ 50 h 99"/>
                <a:gd name="T56" fmla="*/ 6 w 98"/>
                <a:gd name="T57" fmla="*/ 50 h 99"/>
                <a:gd name="T58" fmla="*/ 6 w 98"/>
                <a:gd name="T59" fmla="*/ 37 h 99"/>
                <a:gd name="T60" fmla="*/ 6 w 98"/>
                <a:gd name="T61" fmla="*/ 62 h 99"/>
                <a:gd name="T62" fmla="*/ 18 w 98"/>
                <a:gd name="T63" fmla="*/ 62 h 99"/>
                <a:gd name="T64" fmla="*/ 18 w 98"/>
                <a:gd name="T65" fmla="*/ 74 h 99"/>
                <a:gd name="T66" fmla="*/ 6 w 98"/>
                <a:gd name="T67" fmla="*/ 74 h 99"/>
                <a:gd name="T68" fmla="*/ 6 w 98"/>
                <a:gd name="T69" fmla="*/ 62 h 99"/>
                <a:gd name="T70" fmla="*/ 55 w 98"/>
                <a:gd name="T71" fmla="*/ 31 h 99"/>
                <a:gd name="T72" fmla="*/ 98 w 98"/>
                <a:gd name="T73" fmla="*/ 31 h 99"/>
                <a:gd name="T74" fmla="*/ 98 w 98"/>
                <a:gd name="T75" fmla="*/ 37 h 99"/>
                <a:gd name="T76" fmla="*/ 55 w 98"/>
                <a:gd name="T77" fmla="*/ 37 h 99"/>
                <a:gd name="T78" fmla="*/ 55 w 98"/>
                <a:gd name="T79" fmla="*/ 31 h 99"/>
                <a:gd name="T80" fmla="*/ 55 w 98"/>
                <a:gd name="T81" fmla="*/ 99 h 99"/>
                <a:gd name="T82" fmla="*/ 68 w 98"/>
                <a:gd name="T83" fmla="*/ 99 h 99"/>
                <a:gd name="T84" fmla="*/ 68 w 98"/>
                <a:gd name="T85" fmla="*/ 74 h 99"/>
                <a:gd name="T86" fmla="*/ 86 w 98"/>
                <a:gd name="T87" fmla="*/ 74 h 99"/>
                <a:gd name="T88" fmla="*/ 86 w 98"/>
                <a:gd name="T89" fmla="*/ 99 h 99"/>
                <a:gd name="T90" fmla="*/ 98 w 98"/>
                <a:gd name="T91" fmla="*/ 99 h 99"/>
                <a:gd name="T92" fmla="*/ 98 w 98"/>
                <a:gd name="T93" fmla="*/ 43 h 99"/>
                <a:gd name="T94" fmla="*/ 55 w 98"/>
                <a:gd name="T95" fmla="*/ 43 h 99"/>
                <a:gd name="T96" fmla="*/ 55 w 98"/>
                <a:gd name="T9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99">
                  <a:moveTo>
                    <a:pt x="0" y="99"/>
                  </a:moveTo>
                  <a:lnTo>
                    <a:pt x="49" y="99"/>
                  </a:lnTo>
                  <a:lnTo>
                    <a:pt x="49" y="0"/>
                  </a:lnTo>
                  <a:lnTo>
                    <a:pt x="0" y="0"/>
                  </a:lnTo>
                  <a:lnTo>
                    <a:pt x="0" y="99"/>
                  </a:lnTo>
                  <a:close/>
                  <a:moveTo>
                    <a:pt x="31" y="13"/>
                  </a:moveTo>
                  <a:lnTo>
                    <a:pt x="43" y="13"/>
                  </a:lnTo>
                  <a:lnTo>
                    <a:pt x="43" y="25"/>
                  </a:lnTo>
                  <a:lnTo>
                    <a:pt x="31" y="25"/>
                  </a:lnTo>
                  <a:lnTo>
                    <a:pt x="31" y="13"/>
                  </a:lnTo>
                  <a:close/>
                  <a:moveTo>
                    <a:pt x="31" y="37"/>
                  </a:moveTo>
                  <a:lnTo>
                    <a:pt x="43" y="37"/>
                  </a:lnTo>
                  <a:lnTo>
                    <a:pt x="43" y="50"/>
                  </a:lnTo>
                  <a:lnTo>
                    <a:pt x="31" y="50"/>
                  </a:lnTo>
                  <a:lnTo>
                    <a:pt x="31" y="37"/>
                  </a:lnTo>
                  <a:close/>
                  <a:moveTo>
                    <a:pt x="31" y="62"/>
                  </a:moveTo>
                  <a:lnTo>
                    <a:pt x="43" y="62"/>
                  </a:lnTo>
                  <a:lnTo>
                    <a:pt x="43" y="74"/>
                  </a:lnTo>
                  <a:lnTo>
                    <a:pt x="31" y="74"/>
                  </a:lnTo>
                  <a:lnTo>
                    <a:pt x="31" y="62"/>
                  </a:lnTo>
                  <a:close/>
                  <a:moveTo>
                    <a:pt x="6" y="13"/>
                  </a:moveTo>
                  <a:lnTo>
                    <a:pt x="18" y="13"/>
                  </a:lnTo>
                  <a:lnTo>
                    <a:pt x="18" y="25"/>
                  </a:lnTo>
                  <a:lnTo>
                    <a:pt x="6" y="25"/>
                  </a:lnTo>
                  <a:lnTo>
                    <a:pt x="6" y="13"/>
                  </a:lnTo>
                  <a:close/>
                  <a:moveTo>
                    <a:pt x="6" y="37"/>
                  </a:moveTo>
                  <a:lnTo>
                    <a:pt x="18" y="37"/>
                  </a:lnTo>
                  <a:lnTo>
                    <a:pt x="18" y="50"/>
                  </a:lnTo>
                  <a:lnTo>
                    <a:pt x="6" y="50"/>
                  </a:lnTo>
                  <a:lnTo>
                    <a:pt x="6" y="37"/>
                  </a:lnTo>
                  <a:close/>
                  <a:moveTo>
                    <a:pt x="6" y="62"/>
                  </a:moveTo>
                  <a:lnTo>
                    <a:pt x="18" y="62"/>
                  </a:lnTo>
                  <a:lnTo>
                    <a:pt x="18" y="74"/>
                  </a:lnTo>
                  <a:lnTo>
                    <a:pt x="6" y="74"/>
                  </a:lnTo>
                  <a:lnTo>
                    <a:pt x="6" y="62"/>
                  </a:lnTo>
                  <a:close/>
                  <a:moveTo>
                    <a:pt x="55" y="31"/>
                  </a:moveTo>
                  <a:lnTo>
                    <a:pt x="98" y="31"/>
                  </a:lnTo>
                  <a:lnTo>
                    <a:pt x="98" y="37"/>
                  </a:lnTo>
                  <a:lnTo>
                    <a:pt x="55" y="37"/>
                  </a:lnTo>
                  <a:lnTo>
                    <a:pt x="55" y="31"/>
                  </a:lnTo>
                  <a:close/>
                  <a:moveTo>
                    <a:pt x="55" y="99"/>
                  </a:moveTo>
                  <a:lnTo>
                    <a:pt x="68" y="99"/>
                  </a:lnTo>
                  <a:lnTo>
                    <a:pt x="68" y="74"/>
                  </a:lnTo>
                  <a:lnTo>
                    <a:pt x="86" y="74"/>
                  </a:lnTo>
                  <a:lnTo>
                    <a:pt x="86" y="99"/>
                  </a:lnTo>
                  <a:lnTo>
                    <a:pt x="98" y="99"/>
                  </a:lnTo>
                  <a:lnTo>
                    <a:pt x="98" y="43"/>
                  </a:lnTo>
                  <a:lnTo>
                    <a:pt x="55" y="43"/>
                  </a:lnTo>
                  <a:lnTo>
                    <a:pt x="55" y="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5" name="Freeform 57"/>
            <p:cNvSpPr>
              <a:spLocks noEditPoints="1"/>
            </p:cNvSpPr>
            <p:nvPr/>
          </p:nvSpPr>
          <p:spPr bwMode="auto">
            <a:xfrm>
              <a:off x="4184" y="1805"/>
              <a:ext cx="105" cy="104"/>
            </a:xfrm>
            <a:custGeom>
              <a:avLst/>
              <a:gdLst>
                <a:gd name="T0" fmla="*/ 79 w 85"/>
                <a:gd name="T1" fmla="*/ 24 h 85"/>
                <a:gd name="T2" fmla="*/ 61 w 85"/>
                <a:gd name="T3" fmla="*/ 5 h 85"/>
                <a:gd name="T4" fmla="*/ 66 w 85"/>
                <a:gd name="T5" fmla="*/ 0 h 85"/>
                <a:gd name="T6" fmla="*/ 85 w 85"/>
                <a:gd name="T7" fmla="*/ 19 h 85"/>
                <a:gd name="T8" fmla="*/ 79 w 85"/>
                <a:gd name="T9" fmla="*/ 24 h 85"/>
                <a:gd name="T10" fmla="*/ 74 w 85"/>
                <a:gd name="T11" fmla="*/ 29 h 85"/>
                <a:gd name="T12" fmla="*/ 71 w 85"/>
                <a:gd name="T13" fmla="*/ 59 h 85"/>
                <a:gd name="T14" fmla="*/ 13 w 85"/>
                <a:gd name="T15" fmla="*/ 85 h 85"/>
                <a:gd name="T16" fmla="*/ 8 w 85"/>
                <a:gd name="T17" fmla="*/ 81 h 85"/>
                <a:gd name="T18" fmla="*/ 31 w 85"/>
                <a:gd name="T19" fmla="*/ 58 h 85"/>
                <a:gd name="T20" fmla="*/ 34 w 85"/>
                <a:gd name="T21" fmla="*/ 59 h 85"/>
                <a:gd name="T22" fmla="*/ 42 w 85"/>
                <a:gd name="T23" fmla="*/ 51 h 85"/>
                <a:gd name="T24" fmla="*/ 34 w 85"/>
                <a:gd name="T25" fmla="*/ 43 h 85"/>
                <a:gd name="T26" fmla="*/ 26 w 85"/>
                <a:gd name="T27" fmla="*/ 51 h 85"/>
                <a:gd name="T28" fmla="*/ 27 w 85"/>
                <a:gd name="T29" fmla="*/ 54 h 85"/>
                <a:gd name="T30" fmla="*/ 4 w 85"/>
                <a:gd name="T31" fmla="*/ 76 h 85"/>
                <a:gd name="T32" fmla="*/ 0 w 85"/>
                <a:gd name="T33" fmla="*/ 72 h 85"/>
                <a:gd name="T34" fmla="*/ 26 w 85"/>
                <a:gd name="T35" fmla="*/ 13 h 85"/>
                <a:gd name="T36" fmla="*/ 55 w 85"/>
                <a:gd name="T37" fmla="*/ 11 h 85"/>
                <a:gd name="T38" fmla="*/ 74 w 85"/>
                <a:gd name="T39" fmla="*/ 2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" h="85">
                  <a:moveTo>
                    <a:pt x="79" y="24"/>
                  </a:moveTo>
                  <a:cubicBezTo>
                    <a:pt x="61" y="5"/>
                    <a:pt x="61" y="5"/>
                    <a:pt x="61" y="5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5" y="19"/>
                    <a:pt x="85" y="19"/>
                    <a:pt x="85" y="19"/>
                  </a:cubicBezTo>
                  <a:lnTo>
                    <a:pt x="79" y="24"/>
                  </a:lnTo>
                  <a:close/>
                  <a:moveTo>
                    <a:pt x="74" y="29"/>
                  </a:moveTo>
                  <a:cubicBezTo>
                    <a:pt x="71" y="59"/>
                    <a:pt x="71" y="59"/>
                    <a:pt x="71" y="59"/>
                  </a:cubicBezTo>
                  <a:cubicBezTo>
                    <a:pt x="47" y="59"/>
                    <a:pt x="13" y="85"/>
                    <a:pt x="13" y="85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2" y="58"/>
                    <a:pt x="33" y="59"/>
                    <a:pt x="34" y="59"/>
                  </a:cubicBezTo>
                  <a:cubicBezTo>
                    <a:pt x="38" y="59"/>
                    <a:pt x="42" y="55"/>
                    <a:pt x="42" y="51"/>
                  </a:cubicBezTo>
                  <a:cubicBezTo>
                    <a:pt x="42" y="46"/>
                    <a:pt x="38" y="43"/>
                    <a:pt x="34" y="43"/>
                  </a:cubicBezTo>
                  <a:cubicBezTo>
                    <a:pt x="30" y="43"/>
                    <a:pt x="26" y="46"/>
                    <a:pt x="26" y="51"/>
                  </a:cubicBezTo>
                  <a:cubicBezTo>
                    <a:pt x="26" y="52"/>
                    <a:pt x="26" y="53"/>
                    <a:pt x="27" y="54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26" y="37"/>
                    <a:pt x="26" y="13"/>
                  </a:cubicBezTo>
                  <a:cubicBezTo>
                    <a:pt x="55" y="11"/>
                    <a:pt x="55" y="11"/>
                    <a:pt x="55" y="11"/>
                  </a:cubicBezTo>
                  <a:lnTo>
                    <a:pt x="7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6" name="Freeform 58"/>
            <p:cNvSpPr>
              <a:spLocks noEditPoints="1"/>
            </p:cNvSpPr>
            <p:nvPr/>
          </p:nvSpPr>
          <p:spPr bwMode="auto">
            <a:xfrm>
              <a:off x="4090" y="1681"/>
              <a:ext cx="94" cy="94"/>
            </a:xfrm>
            <a:custGeom>
              <a:avLst/>
              <a:gdLst>
                <a:gd name="T0" fmla="*/ 53 w 77"/>
                <a:gd name="T1" fmla="*/ 29 h 77"/>
                <a:gd name="T2" fmla="*/ 26 w 77"/>
                <a:gd name="T3" fmla="*/ 2 h 77"/>
                <a:gd name="T4" fmla="*/ 39 w 77"/>
                <a:gd name="T5" fmla="*/ 0 h 77"/>
                <a:gd name="T6" fmla="*/ 53 w 77"/>
                <a:gd name="T7" fmla="*/ 3 h 77"/>
                <a:gd name="T8" fmla="*/ 53 w 77"/>
                <a:gd name="T9" fmla="*/ 29 h 77"/>
                <a:gd name="T10" fmla="*/ 58 w 77"/>
                <a:gd name="T11" fmla="*/ 53 h 77"/>
                <a:gd name="T12" fmla="*/ 58 w 77"/>
                <a:gd name="T13" fmla="*/ 5 h 77"/>
                <a:gd name="T14" fmla="*/ 77 w 77"/>
                <a:gd name="T15" fmla="*/ 38 h 77"/>
                <a:gd name="T16" fmla="*/ 74 w 77"/>
                <a:gd name="T17" fmla="*/ 53 h 77"/>
                <a:gd name="T18" fmla="*/ 58 w 77"/>
                <a:gd name="T19" fmla="*/ 53 h 77"/>
                <a:gd name="T20" fmla="*/ 24 w 77"/>
                <a:gd name="T21" fmla="*/ 57 h 77"/>
                <a:gd name="T22" fmla="*/ 72 w 77"/>
                <a:gd name="T23" fmla="*/ 57 h 77"/>
                <a:gd name="T24" fmla="*/ 39 w 77"/>
                <a:gd name="T25" fmla="*/ 77 h 77"/>
                <a:gd name="T26" fmla="*/ 24 w 77"/>
                <a:gd name="T27" fmla="*/ 74 h 77"/>
                <a:gd name="T28" fmla="*/ 24 w 77"/>
                <a:gd name="T29" fmla="*/ 57 h 77"/>
                <a:gd name="T30" fmla="*/ 32 w 77"/>
                <a:gd name="T31" fmla="*/ 17 h 77"/>
                <a:gd name="T32" fmla="*/ 1 w 77"/>
                <a:gd name="T33" fmla="*/ 47 h 77"/>
                <a:gd name="T34" fmla="*/ 0 w 77"/>
                <a:gd name="T35" fmla="*/ 38 h 77"/>
                <a:gd name="T36" fmla="*/ 20 w 77"/>
                <a:gd name="T37" fmla="*/ 5 h 77"/>
                <a:gd name="T38" fmla="*/ 32 w 77"/>
                <a:gd name="T39" fmla="*/ 17 h 77"/>
                <a:gd name="T40" fmla="*/ 20 w 77"/>
                <a:gd name="T41" fmla="*/ 37 h 77"/>
                <a:gd name="T42" fmla="*/ 20 w 77"/>
                <a:gd name="T43" fmla="*/ 72 h 77"/>
                <a:gd name="T44" fmla="*/ 4 w 77"/>
                <a:gd name="T45" fmla="*/ 54 h 77"/>
                <a:gd name="T46" fmla="*/ 20 w 77"/>
                <a:gd name="T47" fmla="*/ 3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7" h="77">
                  <a:moveTo>
                    <a:pt x="53" y="29"/>
                  </a:moveTo>
                  <a:cubicBezTo>
                    <a:pt x="26" y="2"/>
                    <a:pt x="26" y="2"/>
                    <a:pt x="26" y="2"/>
                  </a:cubicBezTo>
                  <a:cubicBezTo>
                    <a:pt x="30" y="1"/>
                    <a:pt x="34" y="0"/>
                    <a:pt x="39" y="0"/>
                  </a:cubicBezTo>
                  <a:cubicBezTo>
                    <a:pt x="44" y="0"/>
                    <a:pt x="49" y="1"/>
                    <a:pt x="53" y="3"/>
                  </a:cubicBezTo>
                  <a:lnTo>
                    <a:pt x="53" y="29"/>
                  </a:lnTo>
                  <a:close/>
                  <a:moveTo>
                    <a:pt x="58" y="53"/>
                  </a:moveTo>
                  <a:cubicBezTo>
                    <a:pt x="58" y="5"/>
                    <a:pt x="58" y="5"/>
                    <a:pt x="58" y="5"/>
                  </a:cubicBezTo>
                  <a:cubicBezTo>
                    <a:pt x="69" y="12"/>
                    <a:pt x="77" y="24"/>
                    <a:pt x="77" y="38"/>
                  </a:cubicBezTo>
                  <a:cubicBezTo>
                    <a:pt x="77" y="43"/>
                    <a:pt x="76" y="48"/>
                    <a:pt x="74" y="53"/>
                  </a:cubicBezTo>
                  <a:lnTo>
                    <a:pt x="58" y="53"/>
                  </a:lnTo>
                  <a:close/>
                  <a:moveTo>
                    <a:pt x="24" y="57"/>
                  </a:moveTo>
                  <a:cubicBezTo>
                    <a:pt x="72" y="57"/>
                    <a:pt x="72" y="57"/>
                    <a:pt x="72" y="57"/>
                  </a:cubicBezTo>
                  <a:cubicBezTo>
                    <a:pt x="65" y="69"/>
                    <a:pt x="53" y="77"/>
                    <a:pt x="39" y="77"/>
                  </a:cubicBezTo>
                  <a:cubicBezTo>
                    <a:pt x="34" y="77"/>
                    <a:pt x="29" y="76"/>
                    <a:pt x="24" y="74"/>
                  </a:cubicBezTo>
                  <a:lnTo>
                    <a:pt x="24" y="57"/>
                  </a:lnTo>
                  <a:close/>
                  <a:moveTo>
                    <a:pt x="32" y="17"/>
                  </a:moveTo>
                  <a:cubicBezTo>
                    <a:pt x="1" y="47"/>
                    <a:pt x="1" y="47"/>
                    <a:pt x="1" y="47"/>
                  </a:cubicBezTo>
                  <a:cubicBezTo>
                    <a:pt x="1" y="45"/>
                    <a:pt x="0" y="41"/>
                    <a:pt x="0" y="38"/>
                  </a:cubicBezTo>
                  <a:cubicBezTo>
                    <a:pt x="0" y="24"/>
                    <a:pt x="8" y="11"/>
                    <a:pt x="20" y="5"/>
                  </a:cubicBezTo>
                  <a:lnTo>
                    <a:pt x="32" y="17"/>
                  </a:lnTo>
                  <a:close/>
                  <a:moveTo>
                    <a:pt x="20" y="37"/>
                  </a:moveTo>
                  <a:cubicBezTo>
                    <a:pt x="20" y="72"/>
                    <a:pt x="20" y="72"/>
                    <a:pt x="20" y="72"/>
                  </a:cubicBezTo>
                  <a:cubicBezTo>
                    <a:pt x="12" y="67"/>
                    <a:pt x="7" y="61"/>
                    <a:pt x="4" y="54"/>
                  </a:cubicBezTo>
                  <a:lnTo>
                    <a:pt x="2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7" name="Freeform 59"/>
            <p:cNvSpPr>
              <a:spLocks noEditPoints="1"/>
            </p:cNvSpPr>
            <p:nvPr/>
          </p:nvSpPr>
          <p:spPr bwMode="auto">
            <a:xfrm>
              <a:off x="4089" y="1791"/>
              <a:ext cx="88" cy="73"/>
            </a:xfrm>
            <a:custGeom>
              <a:avLst/>
              <a:gdLst>
                <a:gd name="T0" fmla="*/ 0 w 72"/>
                <a:gd name="T1" fmla="*/ 0 h 59"/>
                <a:gd name="T2" fmla="*/ 0 w 72"/>
                <a:gd name="T3" fmla="*/ 59 h 59"/>
                <a:gd name="T4" fmla="*/ 72 w 72"/>
                <a:gd name="T5" fmla="*/ 59 h 59"/>
                <a:gd name="T6" fmla="*/ 72 w 72"/>
                <a:gd name="T7" fmla="*/ 0 h 59"/>
                <a:gd name="T8" fmla="*/ 0 w 72"/>
                <a:gd name="T9" fmla="*/ 0 h 59"/>
                <a:gd name="T10" fmla="*/ 67 w 72"/>
                <a:gd name="T11" fmla="*/ 54 h 59"/>
                <a:gd name="T12" fmla="*/ 4 w 72"/>
                <a:gd name="T13" fmla="*/ 54 h 59"/>
                <a:gd name="T14" fmla="*/ 4 w 72"/>
                <a:gd name="T15" fmla="*/ 5 h 59"/>
                <a:gd name="T16" fmla="*/ 67 w 72"/>
                <a:gd name="T17" fmla="*/ 5 h 59"/>
                <a:gd name="T18" fmla="*/ 67 w 72"/>
                <a:gd name="T19" fmla="*/ 54 h 59"/>
                <a:gd name="T20" fmla="*/ 49 w 72"/>
                <a:gd name="T21" fmla="*/ 16 h 59"/>
                <a:gd name="T22" fmla="*/ 56 w 72"/>
                <a:gd name="T23" fmla="*/ 23 h 59"/>
                <a:gd name="T24" fmla="*/ 63 w 72"/>
                <a:gd name="T25" fmla="*/ 16 h 59"/>
                <a:gd name="T26" fmla="*/ 56 w 72"/>
                <a:gd name="T27" fmla="*/ 9 h 59"/>
                <a:gd name="T28" fmla="*/ 49 w 72"/>
                <a:gd name="T29" fmla="*/ 16 h 59"/>
                <a:gd name="T30" fmla="*/ 63 w 72"/>
                <a:gd name="T31" fmla="*/ 50 h 59"/>
                <a:gd name="T32" fmla="*/ 9 w 72"/>
                <a:gd name="T33" fmla="*/ 50 h 59"/>
                <a:gd name="T34" fmla="*/ 22 w 72"/>
                <a:gd name="T35" fmla="*/ 14 h 59"/>
                <a:gd name="T36" fmla="*/ 40 w 72"/>
                <a:gd name="T37" fmla="*/ 36 h 59"/>
                <a:gd name="T38" fmla="*/ 49 w 72"/>
                <a:gd name="T39" fmla="*/ 30 h 59"/>
                <a:gd name="T40" fmla="*/ 63 w 72"/>
                <a:gd name="T41" fmla="*/ 5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2" h="59">
                  <a:moveTo>
                    <a:pt x="0" y="0"/>
                  </a:moveTo>
                  <a:cubicBezTo>
                    <a:pt x="0" y="59"/>
                    <a:pt x="0" y="59"/>
                    <a:pt x="0" y="59"/>
                  </a:cubicBezTo>
                  <a:cubicBezTo>
                    <a:pt x="72" y="59"/>
                    <a:pt x="72" y="59"/>
                    <a:pt x="72" y="59"/>
                  </a:cubicBezTo>
                  <a:cubicBezTo>
                    <a:pt x="72" y="0"/>
                    <a:pt x="72" y="0"/>
                    <a:pt x="72" y="0"/>
                  </a:cubicBezTo>
                  <a:lnTo>
                    <a:pt x="0" y="0"/>
                  </a:lnTo>
                  <a:close/>
                  <a:moveTo>
                    <a:pt x="67" y="54"/>
                  </a:moveTo>
                  <a:cubicBezTo>
                    <a:pt x="4" y="54"/>
                    <a:pt x="4" y="54"/>
                    <a:pt x="4" y="54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67" y="5"/>
                    <a:pt x="67" y="5"/>
                    <a:pt x="67" y="5"/>
                  </a:cubicBezTo>
                  <a:lnTo>
                    <a:pt x="67" y="54"/>
                  </a:lnTo>
                  <a:close/>
                  <a:moveTo>
                    <a:pt x="49" y="16"/>
                  </a:moveTo>
                  <a:cubicBezTo>
                    <a:pt x="49" y="20"/>
                    <a:pt x="52" y="23"/>
                    <a:pt x="56" y="23"/>
                  </a:cubicBezTo>
                  <a:cubicBezTo>
                    <a:pt x="60" y="23"/>
                    <a:pt x="63" y="20"/>
                    <a:pt x="63" y="16"/>
                  </a:cubicBezTo>
                  <a:cubicBezTo>
                    <a:pt x="63" y="12"/>
                    <a:pt x="60" y="9"/>
                    <a:pt x="56" y="9"/>
                  </a:cubicBezTo>
                  <a:cubicBezTo>
                    <a:pt x="52" y="9"/>
                    <a:pt x="49" y="12"/>
                    <a:pt x="49" y="16"/>
                  </a:cubicBezTo>
                  <a:close/>
                  <a:moveTo>
                    <a:pt x="63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9" y="30"/>
                    <a:pt x="49" y="30"/>
                    <a:pt x="49" y="30"/>
                  </a:cubicBezTo>
                  <a:lnTo>
                    <a:pt x="63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8" name="Freeform 60"/>
            <p:cNvSpPr>
              <a:spLocks noEditPoints="1"/>
            </p:cNvSpPr>
            <p:nvPr/>
          </p:nvSpPr>
          <p:spPr bwMode="auto">
            <a:xfrm>
              <a:off x="4053" y="1891"/>
              <a:ext cx="93" cy="108"/>
            </a:xfrm>
            <a:custGeom>
              <a:avLst/>
              <a:gdLst>
                <a:gd name="T0" fmla="*/ 54 w 76"/>
                <a:gd name="T1" fmla="*/ 0 h 88"/>
                <a:gd name="T2" fmla="*/ 14 w 76"/>
                <a:gd name="T3" fmla="*/ 28 h 88"/>
                <a:gd name="T4" fmla="*/ 16 w 76"/>
                <a:gd name="T5" fmla="*/ 65 h 88"/>
                <a:gd name="T6" fmla="*/ 49 w 76"/>
                <a:gd name="T7" fmla="*/ 27 h 88"/>
                <a:gd name="T8" fmla="*/ 32 w 76"/>
                <a:gd name="T9" fmla="*/ 75 h 88"/>
                <a:gd name="T10" fmla="*/ 70 w 76"/>
                <a:gd name="T11" fmla="*/ 57 h 88"/>
                <a:gd name="T12" fmla="*/ 54 w 76"/>
                <a:gd name="T13" fmla="*/ 0 h 88"/>
                <a:gd name="T14" fmla="*/ 4 w 76"/>
                <a:gd name="T15" fmla="*/ 78 h 88"/>
                <a:gd name="T16" fmla="*/ 10 w 76"/>
                <a:gd name="T17" fmla="*/ 83 h 88"/>
                <a:gd name="T18" fmla="*/ 47 w 76"/>
                <a:gd name="T19" fmla="*/ 41 h 88"/>
                <a:gd name="T20" fmla="*/ 4 w 76"/>
                <a:gd name="T21" fmla="*/ 7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88">
                  <a:moveTo>
                    <a:pt x="54" y="0"/>
                  </a:moveTo>
                  <a:cubicBezTo>
                    <a:pt x="40" y="23"/>
                    <a:pt x="30" y="12"/>
                    <a:pt x="14" y="28"/>
                  </a:cubicBezTo>
                  <a:cubicBezTo>
                    <a:pt x="0" y="42"/>
                    <a:pt x="5" y="59"/>
                    <a:pt x="16" y="65"/>
                  </a:cubicBezTo>
                  <a:cubicBezTo>
                    <a:pt x="28" y="59"/>
                    <a:pt x="40" y="46"/>
                    <a:pt x="49" y="27"/>
                  </a:cubicBezTo>
                  <a:cubicBezTo>
                    <a:pt x="49" y="27"/>
                    <a:pt x="57" y="51"/>
                    <a:pt x="32" y="75"/>
                  </a:cubicBezTo>
                  <a:cubicBezTo>
                    <a:pt x="44" y="88"/>
                    <a:pt x="64" y="79"/>
                    <a:pt x="70" y="57"/>
                  </a:cubicBezTo>
                  <a:cubicBezTo>
                    <a:pt x="76" y="33"/>
                    <a:pt x="60" y="9"/>
                    <a:pt x="54" y="0"/>
                  </a:cubicBezTo>
                  <a:close/>
                  <a:moveTo>
                    <a:pt x="4" y="78"/>
                  </a:moveTo>
                  <a:cubicBezTo>
                    <a:pt x="4" y="79"/>
                    <a:pt x="4" y="83"/>
                    <a:pt x="10" y="83"/>
                  </a:cubicBezTo>
                  <a:cubicBezTo>
                    <a:pt x="14" y="83"/>
                    <a:pt x="36" y="71"/>
                    <a:pt x="47" y="41"/>
                  </a:cubicBezTo>
                  <a:cubicBezTo>
                    <a:pt x="30" y="70"/>
                    <a:pt x="6" y="78"/>
                    <a:pt x="4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9" name="Freeform 61"/>
            <p:cNvSpPr>
              <a:spLocks noEditPoints="1"/>
            </p:cNvSpPr>
            <p:nvPr/>
          </p:nvSpPr>
          <p:spPr bwMode="auto">
            <a:xfrm>
              <a:off x="4027" y="1521"/>
              <a:ext cx="127" cy="95"/>
            </a:xfrm>
            <a:custGeom>
              <a:avLst/>
              <a:gdLst>
                <a:gd name="T0" fmla="*/ 99 w 103"/>
                <a:gd name="T1" fmla="*/ 4 h 77"/>
                <a:gd name="T2" fmla="*/ 52 w 103"/>
                <a:gd name="T3" fmla="*/ 0 h 77"/>
                <a:gd name="T4" fmla="*/ 4 w 103"/>
                <a:gd name="T5" fmla="*/ 4 h 77"/>
                <a:gd name="T6" fmla="*/ 0 w 103"/>
                <a:gd name="T7" fmla="*/ 39 h 77"/>
                <a:gd name="T8" fmla="*/ 4 w 103"/>
                <a:gd name="T9" fmla="*/ 74 h 77"/>
                <a:gd name="T10" fmla="*/ 52 w 103"/>
                <a:gd name="T11" fmla="*/ 77 h 77"/>
                <a:gd name="T12" fmla="*/ 99 w 103"/>
                <a:gd name="T13" fmla="*/ 74 h 77"/>
                <a:gd name="T14" fmla="*/ 103 w 103"/>
                <a:gd name="T15" fmla="*/ 39 h 77"/>
                <a:gd name="T16" fmla="*/ 99 w 103"/>
                <a:gd name="T17" fmla="*/ 4 h 77"/>
                <a:gd name="T18" fmla="*/ 39 w 103"/>
                <a:gd name="T19" fmla="*/ 58 h 77"/>
                <a:gd name="T20" fmla="*/ 39 w 103"/>
                <a:gd name="T21" fmla="*/ 20 h 77"/>
                <a:gd name="T22" fmla="*/ 71 w 103"/>
                <a:gd name="T23" fmla="*/ 39 h 77"/>
                <a:gd name="T24" fmla="*/ 39 w 103"/>
                <a:gd name="T25" fmla="*/ 5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3" h="77">
                  <a:moveTo>
                    <a:pt x="99" y="4"/>
                  </a:moveTo>
                  <a:cubicBezTo>
                    <a:pt x="84" y="2"/>
                    <a:pt x="68" y="0"/>
                    <a:pt x="52" y="0"/>
                  </a:cubicBezTo>
                  <a:cubicBezTo>
                    <a:pt x="35" y="0"/>
                    <a:pt x="19" y="2"/>
                    <a:pt x="4" y="4"/>
                  </a:cubicBezTo>
                  <a:cubicBezTo>
                    <a:pt x="2" y="14"/>
                    <a:pt x="0" y="26"/>
                    <a:pt x="0" y="39"/>
                  </a:cubicBezTo>
                  <a:cubicBezTo>
                    <a:pt x="0" y="52"/>
                    <a:pt x="2" y="63"/>
                    <a:pt x="4" y="74"/>
                  </a:cubicBezTo>
                  <a:cubicBezTo>
                    <a:pt x="19" y="76"/>
                    <a:pt x="35" y="77"/>
                    <a:pt x="52" y="77"/>
                  </a:cubicBezTo>
                  <a:cubicBezTo>
                    <a:pt x="68" y="77"/>
                    <a:pt x="84" y="76"/>
                    <a:pt x="99" y="74"/>
                  </a:cubicBezTo>
                  <a:cubicBezTo>
                    <a:pt x="101" y="63"/>
                    <a:pt x="103" y="52"/>
                    <a:pt x="103" y="39"/>
                  </a:cubicBezTo>
                  <a:cubicBezTo>
                    <a:pt x="103" y="26"/>
                    <a:pt x="101" y="14"/>
                    <a:pt x="99" y="4"/>
                  </a:cubicBezTo>
                  <a:close/>
                  <a:moveTo>
                    <a:pt x="39" y="58"/>
                  </a:moveTo>
                  <a:cubicBezTo>
                    <a:pt x="39" y="20"/>
                    <a:pt x="39" y="20"/>
                    <a:pt x="39" y="20"/>
                  </a:cubicBezTo>
                  <a:cubicBezTo>
                    <a:pt x="71" y="39"/>
                    <a:pt x="71" y="39"/>
                    <a:pt x="71" y="39"/>
                  </a:cubicBezTo>
                  <a:lnTo>
                    <a:pt x="39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0" name="Freeform 62"/>
            <p:cNvSpPr>
              <a:spLocks noEditPoints="1"/>
            </p:cNvSpPr>
            <p:nvPr/>
          </p:nvSpPr>
          <p:spPr bwMode="auto">
            <a:xfrm>
              <a:off x="4017" y="2130"/>
              <a:ext cx="142" cy="142"/>
            </a:xfrm>
            <a:custGeom>
              <a:avLst/>
              <a:gdLst>
                <a:gd name="T0" fmla="*/ 115 w 115"/>
                <a:gd name="T1" fmla="*/ 32 h 115"/>
                <a:gd name="T2" fmla="*/ 104 w 115"/>
                <a:gd name="T3" fmla="*/ 22 h 115"/>
                <a:gd name="T4" fmla="*/ 84 w 115"/>
                <a:gd name="T5" fmla="*/ 42 h 115"/>
                <a:gd name="T6" fmla="*/ 73 w 115"/>
                <a:gd name="T7" fmla="*/ 30 h 115"/>
                <a:gd name="T8" fmla="*/ 93 w 115"/>
                <a:gd name="T9" fmla="*/ 10 h 115"/>
                <a:gd name="T10" fmla="*/ 83 w 115"/>
                <a:gd name="T11" fmla="*/ 0 h 115"/>
                <a:gd name="T12" fmla="*/ 63 w 115"/>
                <a:gd name="T13" fmla="*/ 20 h 115"/>
                <a:gd name="T14" fmla="*/ 50 w 115"/>
                <a:gd name="T15" fmla="*/ 7 h 115"/>
                <a:gd name="T16" fmla="*/ 40 w 115"/>
                <a:gd name="T17" fmla="*/ 17 h 115"/>
                <a:gd name="T18" fmla="*/ 98 w 115"/>
                <a:gd name="T19" fmla="*/ 74 h 115"/>
                <a:gd name="T20" fmla="*/ 107 w 115"/>
                <a:gd name="T21" fmla="*/ 65 h 115"/>
                <a:gd name="T22" fmla="*/ 95 w 115"/>
                <a:gd name="T23" fmla="*/ 52 h 115"/>
                <a:gd name="T24" fmla="*/ 115 w 115"/>
                <a:gd name="T25" fmla="*/ 32 h 115"/>
                <a:gd name="T26" fmla="*/ 31 w 115"/>
                <a:gd name="T27" fmla="*/ 84 h 115"/>
                <a:gd name="T28" fmla="*/ 89 w 115"/>
                <a:gd name="T29" fmla="*/ 75 h 115"/>
                <a:gd name="T30" fmla="*/ 39 w 115"/>
                <a:gd name="T31" fmla="*/ 26 h 115"/>
                <a:gd name="T32" fmla="*/ 31 w 115"/>
                <a:gd name="T33" fmla="*/ 84 h 115"/>
                <a:gd name="T34" fmla="*/ 21 w 115"/>
                <a:gd name="T35" fmla="*/ 79 h 115"/>
                <a:gd name="T36" fmla="*/ 36 w 115"/>
                <a:gd name="T37" fmla="*/ 93 h 115"/>
                <a:gd name="T38" fmla="*/ 14 w 115"/>
                <a:gd name="T39" fmla="*/ 115 h 115"/>
                <a:gd name="T40" fmla="*/ 0 w 115"/>
                <a:gd name="T41" fmla="*/ 100 h 115"/>
                <a:gd name="T42" fmla="*/ 21 w 115"/>
                <a:gd name="T43" fmla="*/ 7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5" h="115">
                  <a:moveTo>
                    <a:pt x="115" y="32"/>
                  </a:moveTo>
                  <a:cubicBezTo>
                    <a:pt x="104" y="22"/>
                    <a:pt x="104" y="22"/>
                    <a:pt x="104" y="22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73" y="30"/>
                    <a:pt x="73" y="30"/>
                    <a:pt x="73" y="3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95" y="52"/>
                    <a:pt x="95" y="52"/>
                    <a:pt x="95" y="52"/>
                  </a:cubicBezTo>
                  <a:lnTo>
                    <a:pt x="115" y="32"/>
                  </a:lnTo>
                  <a:close/>
                  <a:moveTo>
                    <a:pt x="31" y="84"/>
                  </a:moveTo>
                  <a:cubicBezTo>
                    <a:pt x="49" y="102"/>
                    <a:pt x="74" y="88"/>
                    <a:pt x="89" y="75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27" y="41"/>
                    <a:pt x="12" y="65"/>
                    <a:pt x="31" y="84"/>
                  </a:cubicBezTo>
                  <a:close/>
                  <a:moveTo>
                    <a:pt x="21" y="79"/>
                  </a:moveTo>
                  <a:cubicBezTo>
                    <a:pt x="36" y="93"/>
                    <a:pt x="36" y="93"/>
                    <a:pt x="36" y="93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0" y="100"/>
                    <a:pt x="0" y="100"/>
                    <a:pt x="0" y="100"/>
                  </a:cubicBezTo>
                  <a:lnTo>
                    <a:pt x="21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1" name="Freeform 63"/>
            <p:cNvSpPr>
              <a:spLocks noEditPoints="1"/>
            </p:cNvSpPr>
            <p:nvPr/>
          </p:nvSpPr>
          <p:spPr bwMode="auto">
            <a:xfrm>
              <a:off x="3994" y="2302"/>
              <a:ext cx="104" cy="121"/>
            </a:xfrm>
            <a:custGeom>
              <a:avLst/>
              <a:gdLst>
                <a:gd name="T0" fmla="*/ 55 w 85"/>
                <a:gd name="T1" fmla="*/ 14 h 98"/>
                <a:gd name="T2" fmla="*/ 55 w 85"/>
                <a:gd name="T3" fmla="*/ 27 h 98"/>
                <a:gd name="T4" fmla="*/ 64 w 85"/>
                <a:gd name="T5" fmla="*/ 33 h 98"/>
                <a:gd name="T6" fmla="*/ 73 w 85"/>
                <a:gd name="T7" fmla="*/ 55 h 98"/>
                <a:gd name="T8" fmla="*/ 64 w 85"/>
                <a:gd name="T9" fmla="*/ 77 h 98"/>
                <a:gd name="T10" fmla="*/ 43 w 85"/>
                <a:gd name="T11" fmla="*/ 85 h 98"/>
                <a:gd name="T12" fmla="*/ 21 w 85"/>
                <a:gd name="T13" fmla="*/ 77 h 98"/>
                <a:gd name="T14" fmla="*/ 12 w 85"/>
                <a:gd name="T15" fmla="*/ 55 h 98"/>
                <a:gd name="T16" fmla="*/ 21 w 85"/>
                <a:gd name="T17" fmla="*/ 33 h 98"/>
                <a:gd name="T18" fmla="*/ 30 w 85"/>
                <a:gd name="T19" fmla="*/ 27 h 98"/>
                <a:gd name="T20" fmla="*/ 30 w 85"/>
                <a:gd name="T21" fmla="*/ 14 h 98"/>
                <a:gd name="T22" fmla="*/ 0 w 85"/>
                <a:gd name="T23" fmla="*/ 55 h 98"/>
                <a:gd name="T24" fmla="*/ 43 w 85"/>
                <a:gd name="T25" fmla="*/ 98 h 98"/>
                <a:gd name="T26" fmla="*/ 85 w 85"/>
                <a:gd name="T27" fmla="*/ 55 h 98"/>
                <a:gd name="T28" fmla="*/ 55 w 85"/>
                <a:gd name="T29" fmla="*/ 14 h 98"/>
                <a:gd name="T30" fmla="*/ 37 w 85"/>
                <a:gd name="T31" fmla="*/ 0 h 98"/>
                <a:gd name="T32" fmla="*/ 49 w 85"/>
                <a:gd name="T33" fmla="*/ 0 h 98"/>
                <a:gd name="T34" fmla="*/ 49 w 85"/>
                <a:gd name="T35" fmla="*/ 49 h 98"/>
                <a:gd name="T36" fmla="*/ 37 w 85"/>
                <a:gd name="T37" fmla="*/ 49 h 98"/>
                <a:gd name="T38" fmla="*/ 37 w 85"/>
                <a:gd name="T3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" h="98">
                  <a:moveTo>
                    <a:pt x="55" y="14"/>
                  </a:moveTo>
                  <a:cubicBezTo>
                    <a:pt x="55" y="27"/>
                    <a:pt x="55" y="27"/>
                    <a:pt x="55" y="27"/>
                  </a:cubicBezTo>
                  <a:cubicBezTo>
                    <a:pt x="58" y="28"/>
                    <a:pt x="62" y="31"/>
                    <a:pt x="64" y="33"/>
                  </a:cubicBezTo>
                  <a:cubicBezTo>
                    <a:pt x="70" y="39"/>
                    <a:pt x="73" y="47"/>
                    <a:pt x="73" y="55"/>
                  </a:cubicBezTo>
                  <a:cubicBezTo>
                    <a:pt x="73" y="63"/>
                    <a:pt x="70" y="71"/>
                    <a:pt x="64" y="77"/>
                  </a:cubicBezTo>
                  <a:cubicBezTo>
                    <a:pt x="58" y="82"/>
                    <a:pt x="51" y="85"/>
                    <a:pt x="43" y="85"/>
                  </a:cubicBezTo>
                  <a:cubicBezTo>
                    <a:pt x="34" y="85"/>
                    <a:pt x="27" y="82"/>
                    <a:pt x="21" y="77"/>
                  </a:cubicBezTo>
                  <a:cubicBezTo>
                    <a:pt x="15" y="71"/>
                    <a:pt x="12" y="63"/>
                    <a:pt x="12" y="55"/>
                  </a:cubicBezTo>
                  <a:cubicBezTo>
                    <a:pt x="12" y="47"/>
                    <a:pt x="15" y="39"/>
                    <a:pt x="21" y="33"/>
                  </a:cubicBezTo>
                  <a:cubicBezTo>
                    <a:pt x="24" y="31"/>
                    <a:pt x="27" y="28"/>
                    <a:pt x="30" y="2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13" y="19"/>
                    <a:pt x="0" y="36"/>
                    <a:pt x="0" y="55"/>
                  </a:cubicBezTo>
                  <a:cubicBezTo>
                    <a:pt x="0" y="79"/>
                    <a:pt x="19" y="98"/>
                    <a:pt x="43" y="98"/>
                  </a:cubicBezTo>
                  <a:cubicBezTo>
                    <a:pt x="66" y="98"/>
                    <a:pt x="85" y="79"/>
                    <a:pt x="85" y="55"/>
                  </a:cubicBezTo>
                  <a:cubicBezTo>
                    <a:pt x="85" y="36"/>
                    <a:pt x="73" y="19"/>
                    <a:pt x="55" y="14"/>
                  </a:cubicBezTo>
                  <a:close/>
                  <a:moveTo>
                    <a:pt x="37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37" y="49"/>
                    <a:pt x="37" y="49"/>
                    <a:pt x="37" y="49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2" name="Freeform 64"/>
            <p:cNvSpPr>
              <a:spLocks/>
            </p:cNvSpPr>
            <p:nvPr/>
          </p:nvSpPr>
          <p:spPr bwMode="auto">
            <a:xfrm>
              <a:off x="4006" y="2020"/>
              <a:ext cx="57" cy="98"/>
            </a:xfrm>
            <a:custGeom>
              <a:avLst/>
              <a:gdLst>
                <a:gd name="T0" fmla="*/ 0 w 57"/>
                <a:gd name="T1" fmla="*/ 98 h 98"/>
                <a:gd name="T2" fmla="*/ 0 w 57"/>
                <a:gd name="T3" fmla="*/ 0 h 98"/>
                <a:gd name="T4" fmla="*/ 16 w 57"/>
                <a:gd name="T5" fmla="*/ 0 h 98"/>
                <a:gd name="T6" fmla="*/ 16 w 57"/>
                <a:gd name="T7" fmla="*/ 44 h 98"/>
                <a:gd name="T8" fmla="*/ 57 w 57"/>
                <a:gd name="T9" fmla="*/ 4 h 98"/>
                <a:gd name="T10" fmla="*/ 57 w 57"/>
                <a:gd name="T11" fmla="*/ 93 h 98"/>
                <a:gd name="T12" fmla="*/ 16 w 57"/>
                <a:gd name="T13" fmla="*/ 53 h 98"/>
                <a:gd name="T14" fmla="*/ 16 w 57"/>
                <a:gd name="T15" fmla="*/ 98 h 98"/>
                <a:gd name="T16" fmla="*/ 0 w 57"/>
                <a:gd name="T1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98">
                  <a:moveTo>
                    <a:pt x="0" y="9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16" y="44"/>
                  </a:lnTo>
                  <a:lnTo>
                    <a:pt x="57" y="4"/>
                  </a:lnTo>
                  <a:lnTo>
                    <a:pt x="57" y="93"/>
                  </a:lnTo>
                  <a:lnTo>
                    <a:pt x="16" y="53"/>
                  </a:lnTo>
                  <a:lnTo>
                    <a:pt x="16" y="98"/>
                  </a:ln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3" name="Freeform 65"/>
            <p:cNvSpPr>
              <a:spLocks noEditPoints="1"/>
            </p:cNvSpPr>
            <p:nvPr/>
          </p:nvSpPr>
          <p:spPr bwMode="auto">
            <a:xfrm>
              <a:off x="3971" y="1640"/>
              <a:ext cx="108" cy="96"/>
            </a:xfrm>
            <a:custGeom>
              <a:avLst/>
              <a:gdLst>
                <a:gd name="T0" fmla="*/ 22 w 88"/>
                <a:gd name="T1" fmla="*/ 0 h 78"/>
                <a:gd name="T2" fmla="*/ 66 w 88"/>
                <a:gd name="T3" fmla="*/ 0 h 78"/>
                <a:gd name="T4" fmla="*/ 66 w 88"/>
                <a:gd name="T5" fmla="*/ 11 h 78"/>
                <a:gd name="T6" fmla="*/ 22 w 88"/>
                <a:gd name="T7" fmla="*/ 11 h 78"/>
                <a:gd name="T8" fmla="*/ 22 w 88"/>
                <a:gd name="T9" fmla="*/ 0 h 78"/>
                <a:gd name="T10" fmla="*/ 83 w 88"/>
                <a:gd name="T11" fmla="*/ 17 h 78"/>
                <a:gd name="T12" fmla="*/ 5 w 88"/>
                <a:gd name="T13" fmla="*/ 17 h 78"/>
                <a:gd name="T14" fmla="*/ 0 w 88"/>
                <a:gd name="T15" fmla="*/ 22 h 78"/>
                <a:gd name="T16" fmla="*/ 0 w 88"/>
                <a:gd name="T17" fmla="*/ 50 h 78"/>
                <a:gd name="T18" fmla="*/ 5 w 88"/>
                <a:gd name="T19" fmla="*/ 55 h 78"/>
                <a:gd name="T20" fmla="*/ 22 w 88"/>
                <a:gd name="T21" fmla="*/ 55 h 78"/>
                <a:gd name="T22" fmla="*/ 22 w 88"/>
                <a:gd name="T23" fmla="*/ 78 h 78"/>
                <a:gd name="T24" fmla="*/ 66 w 88"/>
                <a:gd name="T25" fmla="*/ 78 h 78"/>
                <a:gd name="T26" fmla="*/ 66 w 88"/>
                <a:gd name="T27" fmla="*/ 55 h 78"/>
                <a:gd name="T28" fmla="*/ 83 w 88"/>
                <a:gd name="T29" fmla="*/ 55 h 78"/>
                <a:gd name="T30" fmla="*/ 88 w 88"/>
                <a:gd name="T31" fmla="*/ 50 h 78"/>
                <a:gd name="T32" fmla="*/ 88 w 88"/>
                <a:gd name="T33" fmla="*/ 22 h 78"/>
                <a:gd name="T34" fmla="*/ 83 w 88"/>
                <a:gd name="T35" fmla="*/ 17 h 78"/>
                <a:gd name="T36" fmla="*/ 60 w 88"/>
                <a:gd name="T37" fmla="*/ 72 h 78"/>
                <a:gd name="T38" fmla="*/ 27 w 88"/>
                <a:gd name="T39" fmla="*/ 72 h 78"/>
                <a:gd name="T40" fmla="*/ 27 w 88"/>
                <a:gd name="T41" fmla="*/ 44 h 78"/>
                <a:gd name="T42" fmla="*/ 60 w 88"/>
                <a:gd name="T43" fmla="*/ 44 h 78"/>
                <a:gd name="T44" fmla="*/ 60 w 88"/>
                <a:gd name="T45" fmla="*/ 72 h 78"/>
                <a:gd name="T46" fmla="*/ 84 w 88"/>
                <a:gd name="T47" fmla="*/ 25 h 78"/>
                <a:gd name="T48" fmla="*/ 80 w 88"/>
                <a:gd name="T49" fmla="*/ 29 h 78"/>
                <a:gd name="T50" fmla="*/ 76 w 88"/>
                <a:gd name="T51" fmla="*/ 25 h 78"/>
                <a:gd name="T52" fmla="*/ 80 w 88"/>
                <a:gd name="T53" fmla="*/ 21 h 78"/>
                <a:gd name="T54" fmla="*/ 84 w 88"/>
                <a:gd name="T55" fmla="*/ 2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78">
                  <a:moveTo>
                    <a:pt x="22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0"/>
                  </a:lnTo>
                  <a:close/>
                  <a:moveTo>
                    <a:pt x="83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2" y="17"/>
                    <a:pt x="0" y="19"/>
                    <a:pt x="0" y="22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3"/>
                    <a:pt x="2" y="55"/>
                    <a:pt x="5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66" y="78"/>
                    <a:pt x="66" y="78"/>
                    <a:pt x="66" y="78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6" y="55"/>
                    <a:pt x="88" y="53"/>
                    <a:pt x="88" y="50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19"/>
                    <a:pt x="86" y="17"/>
                    <a:pt x="83" y="17"/>
                  </a:cubicBezTo>
                  <a:close/>
                  <a:moveTo>
                    <a:pt x="60" y="72"/>
                  </a:moveTo>
                  <a:cubicBezTo>
                    <a:pt x="27" y="72"/>
                    <a:pt x="27" y="72"/>
                    <a:pt x="27" y="72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72"/>
                  </a:lnTo>
                  <a:close/>
                  <a:moveTo>
                    <a:pt x="84" y="25"/>
                  </a:moveTo>
                  <a:cubicBezTo>
                    <a:pt x="84" y="27"/>
                    <a:pt x="82" y="29"/>
                    <a:pt x="80" y="29"/>
                  </a:cubicBezTo>
                  <a:cubicBezTo>
                    <a:pt x="78" y="29"/>
                    <a:pt x="76" y="27"/>
                    <a:pt x="76" y="25"/>
                  </a:cubicBezTo>
                  <a:cubicBezTo>
                    <a:pt x="76" y="23"/>
                    <a:pt x="78" y="21"/>
                    <a:pt x="80" y="21"/>
                  </a:cubicBezTo>
                  <a:cubicBezTo>
                    <a:pt x="82" y="21"/>
                    <a:pt x="84" y="23"/>
                    <a:pt x="84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4" name="Freeform 66"/>
            <p:cNvSpPr>
              <a:spLocks noEditPoints="1"/>
            </p:cNvSpPr>
            <p:nvPr/>
          </p:nvSpPr>
          <p:spPr bwMode="auto">
            <a:xfrm>
              <a:off x="3974" y="1756"/>
              <a:ext cx="94" cy="99"/>
            </a:xfrm>
            <a:custGeom>
              <a:avLst/>
              <a:gdLst>
                <a:gd name="T0" fmla="*/ 69 w 76"/>
                <a:gd name="T1" fmla="*/ 0 h 81"/>
                <a:gd name="T2" fmla="*/ 8 w 76"/>
                <a:gd name="T3" fmla="*/ 0 h 81"/>
                <a:gd name="T4" fmla="*/ 0 w 76"/>
                <a:gd name="T5" fmla="*/ 7 h 81"/>
                <a:gd name="T6" fmla="*/ 0 w 76"/>
                <a:gd name="T7" fmla="*/ 73 h 81"/>
                <a:gd name="T8" fmla="*/ 8 w 76"/>
                <a:gd name="T9" fmla="*/ 81 h 81"/>
                <a:gd name="T10" fmla="*/ 69 w 76"/>
                <a:gd name="T11" fmla="*/ 81 h 81"/>
                <a:gd name="T12" fmla="*/ 76 w 76"/>
                <a:gd name="T13" fmla="*/ 73 h 81"/>
                <a:gd name="T14" fmla="*/ 76 w 76"/>
                <a:gd name="T15" fmla="*/ 7 h 81"/>
                <a:gd name="T16" fmla="*/ 69 w 76"/>
                <a:gd name="T17" fmla="*/ 0 h 81"/>
                <a:gd name="T18" fmla="*/ 66 w 76"/>
                <a:gd name="T19" fmla="*/ 70 h 81"/>
                <a:gd name="T20" fmla="*/ 11 w 76"/>
                <a:gd name="T21" fmla="*/ 70 h 81"/>
                <a:gd name="T22" fmla="*/ 11 w 76"/>
                <a:gd name="T23" fmla="*/ 10 h 81"/>
                <a:gd name="T24" fmla="*/ 66 w 76"/>
                <a:gd name="T25" fmla="*/ 10 h 81"/>
                <a:gd name="T26" fmla="*/ 66 w 76"/>
                <a:gd name="T27" fmla="*/ 70 h 81"/>
                <a:gd name="T28" fmla="*/ 21 w 76"/>
                <a:gd name="T29" fmla="*/ 45 h 81"/>
                <a:gd name="T30" fmla="*/ 56 w 76"/>
                <a:gd name="T31" fmla="*/ 45 h 81"/>
                <a:gd name="T32" fmla="*/ 56 w 76"/>
                <a:gd name="T33" fmla="*/ 50 h 81"/>
                <a:gd name="T34" fmla="*/ 21 w 76"/>
                <a:gd name="T35" fmla="*/ 50 h 81"/>
                <a:gd name="T36" fmla="*/ 21 w 76"/>
                <a:gd name="T37" fmla="*/ 45 h 81"/>
                <a:gd name="T38" fmla="*/ 21 w 76"/>
                <a:gd name="T39" fmla="*/ 55 h 81"/>
                <a:gd name="T40" fmla="*/ 56 w 76"/>
                <a:gd name="T41" fmla="*/ 55 h 81"/>
                <a:gd name="T42" fmla="*/ 56 w 76"/>
                <a:gd name="T43" fmla="*/ 60 h 81"/>
                <a:gd name="T44" fmla="*/ 21 w 76"/>
                <a:gd name="T45" fmla="*/ 60 h 81"/>
                <a:gd name="T46" fmla="*/ 21 w 76"/>
                <a:gd name="T47" fmla="*/ 55 h 81"/>
                <a:gd name="T48" fmla="*/ 26 w 76"/>
                <a:gd name="T49" fmla="*/ 22 h 81"/>
                <a:gd name="T50" fmla="*/ 33 w 76"/>
                <a:gd name="T51" fmla="*/ 30 h 81"/>
                <a:gd name="T52" fmla="*/ 41 w 76"/>
                <a:gd name="T53" fmla="*/ 22 h 81"/>
                <a:gd name="T54" fmla="*/ 33 w 76"/>
                <a:gd name="T55" fmla="*/ 15 h 81"/>
                <a:gd name="T56" fmla="*/ 26 w 76"/>
                <a:gd name="T57" fmla="*/ 22 h 81"/>
                <a:gd name="T58" fmla="*/ 38 w 76"/>
                <a:gd name="T59" fmla="*/ 30 h 81"/>
                <a:gd name="T60" fmla="*/ 28 w 76"/>
                <a:gd name="T61" fmla="*/ 30 h 81"/>
                <a:gd name="T62" fmla="*/ 21 w 76"/>
                <a:gd name="T63" fmla="*/ 35 h 81"/>
                <a:gd name="T64" fmla="*/ 21 w 76"/>
                <a:gd name="T65" fmla="*/ 40 h 81"/>
                <a:gd name="T66" fmla="*/ 46 w 76"/>
                <a:gd name="T67" fmla="*/ 40 h 81"/>
                <a:gd name="T68" fmla="*/ 46 w 76"/>
                <a:gd name="T69" fmla="*/ 35 h 81"/>
                <a:gd name="T70" fmla="*/ 38 w 76"/>
                <a:gd name="T71" fmla="*/ 3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6" h="81">
                  <a:moveTo>
                    <a:pt x="6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7"/>
                    <a:pt x="4" y="81"/>
                    <a:pt x="8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73" y="81"/>
                    <a:pt x="76" y="77"/>
                    <a:pt x="76" y="73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3"/>
                    <a:pt x="73" y="0"/>
                    <a:pt x="69" y="0"/>
                  </a:cubicBezTo>
                  <a:close/>
                  <a:moveTo>
                    <a:pt x="66" y="70"/>
                  </a:moveTo>
                  <a:cubicBezTo>
                    <a:pt x="11" y="70"/>
                    <a:pt x="11" y="70"/>
                    <a:pt x="11" y="7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66" y="10"/>
                    <a:pt x="66" y="10"/>
                    <a:pt x="66" y="10"/>
                  </a:cubicBezTo>
                  <a:lnTo>
                    <a:pt x="66" y="70"/>
                  </a:lnTo>
                  <a:close/>
                  <a:moveTo>
                    <a:pt x="21" y="45"/>
                  </a:moveTo>
                  <a:cubicBezTo>
                    <a:pt x="56" y="45"/>
                    <a:pt x="56" y="45"/>
                    <a:pt x="56" y="45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21" y="50"/>
                    <a:pt x="21" y="50"/>
                    <a:pt x="21" y="50"/>
                  </a:cubicBezTo>
                  <a:lnTo>
                    <a:pt x="21" y="45"/>
                  </a:lnTo>
                  <a:close/>
                  <a:moveTo>
                    <a:pt x="21" y="55"/>
                  </a:moveTo>
                  <a:cubicBezTo>
                    <a:pt x="56" y="55"/>
                    <a:pt x="56" y="55"/>
                    <a:pt x="56" y="55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21" y="60"/>
                    <a:pt x="21" y="60"/>
                    <a:pt x="21" y="60"/>
                  </a:cubicBezTo>
                  <a:lnTo>
                    <a:pt x="21" y="55"/>
                  </a:lnTo>
                  <a:close/>
                  <a:moveTo>
                    <a:pt x="26" y="22"/>
                  </a:moveTo>
                  <a:cubicBezTo>
                    <a:pt x="26" y="27"/>
                    <a:pt x="29" y="30"/>
                    <a:pt x="33" y="30"/>
                  </a:cubicBezTo>
                  <a:cubicBezTo>
                    <a:pt x="37" y="30"/>
                    <a:pt x="41" y="27"/>
                    <a:pt x="41" y="22"/>
                  </a:cubicBezTo>
                  <a:cubicBezTo>
                    <a:pt x="41" y="18"/>
                    <a:pt x="37" y="15"/>
                    <a:pt x="33" y="15"/>
                  </a:cubicBezTo>
                  <a:cubicBezTo>
                    <a:pt x="29" y="15"/>
                    <a:pt x="26" y="18"/>
                    <a:pt x="26" y="22"/>
                  </a:cubicBezTo>
                  <a:close/>
                  <a:moveTo>
                    <a:pt x="38" y="30"/>
                  </a:moveTo>
                  <a:cubicBezTo>
                    <a:pt x="28" y="30"/>
                    <a:pt x="28" y="30"/>
                    <a:pt x="28" y="30"/>
                  </a:cubicBezTo>
                  <a:cubicBezTo>
                    <a:pt x="24" y="30"/>
                    <a:pt x="21" y="32"/>
                    <a:pt x="21" y="35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6" y="32"/>
                    <a:pt x="42" y="30"/>
                    <a:pt x="38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5" name="Freeform 67"/>
            <p:cNvSpPr>
              <a:spLocks noEditPoints="1"/>
            </p:cNvSpPr>
            <p:nvPr/>
          </p:nvSpPr>
          <p:spPr bwMode="auto">
            <a:xfrm>
              <a:off x="4058" y="1410"/>
              <a:ext cx="96" cy="96"/>
            </a:xfrm>
            <a:custGeom>
              <a:avLst/>
              <a:gdLst>
                <a:gd name="T0" fmla="*/ 50 w 96"/>
                <a:gd name="T1" fmla="*/ 0 h 96"/>
                <a:gd name="T2" fmla="*/ 42 w 96"/>
                <a:gd name="T3" fmla="*/ 9 h 96"/>
                <a:gd name="T4" fmla="*/ 50 w 96"/>
                <a:gd name="T5" fmla="*/ 18 h 96"/>
                <a:gd name="T6" fmla="*/ 29 w 96"/>
                <a:gd name="T7" fmla="*/ 42 h 96"/>
                <a:gd name="T8" fmla="*/ 8 w 96"/>
                <a:gd name="T9" fmla="*/ 42 h 96"/>
                <a:gd name="T10" fmla="*/ 26 w 96"/>
                <a:gd name="T11" fmla="*/ 58 h 96"/>
                <a:gd name="T12" fmla="*/ 0 w 96"/>
                <a:gd name="T13" fmla="*/ 93 h 96"/>
                <a:gd name="T14" fmla="*/ 0 w 96"/>
                <a:gd name="T15" fmla="*/ 96 h 96"/>
                <a:gd name="T16" fmla="*/ 4 w 96"/>
                <a:gd name="T17" fmla="*/ 96 h 96"/>
                <a:gd name="T18" fmla="*/ 37 w 96"/>
                <a:gd name="T19" fmla="*/ 71 h 96"/>
                <a:gd name="T20" fmla="*/ 54 w 96"/>
                <a:gd name="T21" fmla="*/ 86 h 96"/>
                <a:gd name="T22" fmla="*/ 54 w 96"/>
                <a:gd name="T23" fmla="*/ 66 h 96"/>
                <a:gd name="T24" fmla="*/ 77 w 96"/>
                <a:gd name="T25" fmla="*/ 45 h 96"/>
                <a:gd name="T26" fmla="*/ 86 w 96"/>
                <a:gd name="T27" fmla="*/ 55 h 96"/>
                <a:gd name="T28" fmla="*/ 96 w 96"/>
                <a:gd name="T29" fmla="*/ 45 h 96"/>
                <a:gd name="T30" fmla="*/ 50 w 96"/>
                <a:gd name="T31" fmla="*/ 0 h 96"/>
                <a:gd name="T32" fmla="*/ 42 w 96"/>
                <a:gd name="T33" fmla="*/ 51 h 96"/>
                <a:gd name="T34" fmla="*/ 36 w 96"/>
                <a:gd name="T35" fmla="*/ 45 h 96"/>
                <a:gd name="T36" fmla="*/ 56 w 96"/>
                <a:gd name="T37" fmla="*/ 24 h 96"/>
                <a:gd name="T38" fmla="*/ 63 w 96"/>
                <a:gd name="T39" fmla="*/ 30 h 96"/>
                <a:gd name="T40" fmla="*/ 42 w 96"/>
                <a:gd name="T41" fmla="*/ 5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96">
                  <a:moveTo>
                    <a:pt x="50" y="0"/>
                  </a:moveTo>
                  <a:lnTo>
                    <a:pt x="42" y="9"/>
                  </a:lnTo>
                  <a:lnTo>
                    <a:pt x="50" y="18"/>
                  </a:lnTo>
                  <a:lnTo>
                    <a:pt x="29" y="42"/>
                  </a:lnTo>
                  <a:lnTo>
                    <a:pt x="8" y="42"/>
                  </a:lnTo>
                  <a:lnTo>
                    <a:pt x="26" y="58"/>
                  </a:lnTo>
                  <a:lnTo>
                    <a:pt x="0" y="93"/>
                  </a:lnTo>
                  <a:lnTo>
                    <a:pt x="0" y="96"/>
                  </a:lnTo>
                  <a:lnTo>
                    <a:pt x="4" y="96"/>
                  </a:lnTo>
                  <a:lnTo>
                    <a:pt x="37" y="71"/>
                  </a:lnTo>
                  <a:lnTo>
                    <a:pt x="54" y="86"/>
                  </a:lnTo>
                  <a:lnTo>
                    <a:pt x="54" y="66"/>
                  </a:lnTo>
                  <a:lnTo>
                    <a:pt x="77" y="45"/>
                  </a:lnTo>
                  <a:lnTo>
                    <a:pt x="86" y="55"/>
                  </a:lnTo>
                  <a:lnTo>
                    <a:pt x="96" y="45"/>
                  </a:lnTo>
                  <a:lnTo>
                    <a:pt x="50" y="0"/>
                  </a:lnTo>
                  <a:close/>
                  <a:moveTo>
                    <a:pt x="42" y="51"/>
                  </a:moveTo>
                  <a:lnTo>
                    <a:pt x="36" y="45"/>
                  </a:lnTo>
                  <a:lnTo>
                    <a:pt x="56" y="24"/>
                  </a:lnTo>
                  <a:lnTo>
                    <a:pt x="63" y="30"/>
                  </a:lnTo>
                  <a:lnTo>
                    <a:pt x="42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6" name="Freeform 68"/>
            <p:cNvSpPr>
              <a:spLocks noEditPoints="1"/>
            </p:cNvSpPr>
            <p:nvPr/>
          </p:nvSpPr>
          <p:spPr bwMode="auto">
            <a:xfrm>
              <a:off x="4016" y="1145"/>
              <a:ext cx="95" cy="65"/>
            </a:xfrm>
            <a:custGeom>
              <a:avLst/>
              <a:gdLst>
                <a:gd name="T0" fmla="*/ 17 w 77"/>
                <a:gd name="T1" fmla="*/ 20 h 53"/>
                <a:gd name="T2" fmla="*/ 34 w 77"/>
                <a:gd name="T3" fmla="*/ 36 h 53"/>
                <a:gd name="T4" fmla="*/ 17 w 77"/>
                <a:gd name="T5" fmla="*/ 53 h 53"/>
                <a:gd name="T6" fmla="*/ 0 w 77"/>
                <a:gd name="T7" fmla="*/ 36 h 53"/>
                <a:gd name="T8" fmla="*/ 0 w 77"/>
                <a:gd name="T9" fmla="*/ 34 h 53"/>
                <a:gd name="T10" fmla="*/ 34 w 77"/>
                <a:gd name="T11" fmla="*/ 0 h 53"/>
                <a:gd name="T12" fmla="*/ 34 w 77"/>
                <a:gd name="T13" fmla="*/ 10 h 53"/>
                <a:gd name="T14" fmla="*/ 17 w 77"/>
                <a:gd name="T15" fmla="*/ 17 h 53"/>
                <a:gd name="T16" fmla="*/ 14 w 77"/>
                <a:gd name="T17" fmla="*/ 20 h 53"/>
                <a:gd name="T18" fmla="*/ 17 w 77"/>
                <a:gd name="T19" fmla="*/ 20 h 53"/>
                <a:gd name="T20" fmla="*/ 60 w 77"/>
                <a:gd name="T21" fmla="*/ 20 h 53"/>
                <a:gd name="T22" fmla="*/ 77 w 77"/>
                <a:gd name="T23" fmla="*/ 36 h 53"/>
                <a:gd name="T24" fmla="*/ 60 w 77"/>
                <a:gd name="T25" fmla="*/ 53 h 53"/>
                <a:gd name="T26" fmla="*/ 43 w 77"/>
                <a:gd name="T27" fmla="*/ 36 h 53"/>
                <a:gd name="T28" fmla="*/ 43 w 77"/>
                <a:gd name="T29" fmla="*/ 34 h 53"/>
                <a:gd name="T30" fmla="*/ 77 w 77"/>
                <a:gd name="T31" fmla="*/ 0 h 53"/>
                <a:gd name="T32" fmla="*/ 77 w 77"/>
                <a:gd name="T33" fmla="*/ 10 h 53"/>
                <a:gd name="T34" fmla="*/ 60 w 77"/>
                <a:gd name="T35" fmla="*/ 17 h 53"/>
                <a:gd name="T36" fmla="*/ 58 w 77"/>
                <a:gd name="T37" fmla="*/ 20 h 53"/>
                <a:gd name="T38" fmla="*/ 60 w 77"/>
                <a:gd name="T39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53">
                  <a:moveTo>
                    <a:pt x="17" y="20"/>
                  </a:moveTo>
                  <a:cubicBezTo>
                    <a:pt x="26" y="20"/>
                    <a:pt x="34" y="27"/>
                    <a:pt x="34" y="36"/>
                  </a:cubicBezTo>
                  <a:cubicBezTo>
                    <a:pt x="34" y="46"/>
                    <a:pt x="26" y="53"/>
                    <a:pt x="17" y="53"/>
                  </a:cubicBezTo>
                  <a:cubicBezTo>
                    <a:pt x="8" y="53"/>
                    <a:pt x="0" y="46"/>
                    <a:pt x="0" y="3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27" y="10"/>
                    <a:pt x="21" y="13"/>
                    <a:pt x="17" y="17"/>
                  </a:cubicBezTo>
                  <a:cubicBezTo>
                    <a:pt x="16" y="18"/>
                    <a:pt x="15" y="19"/>
                    <a:pt x="14" y="20"/>
                  </a:cubicBezTo>
                  <a:cubicBezTo>
                    <a:pt x="15" y="20"/>
                    <a:pt x="16" y="20"/>
                    <a:pt x="17" y="20"/>
                  </a:cubicBezTo>
                  <a:close/>
                  <a:moveTo>
                    <a:pt x="60" y="20"/>
                  </a:moveTo>
                  <a:cubicBezTo>
                    <a:pt x="70" y="20"/>
                    <a:pt x="77" y="27"/>
                    <a:pt x="77" y="36"/>
                  </a:cubicBezTo>
                  <a:cubicBezTo>
                    <a:pt x="77" y="46"/>
                    <a:pt x="70" y="53"/>
                    <a:pt x="60" y="53"/>
                  </a:cubicBezTo>
                  <a:cubicBezTo>
                    <a:pt x="51" y="53"/>
                    <a:pt x="43" y="46"/>
                    <a:pt x="43" y="36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16"/>
                    <a:pt x="58" y="0"/>
                    <a:pt x="77" y="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1" y="10"/>
                    <a:pt x="65" y="13"/>
                    <a:pt x="60" y="17"/>
                  </a:cubicBezTo>
                  <a:cubicBezTo>
                    <a:pt x="59" y="18"/>
                    <a:pt x="58" y="19"/>
                    <a:pt x="58" y="20"/>
                  </a:cubicBezTo>
                  <a:cubicBezTo>
                    <a:pt x="58" y="20"/>
                    <a:pt x="59" y="20"/>
                    <a:pt x="6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7" name="Freeform 69"/>
            <p:cNvSpPr>
              <a:spLocks/>
            </p:cNvSpPr>
            <p:nvPr/>
          </p:nvSpPr>
          <p:spPr bwMode="auto">
            <a:xfrm>
              <a:off x="3993" y="1306"/>
              <a:ext cx="147" cy="140"/>
            </a:xfrm>
            <a:custGeom>
              <a:avLst/>
              <a:gdLst>
                <a:gd name="T0" fmla="*/ 78 w 120"/>
                <a:gd name="T1" fmla="*/ 29 h 114"/>
                <a:gd name="T2" fmla="*/ 83 w 120"/>
                <a:gd name="T3" fmla="*/ 0 h 114"/>
                <a:gd name="T4" fmla="*/ 120 w 120"/>
                <a:gd name="T5" fmla="*/ 52 h 114"/>
                <a:gd name="T6" fmla="*/ 68 w 120"/>
                <a:gd name="T7" fmla="*/ 90 h 114"/>
                <a:gd name="T8" fmla="*/ 73 w 120"/>
                <a:gd name="T9" fmla="*/ 60 h 114"/>
                <a:gd name="T10" fmla="*/ 27 w 120"/>
                <a:gd name="T11" fmla="*/ 114 h 114"/>
                <a:gd name="T12" fmla="*/ 78 w 120"/>
                <a:gd name="T13" fmla="*/ 2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14">
                  <a:moveTo>
                    <a:pt x="78" y="29"/>
                  </a:moveTo>
                  <a:cubicBezTo>
                    <a:pt x="83" y="0"/>
                    <a:pt x="83" y="0"/>
                    <a:pt x="83" y="0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68" y="90"/>
                    <a:pt x="68" y="90"/>
                    <a:pt x="68" y="9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21" y="51"/>
                    <a:pt x="18" y="88"/>
                    <a:pt x="27" y="114"/>
                  </a:cubicBezTo>
                  <a:cubicBezTo>
                    <a:pt x="0" y="73"/>
                    <a:pt x="16" y="18"/>
                    <a:pt x="78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8" name="Freeform 70"/>
            <p:cNvSpPr>
              <a:spLocks/>
            </p:cNvSpPr>
            <p:nvPr/>
          </p:nvSpPr>
          <p:spPr bwMode="auto">
            <a:xfrm>
              <a:off x="4025" y="1219"/>
              <a:ext cx="92" cy="97"/>
            </a:xfrm>
            <a:custGeom>
              <a:avLst/>
              <a:gdLst>
                <a:gd name="T0" fmla="*/ 44 w 92"/>
                <a:gd name="T1" fmla="*/ 97 h 97"/>
                <a:gd name="T2" fmla="*/ 44 w 92"/>
                <a:gd name="T3" fmla="*/ 53 h 97"/>
                <a:gd name="T4" fmla="*/ 0 w 92"/>
                <a:gd name="T5" fmla="*/ 97 h 97"/>
                <a:gd name="T6" fmla="*/ 0 w 92"/>
                <a:gd name="T7" fmla="*/ 0 h 97"/>
                <a:gd name="T8" fmla="*/ 44 w 92"/>
                <a:gd name="T9" fmla="*/ 44 h 97"/>
                <a:gd name="T10" fmla="*/ 44 w 92"/>
                <a:gd name="T11" fmla="*/ 0 h 97"/>
                <a:gd name="T12" fmla="*/ 92 w 92"/>
                <a:gd name="T13" fmla="*/ 49 h 97"/>
                <a:gd name="T14" fmla="*/ 44 w 92"/>
                <a:gd name="T15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97">
                  <a:moveTo>
                    <a:pt x="44" y="97"/>
                  </a:moveTo>
                  <a:lnTo>
                    <a:pt x="44" y="53"/>
                  </a:lnTo>
                  <a:lnTo>
                    <a:pt x="0" y="97"/>
                  </a:lnTo>
                  <a:lnTo>
                    <a:pt x="0" y="0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92" y="49"/>
                  </a:lnTo>
                  <a:lnTo>
                    <a:pt x="44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9" name="Freeform 71"/>
            <p:cNvSpPr>
              <a:spLocks/>
            </p:cNvSpPr>
            <p:nvPr/>
          </p:nvSpPr>
          <p:spPr bwMode="auto">
            <a:xfrm>
              <a:off x="3930" y="1881"/>
              <a:ext cx="117" cy="116"/>
            </a:xfrm>
            <a:custGeom>
              <a:avLst/>
              <a:gdLst>
                <a:gd name="T0" fmla="*/ 95 w 95"/>
                <a:gd name="T1" fmla="*/ 35 h 94"/>
                <a:gd name="T2" fmla="*/ 60 w 95"/>
                <a:gd name="T3" fmla="*/ 35 h 94"/>
                <a:gd name="T4" fmla="*/ 73 w 95"/>
                <a:gd name="T5" fmla="*/ 22 h 94"/>
                <a:gd name="T6" fmla="*/ 48 w 95"/>
                <a:gd name="T7" fmla="*/ 12 h 94"/>
                <a:gd name="T8" fmla="*/ 23 w 95"/>
                <a:gd name="T9" fmla="*/ 22 h 94"/>
                <a:gd name="T10" fmla="*/ 12 w 95"/>
                <a:gd name="T11" fmla="*/ 47 h 94"/>
                <a:gd name="T12" fmla="*/ 23 w 95"/>
                <a:gd name="T13" fmla="*/ 72 h 94"/>
                <a:gd name="T14" fmla="*/ 48 w 95"/>
                <a:gd name="T15" fmla="*/ 83 h 94"/>
                <a:gd name="T16" fmla="*/ 73 w 95"/>
                <a:gd name="T17" fmla="*/ 72 h 94"/>
                <a:gd name="T18" fmla="*/ 74 w 95"/>
                <a:gd name="T19" fmla="*/ 70 h 94"/>
                <a:gd name="T20" fmla="*/ 83 w 95"/>
                <a:gd name="T21" fmla="*/ 78 h 94"/>
                <a:gd name="T22" fmla="*/ 48 w 95"/>
                <a:gd name="T23" fmla="*/ 94 h 94"/>
                <a:gd name="T24" fmla="*/ 0 w 95"/>
                <a:gd name="T25" fmla="*/ 47 h 94"/>
                <a:gd name="T26" fmla="*/ 48 w 95"/>
                <a:gd name="T27" fmla="*/ 0 h 94"/>
                <a:gd name="T28" fmla="*/ 81 w 95"/>
                <a:gd name="T29" fmla="*/ 14 h 94"/>
                <a:gd name="T30" fmla="*/ 95 w 95"/>
                <a:gd name="T31" fmla="*/ 0 h 94"/>
                <a:gd name="T32" fmla="*/ 95 w 95"/>
                <a:gd name="T33" fmla="*/ 3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5" h="94">
                  <a:moveTo>
                    <a:pt x="95" y="35"/>
                  </a:moveTo>
                  <a:cubicBezTo>
                    <a:pt x="60" y="35"/>
                    <a:pt x="60" y="35"/>
                    <a:pt x="60" y="35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66" y="15"/>
                    <a:pt x="57" y="12"/>
                    <a:pt x="48" y="12"/>
                  </a:cubicBezTo>
                  <a:cubicBezTo>
                    <a:pt x="38" y="12"/>
                    <a:pt x="29" y="15"/>
                    <a:pt x="23" y="22"/>
                  </a:cubicBezTo>
                  <a:cubicBezTo>
                    <a:pt x="16" y="29"/>
                    <a:pt x="12" y="38"/>
                    <a:pt x="12" y="47"/>
                  </a:cubicBezTo>
                  <a:cubicBezTo>
                    <a:pt x="12" y="57"/>
                    <a:pt x="16" y="65"/>
                    <a:pt x="23" y="72"/>
                  </a:cubicBezTo>
                  <a:cubicBezTo>
                    <a:pt x="29" y="79"/>
                    <a:pt x="38" y="83"/>
                    <a:pt x="48" y="83"/>
                  </a:cubicBezTo>
                  <a:cubicBezTo>
                    <a:pt x="57" y="83"/>
                    <a:pt x="66" y="79"/>
                    <a:pt x="73" y="72"/>
                  </a:cubicBezTo>
                  <a:cubicBezTo>
                    <a:pt x="73" y="72"/>
                    <a:pt x="74" y="71"/>
                    <a:pt x="74" y="70"/>
                  </a:cubicBezTo>
                  <a:cubicBezTo>
                    <a:pt x="83" y="78"/>
                    <a:pt x="83" y="78"/>
                    <a:pt x="83" y="78"/>
                  </a:cubicBezTo>
                  <a:cubicBezTo>
                    <a:pt x="75" y="88"/>
                    <a:pt x="62" y="94"/>
                    <a:pt x="48" y="94"/>
                  </a:cubicBezTo>
                  <a:cubicBezTo>
                    <a:pt x="22" y="94"/>
                    <a:pt x="0" y="73"/>
                    <a:pt x="0" y="47"/>
                  </a:cubicBezTo>
                  <a:cubicBezTo>
                    <a:pt x="0" y="21"/>
                    <a:pt x="22" y="0"/>
                    <a:pt x="48" y="0"/>
                  </a:cubicBezTo>
                  <a:cubicBezTo>
                    <a:pt x="61" y="0"/>
                    <a:pt x="73" y="5"/>
                    <a:pt x="81" y="14"/>
                  </a:cubicBezTo>
                  <a:cubicBezTo>
                    <a:pt x="95" y="0"/>
                    <a:pt x="95" y="0"/>
                    <a:pt x="95" y="0"/>
                  </a:cubicBezTo>
                  <a:lnTo>
                    <a:pt x="95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0" name="Freeform 72"/>
            <p:cNvSpPr>
              <a:spLocks noEditPoints="1"/>
            </p:cNvSpPr>
            <p:nvPr/>
          </p:nvSpPr>
          <p:spPr bwMode="auto">
            <a:xfrm>
              <a:off x="3877" y="1496"/>
              <a:ext cx="128" cy="128"/>
            </a:xfrm>
            <a:custGeom>
              <a:avLst/>
              <a:gdLst>
                <a:gd name="T0" fmla="*/ 86 w 104"/>
                <a:gd name="T1" fmla="*/ 0 h 104"/>
                <a:gd name="T2" fmla="*/ 17 w 104"/>
                <a:gd name="T3" fmla="*/ 0 h 104"/>
                <a:gd name="T4" fmla="*/ 0 w 104"/>
                <a:gd name="T5" fmla="*/ 18 h 104"/>
                <a:gd name="T6" fmla="*/ 0 w 104"/>
                <a:gd name="T7" fmla="*/ 87 h 104"/>
                <a:gd name="T8" fmla="*/ 17 w 104"/>
                <a:gd name="T9" fmla="*/ 104 h 104"/>
                <a:gd name="T10" fmla="*/ 86 w 104"/>
                <a:gd name="T11" fmla="*/ 104 h 104"/>
                <a:gd name="T12" fmla="*/ 104 w 104"/>
                <a:gd name="T13" fmla="*/ 87 h 104"/>
                <a:gd name="T14" fmla="*/ 104 w 104"/>
                <a:gd name="T15" fmla="*/ 18 h 104"/>
                <a:gd name="T16" fmla="*/ 86 w 104"/>
                <a:gd name="T17" fmla="*/ 0 h 104"/>
                <a:gd name="T18" fmla="*/ 28 w 104"/>
                <a:gd name="T19" fmla="*/ 85 h 104"/>
                <a:gd name="T20" fmla="*/ 19 w 104"/>
                <a:gd name="T21" fmla="*/ 76 h 104"/>
                <a:gd name="T22" fmla="*/ 28 w 104"/>
                <a:gd name="T23" fmla="*/ 67 h 104"/>
                <a:gd name="T24" fmla="*/ 37 w 104"/>
                <a:gd name="T25" fmla="*/ 76 h 104"/>
                <a:gd name="T26" fmla="*/ 28 w 104"/>
                <a:gd name="T27" fmla="*/ 85 h 104"/>
                <a:gd name="T28" fmla="*/ 50 w 104"/>
                <a:gd name="T29" fmla="*/ 85 h 104"/>
                <a:gd name="T30" fmla="*/ 41 w 104"/>
                <a:gd name="T31" fmla="*/ 63 h 104"/>
                <a:gd name="T32" fmla="*/ 19 w 104"/>
                <a:gd name="T33" fmla="*/ 54 h 104"/>
                <a:gd name="T34" fmla="*/ 19 w 104"/>
                <a:gd name="T35" fmla="*/ 41 h 104"/>
                <a:gd name="T36" fmla="*/ 63 w 104"/>
                <a:gd name="T37" fmla="*/ 85 h 104"/>
                <a:gd name="T38" fmla="*/ 50 w 104"/>
                <a:gd name="T39" fmla="*/ 85 h 104"/>
                <a:gd name="T40" fmla="*/ 73 w 104"/>
                <a:gd name="T41" fmla="*/ 85 h 104"/>
                <a:gd name="T42" fmla="*/ 19 w 104"/>
                <a:gd name="T43" fmla="*/ 31 h 104"/>
                <a:gd name="T44" fmla="*/ 19 w 104"/>
                <a:gd name="T45" fmla="*/ 18 h 104"/>
                <a:gd name="T46" fmla="*/ 86 w 104"/>
                <a:gd name="T47" fmla="*/ 85 h 104"/>
                <a:gd name="T48" fmla="*/ 73 w 104"/>
                <a:gd name="T49" fmla="*/ 8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4" h="104">
                  <a:moveTo>
                    <a:pt x="86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8"/>
                    <a:pt x="0" y="18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97"/>
                    <a:pt x="7" y="104"/>
                    <a:pt x="17" y="104"/>
                  </a:cubicBezTo>
                  <a:cubicBezTo>
                    <a:pt x="86" y="104"/>
                    <a:pt x="86" y="104"/>
                    <a:pt x="86" y="104"/>
                  </a:cubicBezTo>
                  <a:cubicBezTo>
                    <a:pt x="96" y="104"/>
                    <a:pt x="104" y="97"/>
                    <a:pt x="104" y="8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8"/>
                    <a:pt x="96" y="0"/>
                    <a:pt x="86" y="0"/>
                  </a:cubicBezTo>
                  <a:close/>
                  <a:moveTo>
                    <a:pt x="28" y="85"/>
                  </a:moveTo>
                  <a:cubicBezTo>
                    <a:pt x="23" y="85"/>
                    <a:pt x="19" y="81"/>
                    <a:pt x="19" y="76"/>
                  </a:cubicBezTo>
                  <a:cubicBezTo>
                    <a:pt x="19" y="71"/>
                    <a:pt x="23" y="67"/>
                    <a:pt x="28" y="67"/>
                  </a:cubicBezTo>
                  <a:cubicBezTo>
                    <a:pt x="33" y="67"/>
                    <a:pt x="37" y="71"/>
                    <a:pt x="37" y="76"/>
                  </a:cubicBezTo>
                  <a:cubicBezTo>
                    <a:pt x="37" y="81"/>
                    <a:pt x="33" y="85"/>
                    <a:pt x="28" y="85"/>
                  </a:cubicBezTo>
                  <a:close/>
                  <a:moveTo>
                    <a:pt x="50" y="85"/>
                  </a:moveTo>
                  <a:cubicBezTo>
                    <a:pt x="50" y="77"/>
                    <a:pt x="47" y="69"/>
                    <a:pt x="41" y="63"/>
                  </a:cubicBezTo>
                  <a:cubicBezTo>
                    <a:pt x="35" y="57"/>
                    <a:pt x="27" y="54"/>
                    <a:pt x="19" y="54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43" y="41"/>
                    <a:pt x="63" y="61"/>
                    <a:pt x="63" y="85"/>
                  </a:cubicBezTo>
                  <a:cubicBezTo>
                    <a:pt x="50" y="85"/>
                    <a:pt x="50" y="85"/>
                    <a:pt x="50" y="85"/>
                  </a:cubicBezTo>
                  <a:close/>
                  <a:moveTo>
                    <a:pt x="73" y="85"/>
                  </a:moveTo>
                  <a:cubicBezTo>
                    <a:pt x="73" y="55"/>
                    <a:pt x="49" y="31"/>
                    <a:pt x="19" y="31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56" y="18"/>
                    <a:pt x="86" y="48"/>
                    <a:pt x="86" y="85"/>
                  </a:cubicBezTo>
                  <a:cubicBezTo>
                    <a:pt x="73" y="85"/>
                    <a:pt x="73" y="85"/>
                    <a:pt x="73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1" name="Freeform 73"/>
            <p:cNvSpPr>
              <a:spLocks noEditPoints="1"/>
            </p:cNvSpPr>
            <p:nvPr/>
          </p:nvSpPr>
          <p:spPr bwMode="auto">
            <a:xfrm>
              <a:off x="3866" y="1995"/>
              <a:ext cx="118" cy="126"/>
            </a:xfrm>
            <a:custGeom>
              <a:avLst/>
              <a:gdLst>
                <a:gd name="T0" fmla="*/ 41 w 96"/>
                <a:gd name="T1" fmla="*/ 7 h 102"/>
                <a:gd name="T2" fmla="*/ 42 w 96"/>
                <a:gd name="T3" fmla="*/ 3 h 102"/>
                <a:gd name="T4" fmla="*/ 36 w 96"/>
                <a:gd name="T5" fmla="*/ 1 h 102"/>
                <a:gd name="T6" fmla="*/ 35 w 96"/>
                <a:gd name="T7" fmla="*/ 8 h 102"/>
                <a:gd name="T8" fmla="*/ 0 w 96"/>
                <a:gd name="T9" fmla="*/ 54 h 102"/>
                <a:gd name="T10" fmla="*/ 96 w 96"/>
                <a:gd name="T11" fmla="*/ 54 h 102"/>
                <a:gd name="T12" fmla="*/ 33 w 96"/>
                <a:gd name="T13" fmla="*/ 5 h 102"/>
                <a:gd name="T14" fmla="*/ 38 w 96"/>
                <a:gd name="T15" fmla="*/ 2 h 102"/>
                <a:gd name="T16" fmla="*/ 40 w 96"/>
                <a:gd name="T17" fmla="*/ 6 h 102"/>
                <a:gd name="T18" fmla="*/ 35 w 96"/>
                <a:gd name="T19" fmla="*/ 7 h 102"/>
                <a:gd name="T20" fmla="*/ 73 w 96"/>
                <a:gd name="T21" fmla="*/ 80 h 102"/>
                <a:gd name="T22" fmla="*/ 54 w 96"/>
                <a:gd name="T23" fmla="*/ 82 h 102"/>
                <a:gd name="T24" fmla="*/ 48 w 96"/>
                <a:gd name="T25" fmla="*/ 91 h 102"/>
                <a:gd name="T26" fmla="*/ 13 w 96"/>
                <a:gd name="T27" fmla="*/ 65 h 102"/>
                <a:gd name="T28" fmla="*/ 12 w 96"/>
                <a:gd name="T29" fmla="*/ 59 h 102"/>
                <a:gd name="T30" fmla="*/ 22 w 96"/>
                <a:gd name="T31" fmla="*/ 29 h 102"/>
                <a:gd name="T32" fmla="*/ 42 w 96"/>
                <a:gd name="T33" fmla="*/ 27 h 102"/>
                <a:gd name="T34" fmla="*/ 48 w 96"/>
                <a:gd name="T35" fmla="*/ 18 h 102"/>
                <a:gd name="T36" fmla="*/ 83 w 96"/>
                <a:gd name="T37" fmla="*/ 44 h 102"/>
                <a:gd name="T38" fmla="*/ 84 w 96"/>
                <a:gd name="T39" fmla="*/ 50 h 102"/>
                <a:gd name="T40" fmla="*/ 73 w 96"/>
                <a:gd name="T41" fmla="*/ 80 h 102"/>
                <a:gd name="T42" fmla="*/ 53 w 96"/>
                <a:gd name="T43" fmla="*/ 45 h 102"/>
                <a:gd name="T44" fmla="*/ 43 w 96"/>
                <a:gd name="T45" fmla="*/ 33 h 102"/>
                <a:gd name="T46" fmla="*/ 40 w 96"/>
                <a:gd name="T47" fmla="*/ 47 h 102"/>
                <a:gd name="T48" fmla="*/ 38 w 96"/>
                <a:gd name="T49" fmla="*/ 50 h 102"/>
                <a:gd name="T50" fmla="*/ 26 w 96"/>
                <a:gd name="T51" fmla="*/ 59 h 102"/>
                <a:gd name="T52" fmla="*/ 38 w 96"/>
                <a:gd name="T53" fmla="*/ 60 h 102"/>
                <a:gd name="T54" fmla="*/ 43 w 96"/>
                <a:gd name="T55" fmla="*/ 64 h 102"/>
                <a:gd name="T56" fmla="*/ 53 w 96"/>
                <a:gd name="T57" fmla="*/ 76 h 102"/>
                <a:gd name="T58" fmla="*/ 56 w 96"/>
                <a:gd name="T59" fmla="*/ 62 h 102"/>
                <a:gd name="T60" fmla="*/ 58 w 96"/>
                <a:gd name="T61" fmla="*/ 59 h 102"/>
                <a:gd name="T62" fmla="*/ 70 w 96"/>
                <a:gd name="T63" fmla="*/ 50 h 102"/>
                <a:gd name="T64" fmla="*/ 58 w 96"/>
                <a:gd name="T65" fmla="*/ 49 h 102"/>
                <a:gd name="T66" fmla="*/ 48 w 96"/>
                <a:gd name="T67" fmla="*/ 45 h 102"/>
                <a:gd name="T68" fmla="*/ 48 w 96"/>
                <a:gd name="T69" fmla="*/ 45 h 102"/>
                <a:gd name="T70" fmla="*/ 48 w 96"/>
                <a:gd name="T71" fmla="*/ 45 h 102"/>
                <a:gd name="T72" fmla="*/ 49 w 96"/>
                <a:gd name="T73" fmla="*/ 45 h 102"/>
                <a:gd name="T74" fmla="*/ 52 w 96"/>
                <a:gd name="T75" fmla="*/ 46 h 102"/>
                <a:gd name="T76" fmla="*/ 39 w 96"/>
                <a:gd name="T77" fmla="*/ 58 h 102"/>
                <a:gd name="T78" fmla="*/ 46 w 96"/>
                <a:gd name="T79" fmla="*/ 45 h 102"/>
                <a:gd name="T80" fmla="*/ 53 w 96"/>
                <a:gd name="T81" fmla="*/ 63 h 102"/>
                <a:gd name="T82" fmla="*/ 50 w 96"/>
                <a:gd name="T83" fmla="*/ 64 h 102"/>
                <a:gd name="T84" fmla="*/ 47 w 96"/>
                <a:gd name="T85" fmla="*/ 64 h 102"/>
                <a:gd name="T86" fmla="*/ 47 w 96"/>
                <a:gd name="T87" fmla="*/ 64 h 102"/>
                <a:gd name="T88" fmla="*/ 51 w 96"/>
                <a:gd name="T89" fmla="*/ 58 h 102"/>
                <a:gd name="T90" fmla="*/ 57 w 96"/>
                <a:gd name="T91" fmla="*/ 5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" h="102">
                  <a:moveTo>
                    <a:pt x="48" y="7"/>
                  </a:moveTo>
                  <a:cubicBezTo>
                    <a:pt x="46" y="7"/>
                    <a:pt x="43" y="7"/>
                    <a:pt x="41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2" y="6"/>
                    <a:pt x="43" y="5"/>
                    <a:pt x="42" y="3"/>
                  </a:cubicBezTo>
                  <a:cubicBezTo>
                    <a:pt x="42" y="2"/>
                    <a:pt x="40" y="0"/>
                    <a:pt x="38" y="0"/>
                  </a:cubicBezTo>
                  <a:cubicBezTo>
                    <a:pt x="37" y="0"/>
                    <a:pt x="37" y="0"/>
                    <a:pt x="36" y="1"/>
                  </a:cubicBezTo>
                  <a:cubicBezTo>
                    <a:pt x="33" y="1"/>
                    <a:pt x="31" y="3"/>
                    <a:pt x="32" y="6"/>
                  </a:cubicBezTo>
                  <a:cubicBezTo>
                    <a:pt x="32" y="7"/>
                    <a:pt x="33" y="8"/>
                    <a:pt x="35" y="8"/>
                  </a:cubicBezTo>
                  <a:cubicBezTo>
                    <a:pt x="35" y="8"/>
                    <a:pt x="35" y="8"/>
                    <a:pt x="35" y="9"/>
                  </a:cubicBezTo>
                  <a:cubicBezTo>
                    <a:pt x="15" y="14"/>
                    <a:pt x="0" y="33"/>
                    <a:pt x="0" y="54"/>
                  </a:cubicBezTo>
                  <a:cubicBezTo>
                    <a:pt x="0" y="81"/>
                    <a:pt x="22" y="102"/>
                    <a:pt x="48" y="102"/>
                  </a:cubicBezTo>
                  <a:cubicBezTo>
                    <a:pt x="74" y="102"/>
                    <a:pt x="96" y="81"/>
                    <a:pt x="96" y="54"/>
                  </a:cubicBezTo>
                  <a:cubicBezTo>
                    <a:pt x="96" y="28"/>
                    <a:pt x="74" y="7"/>
                    <a:pt x="48" y="7"/>
                  </a:cubicBezTo>
                  <a:close/>
                  <a:moveTo>
                    <a:pt x="33" y="5"/>
                  </a:moveTo>
                  <a:cubicBezTo>
                    <a:pt x="33" y="4"/>
                    <a:pt x="35" y="3"/>
                    <a:pt x="37" y="2"/>
                  </a:cubicBezTo>
                  <a:cubicBezTo>
                    <a:pt x="37" y="2"/>
                    <a:pt x="37" y="2"/>
                    <a:pt x="38" y="2"/>
                  </a:cubicBezTo>
                  <a:cubicBezTo>
                    <a:pt x="39" y="2"/>
                    <a:pt x="41" y="3"/>
                    <a:pt x="41" y="4"/>
                  </a:cubicBezTo>
                  <a:cubicBezTo>
                    <a:pt x="41" y="4"/>
                    <a:pt x="41" y="5"/>
                    <a:pt x="40" y="6"/>
                  </a:cubicBezTo>
                  <a:cubicBezTo>
                    <a:pt x="39" y="5"/>
                    <a:pt x="38" y="5"/>
                    <a:pt x="37" y="5"/>
                  </a:cubicBezTo>
                  <a:cubicBezTo>
                    <a:pt x="36" y="5"/>
                    <a:pt x="36" y="6"/>
                    <a:pt x="35" y="7"/>
                  </a:cubicBezTo>
                  <a:cubicBezTo>
                    <a:pt x="34" y="7"/>
                    <a:pt x="33" y="6"/>
                    <a:pt x="33" y="5"/>
                  </a:cubicBezTo>
                  <a:close/>
                  <a:moveTo>
                    <a:pt x="73" y="80"/>
                  </a:moveTo>
                  <a:cubicBezTo>
                    <a:pt x="69" y="84"/>
                    <a:pt x="64" y="88"/>
                    <a:pt x="58" y="89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1" y="91"/>
                    <a:pt x="50" y="91"/>
                    <a:pt x="48" y="91"/>
                  </a:cubicBezTo>
                  <a:cubicBezTo>
                    <a:pt x="38" y="91"/>
                    <a:pt x="29" y="87"/>
                    <a:pt x="22" y="80"/>
                  </a:cubicBezTo>
                  <a:cubicBezTo>
                    <a:pt x="18" y="76"/>
                    <a:pt x="15" y="70"/>
                    <a:pt x="13" y="65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58"/>
                    <a:pt x="12" y="56"/>
                    <a:pt x="12" y="54"/>
                  </a:cubicBezTo>
                  <a:cubicBezTo>
                    <a:pt x="12" y="45"/>
                    <a:pt x="15" y="36"/>
                    <a:pt x="22" y="29"/>
                  </a:cubicBezTo>
                  <a:cubicBezTo>
                    <a:pt x="27" y="24"/>
                    <a:pt x="32" y="21"/>
                    <a:pt x="38" y="2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5" y="18"/>
                    <a:pt x="46" y="18"/>
                    <a:pt x="48" y="18"/>
                  </a:cubicBezTo>
                  <a:cubicBezTo>
                    <a:pt x="58" y="18"/>
                    <a:pt x="67" y="22"/>
                    <a:pt x="73" y="29"/>
                  </a:cubicBezTo>
                  <a:cubicBezTo>
                    <a:pt x="78" y="33"/>
                    <a:pt x="81" y="39"/>
                    <a:pt x="83" y="44"/>
                  </a:cubicBezTo>
                  <a:cubicBezTo>
                    <a:pt x="76" y="49"/>
                    <a:pt x="76" y="49"/>
                    <a:pt x="76" y="49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4" y="53"/>
                    <a:pt x="84" y="54"/>
                  </a:cubicBezTo>
                  <a:cubicBezTo>
                    <a:pt x="84" y="64"/>
                    <a:pt x="80" y="73"/>
                    <a:pt x="73" y="80"/>
                  </a:cubicBezTo>
                  <a:close/>
                  <a:moveTo>
                    <a:pt x="73" y="30"/>
                  </a:move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0" y="43"/>
                    <a:pt x="48" y="4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2" y="45"/>
                    <a:pt x="40" y="46"/>
                    <a:pt x="40" y="4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37" y="51"/>
                    <a:pt x="37" y="53"/>
                    <a:pt x="37" y="54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60"/>
                    <a:pt x="38" y="60"/>
                  </a:cubicBezTo>
                  <a:cubicBezTo>
                    <a:pt x="23" y="79"/>
                    <a:pt x="23" y="79"/>
                    <a:pt x="23" y="79"/>
                  </a:cubicBezTo>
                  <a:cubicBezTo>
                    <a:pt x="43" y="64"/>
                    <a:pt x="43" y="64"/>
                    <a:pt x="43" y="64"/>
                  </a:cubicBezTo>
                  <a:cubicBezTo>
                    <a:pt x="44" y="65"/>
                    <a:pt x="46" y="66"/>
                    <a:pt x="47" y="66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53" y="64"/>
                    <a:pt x="53" y="64"/>
                    <a:pt x="53" y="64"/>
                  </a:cubicBezTo>
                  <a:cubicBezTo>
                    <a:pt x="54" y="64"/>
                    <a:pt x="55" y="63"/>
                    <a:pt x="56" y="62"/>
                  </a:cubicBezTo>
                  <a:cubicBezTo>
                    <a:pt x="63" y="64"/>
                    <a:pt x="63" y="64"/>
                    <a:pt x="63" y="64"/>
                  </a:cubicBezTo>
                  <a:cubicBezTo>
                    <a:pt x="58" y="59"/>
                    <a:pt x="58" y="59"/>
                    <a:pt x="58" y="59"/>
                  </a:cubicBezTo>
                  <a:cubicBezTo>
                    <a:pt x="59" y="58"/>
                    <a:pt x="59" y="56"/>
                    <a:pt x="59" y="55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58" y="50"/>
                    <a:pt x="58" y="50"/>
                    <a:pt x="58" y="50"/>
                  </a:cubicBezTo>
                  <a:cubicBezTo>
                    <a:pt x="58" y="49"/>
                    <a:pt x="58" y="49"/>
                    <a:pt x="58" y="49"/>
                  </a:cubicBezTo>
                  <a:lnTo>
                    <a:pt x="73" y="30"/>
                  </a:lnTo>
                  <a:close/>
                  <a:moveTo>
                    <a:pt x="48" y="45"/>
                  </a:moveTo>
                  <a:cubicBezTo>
                    <a:pt x="48" y="45"/>
                    <a:pt x="48" y="45"/>
                    <a:pt x="48" y="45"/>
                  </a:cubicBezTo>
                  <a:cubicBezTo>
                    <a:pt x="48" y="45"/>
                    <a:pt x="48" y="45"/>
                    <a:pt x="48" y="45"/>
                  </a:cubicBezTo>
                  <a:close/>
                  <a:moveTo>
                    <a:pt x="46" y="45"/>
                  </a:moveTo>
                  <a:cubicBezTo>
                    <a:pt x="47" y="45"/>
                    <a:pt x="47" y="45"/>
                    <a:pt x="48" y="45"/>
                  </a:cubicBezTo>
                  <a:cubicBezTo>
                    <a:pt x="48" y="45"/>
                    <a:pt x="49" y="45"/>
                    <a:pt x="49" y="45"/>
                  </a:cubicBezTo>
                  <a:cubicBezTo>
                    <a:pt x="49" y="45"/>
                    <a:pt x="49" y="45"/>
                    <a:pt x="49" y="45"/>
                  </a:cubicBezTo>
                  <a:cubicBezTo>
                    <a:pt x="49" y="45"/>
                    <a:pt x="49" y="45"/>
                    <a:pt x="49" y="45"/>
                  </a:cubicBezTo>
                  <a:cubicBezTo>
                    <a:pt x="50" y="45"/>
                    <a:pt x="51" y="45"/>
                    <a:pt x="52" y="46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39" y="58"/>
                    <a:pt x="39" y="57"/>
                    <a:pt x="39" y="56"/>
                  </a:cubicBezTo>
                  <a:cubicBezTo>
                    <a:pt x="37" y="51"/>
                    <a:pt x="41" y="46"/>
                    <a:pt x="46" y="45"/>
                  </a:cubicBezTo>
                  <a:close/>
                  <a:moveTo>
                    <a:pt x="53" y="63"/>
                  </a:moveTo>
                  <a:cubicBezTo>
                    <a:pt x="53" y="63"/>
                    <a:pt x="53" y="63"/>
                    <a:pt x="53" y="63"/>
                  </a:cubicBezTo>
                  <a:cubicBezTo>
                    <a:pt x="53" y="63"/>
                    <a:pt x="53" y="63"/>
                    <a:pt x="53" y="63"/>
                  </a:cubicBezTo>
                  <a:cubicBezTo>
                    <a:pt x="52" y="63"/>
                    <a:pt x="51" y="64"/>
                    <a:pt x="50" y="64"/>
                  </a:cubicBezTo>
                  <a:cubicBezTo>
                    <a:pt x="49" y="64"/>
                    <a:pt x="49" y="64"/>
                    <a:pt x="48" y="64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46" y="64"/>
                    <a:pt x="45" y="64"/>
                    <a:pt x="44" y="63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57" y="51"/>
                    <a:pt x="57" y="52"/>
                    <a:pt x="57" y="52"/>
                  </a:cubicBezTo>
                  <a:cubicBezTo>
                    <a:pt x="58" y="57"/>
                    <a:pt x="56" y="61"/>
                    <a:pt x="53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2" name="Freeform 74"/>
            <p:cNvSpPr>
              <a:spLocks/>
            </p:cNvSpPr>
            <p:nvPr/>
          </p:nvSpPr>
          <p:spPr bwMode="auto">
            <a:xfrm>
              <a:off x="3820" y="1650"/>
              <a:ext cx="131" cy="132"/>
            </a:xfrm>
            <a:custGeom>
              <a:avLst/>
              <a:gdLst>
                <a:gd name="T0" fmla="*/ 90 w 107"/>
                <a:gd name="T1" fmla="*/ 74 h 107"/>
                <a:gd name="T2" fmla="*/ 78 w 107"/>
                <a:gd name="T3" fmla="*/ 79 h 107"/>
                <a:gd name="T4" fmla="*/ 33 w 107"/>
                <a:gd name="T5" fmla="*/ 56 h 107"/>
                <a:gd name="T6" fmla="*/ 34 w 107"/>
                <a:gd name="T7" fmla="*/ 54 h 107"/>
                <a:gd name="T8" fmla="*/ 33 w 107"/>
                <a:gd name="T9" fmla="*/ 51 h 107"/>
                <a:gd name="T10" fmla="*/ 78 w 107"/>
                <a:gd name="T11" fmla="*/ 28 h 107"/>
                <a:gd name="T12" fmla="*/ 90 w 107"/>
                <a:gd name="T13" fmla="*/ 34 h 107"/>
                <a:gd name="T14" fmla="*/ 107 w 107"/>
                <a:gd name="T15" fmla="*/ 17 h 107"/>
                <a:gd name="T16" fmla="*/ 90 w 107"/>
                <a:gd name="T17" fmla="*/ 0 h 107"/>
                <a:gd name="T18" fmla="*/ 74 w 107"/>
                <a:gd name="T19" fmla="*/ 17 h 107"/>
                <a:gd name="T20" fmla="*/ 74 w 107"/>
                <a:gd name="T21" fmla="*/ 20 h 107"/>
                <a:gd name="T22" fmla="*/ 29 w 107"/>
                <a:gd name="T23" fmla="*/ 42 h 107"/>
                <a:gd name="T24" fmla="*/ 17 w 107"/>
                <a:gd name="T25" fmla="*/ 37 h 107"/>
                <a:gd name="T26" fmla="*/ 0 w 107"/>
                <a:gd name="T27" fmla="*/ 54 h 107"/>
                <a:gd name="T28" fmla="*/ 17 w 107"/>
                <a:gd name="T29" fmla="*/ 70 h 107"/>
                <a:gd name="T30" fmla="*/ 29 w 107"/>
                <a:gd name="T31" fmla="*/ 65 h 107"/>
                <a:gd name="T32" fmla="*/ 74 w 107"/>
                <a:gd name="T33" fmla="*/ 88 h 107"/>
                <a:gd name="T34" fmla="*/ 74 w 107"/>
                <a:gd name="T35" fmla="*/ 90 h 107"/>
                <a:gd name="T36" fmla="*/ 90 w 107"/>
                <a:gd name="T37" fmla="*/ 107 h 107"/>
                <a:gd name="T38" fmla="*/ 107 w 107"/>
                <a:gd name="T39" fmla="*/ 90 h 107"/>
                <a:gd name="T40" fmla="*/ 90 w 107"/>
                <a:gd name="T41" fmla="*/ 7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07">
                  <a:moveTo>
                    <a:pt x="90" y="74"/>
                  </a:moveTo>
                  <a:cubicBezTo>
                    <a:pt x="86" y="74"/>
                    <a:pt x="81" y="76"/>
                    <a:pt x="78" y="79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4" y="55"/>
                    <a:pt x="34" y="55"/>
                    <a:pt x="34" y="54"/>
                  </a:cubicBezTo>
                  <a:cubicBezTo>
                    <a:pt x="34" y="53"/>
                    <a:pt x="34" y="52"/>
                    <a:pt x="33" y="51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81" y="32"/>
                    <a:pt x="86" y="34"/>
                    <a:pt x="90" y="34"/>
                  </a:cubicBezTo>
                  <a:cubicBezTo>
                    <a:pt x="100" y="34"/>
                    <a:pt x="107" y="26"/>
                    <a:pt x="107" y="17"/>
                  </a:cubicBezTo>
                  <a:cubicBezTo>
                    <a:pt x="107" y="8"/>
                    <a:pt x="100" y="0"/>
                    <a:pt x="90" y="0"/>
                  </a:cubicBezTo>
                  <a:cubicBezTo>
                    <a:pt x="81" y="0"/>
                    <a:pt x="74" y="8"/>
                    <a:pt x="74" y="17"/>
                  </a:cubicBezTo>
                  <a:cubicBezTo>
                    <a:pt x="74" y="18"/>
                    <a:pt x="74" y="19"/>
                    <a:pt x="74" y="20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6" y="39"/>
                    <a:pt x="22" y="37"/>
                    <a:pt x="17" y="37"/>
                  </a:cubicBezTo>
                  <a:cubicBezTo>
                    <a:pt x="8" y="37"/>
                    <a:pt x="0" y="44"/>
                    <a:pt x="0" y="54"/>
                  </a:cubicBezTo>
                  <a:cubicBezTo>
                    <a:pt x="0" y="63"/>
                    <a:pt x="8" y="70"/>
                    <a:pt x="17" y="70"/>
                  </a:cubicBezTo>
                  <a:cubicBezTo>
                    <a:pt x="22" y="70"/>
                    <a:pt x="26" y="68"/>
                    <a:pt x="29" y="65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74" y="89"/>
                    <a:pt x="74" y="89"/>
                    <a:pt x="74" y="90"/>
                  </a:cubicBezTo>
                  <a:cubicBezTo>
                    <a:pt x="74" y="100"/>
                    <a:pt x="81" y="107"/>
                    <a:pt x="90" y="107"/>
                  </a:cubicBezTo>
                  <a:cubicBezTo>
                    <a:pt x="100" y="107"/>
                    <a:pt x="107" y="100"/>
                    <a:pt x="107" y="90"/>
                  </a:cubicBezTo>
                  <a:cubicBezTo>
                    <a:pt x="107" y="81"/>
                    <a:pt x="100" y="74"/>
                    <a:pt x="90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3" name="Freeform 75"/>
            <p:cNvSpPr>
              <a:spLocks noEditPoints="1"/>
            </p:cNvSpPr>
            <p:nvPr/>
          </p:nvSpPr>
          <p:spPr bwMode="auto">
            <a:xfrm>
              <a:off x="3863" y="1342"/>
              <a:ext cx="125" cy="135"/>
            </a:xfrm>
            <a:custGeom>
              <a:avLst/>
              <a:gdLst>
                <a:gd name="T0" fmla="*/ 13 w 102"/>
                <a:gd name="T1" fmla="*/ 99 h 110"/>
                <a:gd name="T2" fmla="*/ 24 w 102"/>
                <a:gd name="T3" fmla="*/ 110 h 110"/>
                <a:gd name="T4" fmla="*/ 34 w 102"/>
                <a:gd name="T5" fmla="*/ 99 h 110"/>
                <a:gd name="T6" fmla="*/ 34 w 102"/>
                <a:gd name="T7" fmla="*/ 99 h 110"/>
                <a:gd name="T8" fmla="*/ 24 w 102"/>
                <a:gd name="T9" fmla="*/ 89 h 110"/>
                <a:gd name="T10" fmla="*/ 13 w 102"/>
                <a:gd name="T11" fmla="*/ 99 h 110"/>
                <a:gd name="T12" fmla="*/ 82 w 102"/>
                <a:gd name="T13" fmla="*/ 99 h 110"/>
                <a:gd name="T14" fmla="*/ 92 w 102"/>
                <a:gd name="T15" fmla="*/ 110 h 110"/>
                <a:gd name="T16" fmla="*/ 102 w 102"/>
                <a:gd name="T17" fmla="*/ 99 h 110"/>
                <a:gd name="T18" fmla="*/ 102 w 102"/>
                <a:gd name="T19" fmla="*/ 99 h 110"/>
                <a:gd name="T20" fmla="*/ 92 w 102"/>
                <a:gd name="T21" fmla="*/ 89 h 110"/>
                <a:gd name="T22" fmla="*/ 82 w 102"/>
                <a:gd name="T23" fmla="*/ 99 h 110"/>
                <a:gd name="T24" fmla="*/ 102 w 102"/>
                <a:gd name="T25" fmla="*/ 55 h 110"/>
                <a:gd name="T26" fmla="*/ 102 w 102"/>
                <a:gd name="T27" fmla="*/ 14 h 110"/>
                <a:gd name="T28" fmla="*/ 13 w 102"/>
                <a:gd name="T29" fmla="*/ 14 h 110"/>
                <a:gd name="T30" fmla="*/ 0 w 102"/>
                <a:gd name="T31" fmla="*/ 0 h 110"/>
                <a:gd name="T32" fmla="*/ 0 w 102"/>
                <a:gd name="T33" fmla="*/ 7 h 110"/>
                <a:gd name="T34" fmla="*/ 7 w 102"/>
                <a:gd name="T35" fmla="*/ 14 h 110"/>
                <a:gd name="T36" fmla="*/ 12 w 102"/>
                <a:gd name="T37" fmla="*/ 58 h 110"/>
                <a:gd name="T38" fmla="*/ 7 w 102"/>
                <a:gd name="T39" fmla="*/ 69 h 110"/>
                <a:gd name="T40" fmla="*/ 20 w 102"/>
                <a:gd name="T41" fmla="*/ 82 h 110"/>
                <a:gd name="T42" fmla="*/ 102 w 102"/>
                <a:gd name="T43" fmla="*/ 82 h 110"/>
                <a:gd name="T44" fmla="*/ 102 w 102"/>
                <a:gd name="T45" fmla="*/ 75 h 110"/>
                <a:gd name="T46" fmla="*/ 20 w 102"/>
                <a:gd name="T47" fmla="*/ 75 h 110"/>
                <a:gd name="T48" fmla="*/ 13 w 102"/>
                <a:gd name="T49" fmla="*/ 69 h 110"/>
                <a:gd name="T50" fmla="*/ 13 w 102"/>
                <a:gd name="T51" fmla="*/ 69 h 110"/>
                <a:gd name="T52" fmla="*/ 102 w 102"/>
                <a:gd name="T53" fmla="*/ 5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2" h="110">
                  <a:moveTo>
                    <a:pt x="13" y="99"/>
                  </a:moveTo>
                  <a:cubicBezTo>
                    <a:pt x="13" y="105"/>
                    <a:pt x="18" y="110"/>
                    <a:pt x="24" y="110"/>
                  </a:cubicBezTo>
                  <a:cubicBezTo>
                    <a:pt x="29" y="110"/>
                    <a:pt x="34" y="105"/>
                    <a:pt x="34" y="99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34" y="94"/>
                    <a:pt x="29" y="89"/>
                    <a:pt x="24" y="89"/>
                  </a:cubicBezTo>
                  <a:cubicBezTo>
                    <a:pt x="18" y="89"/>
                    <a:pt x="13" y="94"/>
                    <a:pt x="13" y="99"/>
                  </a:cubicBezTo>
                  <a:close/>
                  <a:moveTo>
                    <a:pt x="82" y="99"/>
                  </a:moveTo>
                  <a:cubicBezTo>
                    <a:pt x="82" y="105"/>
                    <a:pt x="86" y="110"/>
                    <a:pt x="92" y="110"/>
                  </a:cubicBezTo>
                  <a:cubicBezTo>
                    <a:pt x="98" y="110"/>
                    <a:pt x="102" y="105"/>
                    <a:pt x="102" y="99"/>
                  </a:cubicBezTo>
                  <a:cubicBezTo>
                    <a:pt x="102" y="99"/>
                    <a:pt x="102" y="99"/>
                    <a:pt x="102" y="99"/>
                  </a:cubicBezTo>
                  <a:cubicBezTo>
                    <a:pt x="102" y="94"/>
                    <a:pt x="98" y="89"/>
                    <a:pt x="92" y="89"/>
                  </a:cubicBezTo>
                  <a:cubicBezTo>
                    <a:pt x="86" y="89"/>
                    <a:pt x="82" y="94"/>
                    <a:pt x="82" y="99"/>
                  </a:cubicBezTo>
                  <a:close/>
                  <a:moveTo>
                    <a:pt x="102" y="55"/>
                  </a:moveTo>
                  <a:cubicBezTo>
                    <a:pt x="102" y="14"/>
                    <a:pt x="102" y="14"/>
                    <a:pt x="102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6"/>
                    <a:pt x="7" y="0"/>
                    <a:pt x="0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3" y="7"/>
                    <a:pt x="7" y="10"/>
                    <a:pt x="7" y="14"/>
                  </a:cubicBezTo>
                  <a:cubicBezTo>
                    <a:pt x="12" y="58"/>
                    <a:pt x="12" y="58"/>
                    <a:pt x="12" y="58"/>
                  </a:cubicBezTo>
                  <a:cubicBezTo>
                    <a:pt x="9" y="60"/>
                    <a:pt x="7" y="64"/>
                    <a:pt x="7" y="69"/>
                  </a:cubicBezTo>
                  <a:cubicBezTo>
                    <a:pt x="7" y="76"/>
                    <a:pt x="13" y="82"/>
                    <a:pt x="20" y="82"/>
                  </a:cubicBezTo>
                  <a:cubicBezTo>
                    <a:pt x="102" y="82"/>
                    <a:pt x="102" y="82"/>
                    <a:pt x="102" y="82"/>
                  </a:cubicBezTo>
                  <a:cubicBezTo>
                    <a:pt x="102" y="75"/>
                    <a:pt x="102" y="75"/>
                    <a:pt x="102" y="75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16" y="75"/>
                    <a:pt x="13" y="72"/>
                    <a:pt x="13" y="69"/>
                  </a:cubicBezTo>
                  <a:cubicBezTo>
                    <a:pt x="13" y="69"/>
                    <a:pt x="13" y="69"/>
                    <a:pt x="13" y="69"/>
                  </a:cubicBezTo>
                  <a:lnTo>
                    <a:pt x="102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4" name="Freeform 76"/>
            <p:cNvSpPr>
              <a:spLocks noEditPoints="1"/>
            </p:cNvSpPr>
            <p:nvPr/>
          </p:nvSpPr>
          <p:spPr bwMode="auto">
            <a:xfrm>
              <a:off x="3897" y="1236"/>
              <a:ext cx="106" cy="103"/>
            </a:xfrm>
            <a:custGeom>
              <a:avLst/>
              <a:gdLst>
                <a:gd name="T0" fmla="*/ 82 w 86"/>
                <a:gd name="T1" fmla="*/ 47 h 84"/>
                <a:gd name="T2" fmla="*/ 82 w 86"/>
                <a:gd name="T3" fmla="*/ 42 h 84"/>
                <a:gd name="T4" fmla="*/ 43 w 86"/>
                <a:gd name="T5" fmla="*/ 3 h 84"/>
                <a:gd name="T6" fmla="*/ 36 w 86"/>
                <a:gd name="T7" fmla="*/ 3 h 84"/>
                <a:gd name="T8" fmla="*/ 24 w 86"/>
                <a:gd name="T9" fmla="*/ 0 h 84"/>
                <a:gd name="T10" fmla="*/ 0 w 86"/>
                <a:gd name="T11" fmla="*/ 23 h 84"/>
                <a:gd name="T12" fmla="*/ 4 w 86"/>
                <a:gd name="T13" fmla="*/ 36 h 84"/>
                <a:gd name="T14" fmla="*/ 4 w 86"/>
                <a:gd name="T15" fmla="*/ 42 h 84"/>
                <a:gd name="T16" fmla="*/ 43 w 86"/>
                <a:gd name="T17" fmla="*/ 81 h 84"/>
                <a:gd name="T18" fmla="*/ 50 w 86"/>
                <a:gd name="T19" fmla="*/ 80 h 84"/>
                <a:gd name="T20" fmla="*/ 62 w 86"/>
                <a:gd name="T21" fmla="*/ 84 h 84"/>
                <a:gd name="T22" fmla="*/ 86 w 86"/>
                <a:gd name="T23" fmla="*/ 60 h 84"/>
                <a:gd name="T24" fmla="*/ 82 w 86"/>
                <a:gd name="T25" fmla="*/ 47 h 84"/>
                <a:gd name="T26" fmla="*/ 46 w 86"/>
                <a:gd name="T27" fmla="*/ 71 h 84"/>
                <a:gd name="T28" fmla="*/ 23 w 86"/>
                <a:gd name="T29" fmla="*/ 64 h 84"/>
                <a:gd name="T30" fmla="*/ 24 w 86"/>
                <a:gd name="T31" fmla="*/ 51 h 84"/>
                <a:gd name="T32" fmla="*/ 34 w 86"/>
                <a:gd name="T33" fmla="*/ 58 h 84"/>
                <a:gd name="T34" fmla="*/ 52 w 86"/>
                <a:gd name="T35" fmla="*/ 58 h 84"/>
                <a:gd name="T36" fmla="*/ 41 w 86"/>
                <a:gd name="T37" fmla="*/ 47 h 84"/>
                <a:gd name="T38" fmla="*/ 20 w 86"/>
                <a:gd name="T39" fmla="*/ 30 h 84"/>
                <a:gd name="T40" fmla="*/ 37 w 86"/>
                <a:gd name="T41" fmla="*/ 13 h 84"/>
                <a:gd name="T42" fmla="*/ 61 w 86"/>
                <a:gd name="T43" fmla="*/ 19 h 84"/>
                <a:gd name="T44" fmla="*/ 59 w 86"/>
                <a:gd name="T45" fmla="*/ 31 h 84"/>
                <a:gd name="T46" fmla="*/ 42 w 86"/>
                <a:gd name="T47" fmla="*/ 22 h 84"/>
                <a:gd name="T48" fmla="*/ 38 w 86"/>
                <a:gd name="T49" fmla="*/ 34 h 84"/>
                <a:gd name="T50" fmla="*/ 66 w 86"/>
                <a:gd name="T51" fmla="*/ 49 h 84"/>
                <a:gd name="T52" fmla="*/ 46 w 86"/>
                <a:gd name="T53" fmla="*/ 7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6" h="84">
                  <a:moveTo>
                    <a:pt x="82" y="47"/>
                  </a:moveTo>
                  <a:cubicBezTo>
                    <a:pt x="82" y="45"/>
                    <a:pt x="82" y="44"/>
                    <a:pt x="82" y="42"/>
                  </a:cubicBezTo>
                  <a:cubicBezTo>
                    <a:pt x="82" y="20"/>
                    <a:pt x="64" y="3"/>
                    <a:pt x="43" y="3"/>
                  </a:cubicBezTo>
                  <a:cubicBezTo>
                    <a:pt x="41" y="3"/>
                    <a:pt x="39" y="3"/>
                    <a:pt x="36" y="3"/>
                  </a:cubicBezTo>
                  <a:cubicBezTo>
                    <a:pt x="33" y="1"/>
                    <a:pt x="28" y="0"/>
                    <a:pt x="24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28"/>
                    <a:pt x="2" y="32"/>
                    <a:pt x="4" y="36"/>
                  </a:cubicBezTo>
                  <a:cubicBezTo>
                    <a:pt x="4" y="38"/>
                    <a:pt x="4" y="40"/>
                    <a:pt x="4" y="42"/>
                  </a:cubicBezTo>
                  <a:cubicBezTo>
                    <a:pt x="4" y="63"/>
                    <a:pt x="21" y="81"/>
                    <a:pt x="43" y="81"/>
                  </a:cubicBezTo>
                  <a:cubicBezTo>
                    <a:pt x="45" y="81"/>
                    <a:pt x="48" y="81"/>
                    <a:pt x="50" y="80"/>
                  </a:cubicBezTo>
                  <a:cubicBezTo>
                    <a:pt x="54" y="83"/>
                    <a:pt x="58" y="84"/>
                    <a:pt x="62" y="84"/>
                  </a:cubicBezTo>
                  <a:cubicBezTo>
                    <a:pt x="75" y="84"/>
                    <a:pt x="86" y="73"/>
                    <a:pt x="86" y="60"/>
                  </a:cubicBezTo>
                  <a:cubicBezTo>
                    <a:pt x="86" y="56"/>
                    <a:pt x="84" y="51"/>
                    <a:pt x="82" y="47"/>
                  </a:cubicBezTo>
                  <a:close/>
                  <a:moveTo>
                    <a:pt x="46" y="71"/>
                  </a:moveTo>
                  <a:cubicBezTo>
                    <a:pt x="34" y="71"/>
                    <a:pt x="28" y="69"/>
                    <a:pt x="23" y="64"/>
                  </a:cubicBezTo>
                  <a:cubicBezTo>
                    <a:pt x="17" y="58"/>
                    <a:pt x="19" y="52"/>
                    <a:pt x="24" y="51"/>
                  </a:cubicBezTo>
                  <a:cubicBezTo>
                    <a:pt x="29" y="51"/>
                    <a:pt x="32" y="57"/>
                    <a:pt x="34" y="58"/>
                  </a:cubicBezTo>
                  <a:cubicBezTo>
                    <a:pt x="37" y="60"/>
                    <a:pt x="47" y="64"/>
                    <a:pt x="52" y="58"/>
                  </a:cubicBezTo>
                  <a:cubicBezTo>
                    <a:pt x="58" y="51"/>
                    <a:pt x="48" y="48"/>
                    <a:pt x="41" y="47"/>
                  </a:cubicBezTo>
                  <a:cubicBezTo>
                    <a:pt x="32" y="45"/>
                    <a:pt x="19" y="40"/>
                    <a:pt x="20" y="30"/>
                  </a:cubicBezTo>
                  <a:cubicBezTo>
                    <a:pt x="21" y="19"/>
                    <a:pt x="29" y="14"/>
                    <a:pt x="37" y="13"/>
                  </a:cubicBezTo>
                  <a:cubicBezTo>
                    <a:pt x="48" y="12"/>
                    <a:pt x="55" y="14"/>
                    <a:pt x="61" y="19"/>
                  </a:cubicBezTo>
                  <a:cubicBezTo>
                    <a:pt x="67" y="25"/>
                    <a:pt x="63" y="31"/>
                    <a:pt x="59" y="31"/>
                  </a:cubicBezTo>
                  <a:cubicBezTo>
                    <a:pt x="55" y="32"/>
                    <a:pt x="51" y="22"/>
                    <a:pt x="42" y="22"/>
                  </a:cubicBezTo>
                  <a:cubicBezTo>
                    <a:pt x="33" y="22"/>
                    <a:pt x="27" y="32"/>
                    <a:pt x="38" y="34"/>
                  </a:cubicBezTo>
                  <a:cubicBezTo>
                    <a:pt x="49" y="37"/>
                    <a:pt x="61" y="38"/>
                    <a:pt x="66" y="49"/>
                  </a:cubicBezTo>
                  <a:cubicBezTo>
                    <a:pt x="70" y="59"/>
                    <a:pt x="59" y="70"/>
                    <a:pt x="46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5" name="Freeform 77"/>
            <p:cNvSpPr>
              <a:spLocks noEditPoints="1"/>
            </p:cNvSpPr>
            <p:nvPr/>
          </p:nvSpPr>
          <p:spPr bwMode="auto">
            <a:xfrm>
              <a:off x="3942" y="1146"/>
              <a:ext cx="59" cy="78"/>
            </a:xfrm>
            <a:custGeom>
              <a:avLst/>
              <a:gdLst>
                <a:gd name="T0" fmla="*/ 42 w 48"/>
                <a:gd name="T1" fmla="*/ 8 h 63"/>
                <a:gd name="T2" fmla="*/ 6 w 48"/>
                <a:gd name="T3" fmla="*/ 8 h 63"/>
                <a:gd name="T4" fmla="*/ 0 w 48"/>
                <a:gd name="T5" fmla="*/ 14 h 63"/>
                <a:gd name="T6" fmla="*/ 0 w 48"/>
                <a:gd name="T7" fmla="*/ 16 h 63"/>
                <a:gd name="T8" fmla="*/ 48 w 48"/>
                <a:gd name="T9" fmla="*/ 16 h 63"/>
                <a:gd name="T10" fmla="*/ 48 w 48"/>
                <a:gd name="T11" fmla="*/ 14 h 63"/>
                <a:gd name="T12" fmla="*/ 42 w 48"/>
                <a:gd name="T13" fmla="*/ 8 h 63"/>
                <a:gd name="T14" fmla="*/ 31 w 48"/>
                <a:gd name="T15" fmla="*/ 4 h 63"/>
                <a:gd name="T16" fmla="*/ 32 w 48"/>
                <a:gd name="T17" fmla="*/ 10 h 63"/>
                <a:gd name="T18" fmla="*/ 16 w 48"/>
                <a:gd name="T19" fmla="*/ 10 h 63"/>
                <a:gd name="T20" fmla="*/ 17 w 48"/>
                <a:gd name="T21" fmla="*/ 4 h 63"/>
                <a:gd name="T22" fmla="*/ 31 w 48"/>
                <a:gd name="T23" fmla="*/ 4 h 63"/>
                <a:gd name="T24" fmla="*/ 32 w 48"/>
                <a:gd name="T25" fmla="*/ 0 h 63"/>
                <a:gd name="T26" fmla="*/ 16 w 48"/>
                <a:gd name="T27" fmla="*/ 0 h 63"/>
                <a:gd name="T28" fmla="*/ 13 w 48"/>
                <a:gd name="T29" fmla="*/ 3 h 63"/>
                <a:gd name="T30" fmla="*/ 12 w 48"/>
                <a:gd name="T31" fmla="*/ 11 h 63"/>
                <a:gd name="T32" fmla="*/ 14 w 48"/>
                <a:gd name="T33" fmla="*/ 14 h 63"/>
                <a:gd name="T34" fmla="*/ 34 w 48"/>
                <a:gd name="T35" fmla="*/ 14 h 63"/>
                <a:gd name="T36" fmla="*/ 36 w 48"/>
                <a:gd name="T37" fmla="*/ 11 h 63"/>
                <a:gd name="T38" fmla="*/ 35 w 48"/>
                <a:gd name="T39" fmla="*/ 3 h 63"/>
                <a:gd name="T40" fmla="*/ 32 w 48"/>
                <a:gd name="T41" fmla="*/ 0 h 63"/>
                <a:gd name="T42" fmla="*/ 43 w 48"/>
                <a:gd name="T43" fmla="*/ 20 h 63"/>
                <a:gd name="T44" fmla="*/ 5 w 48"/>
                <a:gd name="T45" fmla="*/ 20 h 63"/>
                <a:gd name="T46" fmla="*/ 2 w 48"/>
                <a:gd name="T47" fmla="*/ 24 h 63"/>
                <a:gd name="T48" fmla="*/ 5 w 48"/>
                <a:gd name="T49" fmla="*/ 59 h 63"/>
                <a:gd name="T50" fmla="*/ 9 w 48"/>
                <a:gd name="T51" fmla="*/ 63 h 63"/>
                <a:gd name="T52" fmla="*/ 39 w 48"/>
                <a:gd name="T53" fmla="*/ 63 h 63"/>
                <a:gd name="T54" fmla="*/ 43 w 48"/>
                <a:gd name="T55" fmla="*/ 59 h 63"/>
                <a:gd name="T56" fmla="*/ 46 w 48"/>
                <a:gd name="T57" fmla="*/ 24 h 63"/>
                <a:gd name="T58" fmla="*/ 43 w 48"/>
                <a:gd name="T59" fmla="*/ 20 h 63"/>
                <a:gd name="T60" fmla="*/ 16 w 48"/>
                <a:gd name="T61" fmla="*/ 55 h 63"/>
                <a:gd name="T62" fmla="*/ 10 w 48"/>
                <a:gd name="T63" fmla="*/ 55 h 63"/>
                <a:gd name="T64" fmla="*/ 8 w 48"/>
                <a:gd name="T65" fmla="*/ 28 h 63"/>
                <a:gd name="T66" fmla="*/ 16 w 48"/>
                <a:gd name="T67" fmla="*/ 28 h 63"/>
                <a:gd name="T68" fmla="*/ 16 w 48"/>
                <a:gd name="T69" fmla="*/ 55 h 63"/>
                <a:gd name="T70" fmla="*/ 28 w 48"/>
                <a:gd name="T71" fmla="*/ 55 h 63"/>
                <a:gd name="T72" fmla="*/ 20 w 48"/>
                <a:gd name="T73" fmla="*/ 55 h 63"/>
                <a:gd name="T74" fmla="*/ 20 w 48"/>
                <a:gd name="T75" fmla="*/ 28 h 63"/>
                <a:gd name="T76" fmla="*/ 28 w 48"/>
                <a:gd name="T77" fmla="*/ 28 h 63"/>
                <a:gd name="T78" fmla="*/ 28 w 48"/>
                <a:gd name="T79" fmla="*/ 55 h 63"/>
                <a:gd name="T80" fmla="*/ 38 w 48"/>
                <a:gd name="T81" fmla="*/ 55 h 63"/>
                <a:gd name="T82" fmla="*/ 32 w 48"/>
                <a:gd name="T83" fmla="*/ 55 h 63"/>
                <a:gd name="T84" fmla="*/ 32 w 48"/>
                <a:gd name="T85" fmla="*/ 28 h 63"/>
                <a:gd name="T86" fmla="*/ 40 w 48"/>
                <a:gd name="T87" fmla="*/ 28 h 63"/>
                <a:gd name="T88" fmla="*/ 38 w 48"/>
                <a:gd name="T89" fmla="*/ 5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8" h="63">
                  <a:moveTo>
                    <a:pt x="42" y="8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3" y="8"/>
                    <a:pt x="0" y="10"/>
                    <a:pt x="0" y="1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0"/>
                    <a:pt x="45" y="8"/>
                    <a:pt x="42" y="8"/>
                  </a:cubicBezTo>
                  <a:close/>
                  <a:moveTo>
                    <a:pt x="31" y="4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31" y="4"/>
                    <a:pt x="31" y="4"/>
                    <a:pt x="31" y="4"/>
                  </a:cubicBezTo>
                  <a:moveTo>
                    <a:pt x="32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3" y="1"/>
                    <a:pt x="13" y="3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3"/>
                    <a:pt x="13" y="14"/>
                    <a:pt x="14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6" y="14"/>
                    <a:pt x="37" y="13"/>
                    <a:pt x="36" y="11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1"/>
                    <a:pt x="34" y="0"/>
                    <a:pt x="32" y="0"/>
                  </a:cubicBezTo>
                  <a:close/>
                  <a:moveTo>
                    <a:pt x="43" y="20"/>
                  </a:moveTo>
                  <a:cubicBezTo>
                    <a:pt x="5" y="20"/>
                    <a:pt x="5" y="20"/>
                    <a:pt x="5" y="20"/>
                  </a:cubicBezTo>
                  <a:cubicBezTo>
                    <a:pt x="3" y="20"/>
                    <a:pt x="2" y="21"/>
                    <a:pt x="2" y="24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5" y="61"/>
                    <a:pt x="7" y="63"/>
                    <a:pt x="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1" y="63"/>
                    <a:pt x="43" y="61"/>
                    <a:pt x="43" y="59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7" y="21"/>
                    <a:pt x="45" y="20"/>
                    <a:pt x="43" y="20"/>
                  </a:cubicBezTo>
                  <a:close/>
                  <a:moveTo>
                    <a:pt x="16" y="55"/>
                  </a:moveTo>
                  <a:cubicBezTo>
                    <a:pt x="10" y="55"/>
                    <a:pt x="10" y="55"/>
                    <a:pt x="10" y="55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6" y="28"/>
                    <a:pt x="16" y="28"/>
                    <a:pt x="16" y="28"/>
                  </a:cubicBezTo>
                  <a:lnTo>
                    <a:pt x="16" y="55"/>
                  </a:lnTo>
                  <a:close/>
                  <a:moveTo>
                    <a:pt x="28" y="55"/>
                  </a:moveTo>
                  <a:cubicBezTo>
                    <a:pt x="20" y="55"/>
                    <a:pt x="20" y="55"/>
                    <a:pt x="20" y="5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28" y="55"/>
                  </a:lnTo>
                  <a:close/>
                  <a:moveTo>
                    <a:pt x="38" y="55"/>
                  </a:moveTo>
                  <a:cubicBezTo>
                    <a:pt x="32" y="55"/>
                    <a:pt x="32" y="55"/>
                    <a:pt x="32" y="55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40" y="28"/>
                    <a:pt x="40" y="28"/>
                    <a:pt x="40" y="28"/>
                  </a:cubicBezTo>
                  <a:lnTo>
                    <a:pt x="3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6" name="Freeform 78"/>
            <p:cNvSpPr>
              <a:spLocks noEditPoints="1"/>
            </p:cNvSpPr>
            <p:nvPr/>
          </p:nvSpPr>
          <p:spPr bwMode="auto">
            <a:xfrm>
              <a:off x="3770" y="1774"/>
              <a:ext cx="160" cy="160"/>
            </a:xfrm>
            <a:custGeom>
              <a:avLst/>
              <a:gdLst>
                <a:gd name="T0" fmla="*/ 65 w 130"/>
                <a:gd name="T1" fmla="*/ 0 h 130"/>
                <a:gd name="T2" fmla="*/ 0 w 130"/>
                <a:gd name="T3" fmla="*/ 65 h 130"/>
                <a:gd name="T4" fmla="*/ 65 w 130"/>
                <a:gd name="T5" fmla="*/ 130 h 130"/>
                <a:gd name="T6" fmla="*/ 130 w 130"/>
                <a:gd name="T7" fmla="*/ 65 h 130"/>
                <a:gd name="T8" fmla="*/ 65 w 130"/>
                <a:gd name="T9" fmla="*/ 0 h 130"/>
                <a:gd name="T10" fmla="*/ 65 w 130"/>
                <a:gd name="T11" fmla="*/ 114 h 130"/>
                <a:gd name="T12" fmla="*/ 16 w 130"/>
                <a:gd name="T13" fmla="*/ 65 h 130"/>
                <a:gd name="T14" fmla="*/ 65 w 130"/>
                <a:gd name="T15" fmla="*/ 16 h 130"/>
                <a:gd name="T16" fmla="*/ 114 w 130"/>
                <a:gd name="T17" fmla="*/ 65 h 130"/>
                <a:gd name="T18" fmla="*/ 65 w 130"/>
                <a:gd name="T19" fmla="*/ 114 h 130"/>
                <a:gd name="T20" fmla="*/ 40 w 130"/>
                <a:gd name="T21" fmla="*/ 65 h 130"/>
                <a:gd name="T22" fmla="*/ 65 w 130"/>
                <a:gd name="T23" fmla="*/ 90 h 130"/>
                <a:gd name="T24" fmla="*/ 89 w 130"/>
                <a:gd name="T25" fmla="*/ 65 h 130"/>
                <a:gd name="T26" fmla="*/ 65 w 130"/>
                <a:gd name="T27" fmla="*/ 41 h 130"/>
                <a:gd name="T28" fmla="*/ 40 w 130"/>
                <a:gd name="T29" fmla="*/ 6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130">
                  <a:moveTo>
                    <a:pt x="65" y="0"/>
                  </a:moveTo>
                  <a:cubicBezTo>
                    <a:pt x="29" y="0"/>
                    <a:pt x="0" y="29"/>
                    <a:pt x="0" y="65"/>
                  </a:cubicBezTo>
                  <a:cubicBezTo>
                    <a:pt x="0" y="101"/>
                    <a:pt x="29" y="130"/>
                    <a:pt x="65" y="130"/>
                  </a:cubicBezTo>
                  <a:cubicBezTo>
                    <a:pt x="101" y="130"/>
                    <a:pt x="130" y="101"/>
                    <a:pt x="130" y="65"/>
                  </a:cubicBezTo>
                  <a:cubicBezTo>
                    <a:pt x="130" y="29"/>
                    <a:pt x="101" y="0"/>
                    <a:pt x="65" y="0"/>
                  </a:cubicBezTo>
                  <a:close/>
                  <a:moveTo>
                    <a:pt x="65" y="114"/>
                  </a:moveTo>
                  <a:cubicBezTo>
                    <a:pt x="38" y="114"/>
                    <a:pt x="16" y="92"/>
                    <a:pt x="16" y="65"/>
                  </a:cubicBezTo>
                  <a:cubicBezTo>
                    <a:pt x="16" y="38"/>
                    <a:pt x="38" y="16"/>
                    <a:pt x="65" y="16"/>
                  </a:cubicBezTo>
                  <a:cubicBezTo>
                    <a:pt x="92" y="16"/>
                    <a:pt x="114" y="38"/>
                    <a:pt x="114" y="65"/>
                  </a:cubicBezTo>
                  <a:cubicBezTo>
                    <a:pt x="114" y="92"/>
                    <a:pt x="92" y="114"/>
                    <a:pt x="65" y="114"/>
                  </a:cubicBezTo>
                  <a:close/>
                  <a:moveTo>
                    <a:pt x="40" y="65"/>
                  </a:moveTo>
                  <a:cubicBezTo>
                    <a:pt x="40" y="79"/>
                    <a:pt x="51" y="90"/>
                    <a:pt x="65" y="90"/>
                  </a:cubicBezTo>
                  <a:cubicBezTo>
                    <a:pt x="78" y="90"/>
                    <a:pt x="89" y="79"/>
                    <a:pt x="89" y="65"/>
                  </a:cubicBezTo>
                  <a:cubicBezTo>
                    <a:pt x="89" y="52"/>
                    <a:pt x="78" y="41"/>
                    <a:pt x="65" y="41"/>
                  </a:cubicBezTo>
                  <a:cubicBezTo>
                    <a:pt x="51" y="41"/>
                    <a:pt x="40" y="52"/>
                    <a:pt x="40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7" name="Freeform 79"/>
            <p:cNvSpPr>
              <a:spLocks noEditPoints="1"/>
            </p:cNvSpPr>
            <p:nvPr/>
          </p:nvSpPr>
          <p:spPr bwMode="auto">
            <a:xfrm>
              <a:off x="3654" y="1102"/>
              <a:ext cx="265" cy="116"/>
            </a:xfrm>
            <a:custGeom>
              <a:avLst/>
              <a:gdLst>
                <a:gd name="T0" fmla="*/ 188 w 216"/>
                <a:gd name="T1" fmla="*/ 41 h 94"/>
                <a:gd name="T2" fmla="*/ 178 w 216"/>
                <a:gd name="T3" fmla="*/ 43 h 94"/>
                <a:gd name="T4" fmla="*/ 129 w 216"/>
                <a:gd name="T5" fmla="*/ 0 h 94"/>
                <a:gd name="T6" fmla="*/ 111 w 216"/>
                <a:gd name="T7" fmla="*/ 3 h 94"/>
                <a:gd name="T8" fmla="*/ 108 w 216"/>
                <a:gd name="T9" fmla="*/ 6 h 94"/>
                <a:gd name="T10" fmla="*/ 108 w 216"/>
                <a:gd name="T11" fmla="*/ 91 h 94"/>
                <a:gd name="T12" fmla="*/ 111 w 216"/>
                <a:gd name="T13" fmla="*/ 94 h 94"/>
                <a:gd name="T14" fmla="*/ 188 w 216"/>
                <a:gd name="T15" fmla="*/ 94 h 94"/>
                <a:gd name="T16" fmla="*/ 216 w 216"/>
                <a:gd name="T17" fmla="*/ 68 h 94"/>
                <a:gd name="T18" fmla="*/ 188 w 216"/>
                <a:gd name="T19" fmla="*/ 41 h 94"/>
                <a:gd name="T20" fmla="*/ 85 w 216"/>
                <a:gd name="T21" fmla="*/ 94 h 94"/>
                <a:gd name="T22" fmla="*/ 91 w 216"/>
                <a:gd name="T23" fmla="*/ 94 h 94"/>
                <a:gd name="T24" fmla="*/ 95 w 216"/>
                <a:gd name="T25" fmla="*/ 47 h 94"/>
                <a:gd name="T26" fmla="*/ 91 w 216"/>
                <a:gd name="T27" fmla="*/ 0 h 94"/>
                <a:gd name="T28" fmla="*/ 85 w 216"/>
                <a:gd name="T29" fmla="*/ 0 h 94"/>
                <a:gd name="T30" fmla="*/ 81 w 216"/>
                <a:gd name="T31" fmla="*/ 47 h 94"/>
                <a:gd name="T32" fmla="*/ 85 w 216"/>
                <a:gd name="T33" fmla="*/ 94 h 94"/>
                <a:gd name="T34" fmla="*/ 64 w 216"/>
                <a:gd name="T35" fmla="*/ 94 h 94"/>
                <a:gd name="T36" fmla="*/ 58 w 216"/>
                <a:gd name="T37" fmla="*/ 94 h 94"/>
                <a:gd name="T38" fmla="*/ 54 w 216"/>
                <a:gd name="T39" fmla="*/ 60 h 94"/>
                <a:gd name="T40" fmla="*/ 58 w 216"/>
                <a:gd name="T41" fmla="*/ 27 h 94"/>
                <a:gd name="T42" fmla="*/ 64 w 216"/>
                <a:gd name="T43" fmla="*/ 27 h 94"/>
                <a:gd name="T44" fmla="*/ 68 w 216"/>
                <a:gd name="T45" fmla="*/ 61 h 94"/>
                <a:gd name="T46" fmla="*/ 64 w 216"/>
                <a:gd name="T47" fmla="*/ 94 h 94"/>
                <a:gd name="T48" fmla="*/ 31 w 216"/>
                <a:gd name="T49" fmla="*/ 94 h 94"/>
                <a:gd name="T50" fmla="*/ 37 w 216"/>
                <a:gd name="T51" fmla="*/ 94 h 94"/>
                <a:gd name="T52" fmla="*/ 41 w 216"/>
                <a:gd name="T53" fmla="*/ 67 h 94"/>
                <a:gd name="T54" fmla="*/ 37 w 216"/>
                <a:gd name="T55" fmla="*/ 40 h 94"/>
                <a:gd name="T56" fmla="*/ 31 w 216"/>
                <a:gd name="T57" fmla="*/ 40 h 94"/>
                <a:gd name="T58" fmla="*/ 27 w 216"/>
                <a:gd name="T59" fmla="*/ 67 h 94"/>
                <a:gd name="T60" fmla="*/ 31 w 216"/>
                <a:gd name="T61" fmla="*/ 94 h 94"/>
                <a:gd name="T62" fmla="*/ 4 w 216"/>
                <a:gd name="T63" fmla="*/ 81 h 94"/>
                <a:gd name="T64" fmla="*/ 10 w 216"/>
                <a:gd name="T65" fmla="*/ 81 h 94"/>
                <a:gd name="T66" fmla="*/ 14 w 216"/>
                <a:gd name="T67" fmla="*/ 67 h 94"/>
                <a:gd name="T68" fmla="*/ 10 w 216"/>
                <a:gd name="T69" fmla="*/ 54 h 94"/>
                <a:gd name="T70" fmla="*/ 4 w 216"/>
                <a:gd name="T71" fmla="*/ 54 h 94"/>
                <a:gd name="T72" fmla="*/ 0 w 216"/>
                <a:gd name="T73" fmla="*/ 67 h 94"/>
                <a:gd name="T74" fmla="*/ 4 w 216"/>
                <a:gd name="T75" fmla="*/ 8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6" h="94">
                  <a:moveTo>
                    <a:pt x="188" y="41"/>
                  </a:moveTo>
                  <a:cubicBezTo>
                    <a:pt x="184" y="41"/>
                    <a:pt x="181" y="42"/>
                    <a:pt x="178" y="43"/>
                  </a:cubicBezTo>
                  <a:cubicBezTo>
                    <a:pt x="175" y="19"/>
                    <a:pt x="154" y="0"/>
                    <a:pt x="129" y="0"/>
                  </a:cubicBezTo>
                  <a:cubicBezTo>
                    <a:pt x="122" y="0"/>
                    <a:pt x="116" y="1"/>
                    <a:pt x="111" y="3"/>
                  </a:cubicBezTo>
                  <a:cubicBezTo>
                    <a:pt x="109" y="4"/>
                    <a:pt x="108" y="5"/>
                    <a:pt x="108" y="6"/>
                  </a:cubicBezTo>
                  <a:cubicBezTo>
                    <a:pt x="108" y="91"/>
                    <a:pt x="108" y="91"/>
                    <a:pt x="108" y="91"/>
                  </a:cubicBezTo>
                  <a:cubicBezTo>
                    <a:pt x="108" y="93"/>
                    <a:pt x="110" y="94"/>
                    <a:pt x="111" y="94"/>
                  </a:cubicBezTo>
                  <a:cubicBezTo>
                    <a:pt x="111" y="94"/>
                    <a:pt x="188" y="94"/>
                    <a:pt x="188" y="94"/>
                  </a:cubicBezTo>
                  <a:cubicBezTo>
                    <a:pt x="204" y="94"/>
                    <a:pt x="216" y="82"/>
                    <a:pt x="216" y="68"/>
                  </a:cubicBezTo>
                  <a:cubicBezTo>
                    <a:pt x="216" y="53"/>
                    <a:pt x="204" y="41"/>
                    <a:pt x="188" y="41"/>
                  </a:cubicBezTo>
                  <a:close/>
                  <a:moveTo>
                    <a:pt x="85" y="94"/>
                  </a:moveTo>
                  <a:cubicBezTo>
                    <a:pt x="91" y="94"/>
                    <a:pt x="91" y="94"/>
                    <a:pt x="91" y="94"/>
                  </a:cubicBezTo>
                  <a:cubicBezTo>
                    <a:pt x="95" y="47"/>
                    <a:pt x="95" y="47"/>
                    <a:pt x="95" y="47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1" y="47"/>
                    <a:pt x="81" y="47"/>
                    <a:pt x="81" y="47"/>
                  </a:cubicBezTo>
                  <a:lnTo>
                    <a:pt x="85" y="94"/>
                  </a:lnTo>
                  <a:close/>
                  <a:moveTo>
                    <a:pt x="64" y="94"/>
                  </a:moveTo>
                  <a:cubicBezTo>
                    <a:pt x="58" y="94"/>
                    <a:pt x="58" y="94"/>
                    <a:pt x="58" y="94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64" y="27"/>
                    <a:pt x="64" y="27"/>
                    <a:pt x="64" y="27"/>
                  </a:cubicBezTo>
                  <a:cubicBezTo>
                    <a:pt x="68" y="61"/>
                    <a:pt x="68" y="61"/>
                    <a:pt x="68" y="61"/>
                  </a:cubicBezTo>
                  <a:lnTo>
                    <a:pt x="64" y="94"/>
                  </a:lnTo>
                  <a:close/>
                  <a:moveTo>
                    <a:pt x="31" y="94"/>
                  </a:moveTo>
                  <a:cubicBezTo>
                    <a:pt x="37" y="94"/>
                    <a:pt x="37" y="94"/>
                    <a:pt x="37" y="94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27" y="67"/>
                    <a:pt x="27" y="67"/>
                    <a:pt x="27" y="67"/>
                  </a:cubicBezTo>
                  <a:lnTo>
                    <a:pt x="31" y="94"/>
                  </a:lnTo>
                  <a:close/>
                  <a:moveTo>
                    <a:pt x="4" y="81"/>
                  </a:moveTo>
                  <a:cubicBezTo>
                    <a:pt x="10" y="81"/>
                    <a:pt x="10" y="81"/>
                    <a:pt x="10" y="81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0" y="67"/>
                    <a:pt x="0" y="67"/>
                    <a:pt x="0" y="67"/>
                  </a:cubicBezTo>
                  <a:lnTo>
                    <a:pt x="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8" name="Freeform 80"/>
            <p:cNvSpPr>
              <a:spLocks noEditPoints="1"/>
            </p:cNvSpPr>
            <p:nvPr/>
          </p:nvSpPr>
          <p:spPr bwMode="auto">
            <a:xfrm>
              <a:off x="3704" y="1240"/>
              <a:ext cx="148" cy="130"/>
            </a:xfrm>
            <a:custGeom>
              <a:avLst/>
              <a:gdLst>
                <a:gd name="T0" fmla="*/ 50 w 120"/>
                <a:gd name="T1" fmla="*/ 0 h 106"/>
                <a:gd name="T2" fmla="*/ 50 w 120"/>
                <a:gd name="T3" fmla="*/ 0 h 106"/>
                <a:gd name="T4" fmla="*/ 100 w 120"/>
                <a:gd name="T5" fmla="*/ 41 h 106"/>
                <a:gd name="T6" fmla="*/ 50 w 120"/>
                <a:gd name="T7" fmla="*/ 81 h 106"/>
                <a:gd name="T8" fmla="*/ 42 w 120"/>
                <a:gd name="T9" fmla="*/ 80 h 106"/>
                <a:gd name="T10" fmla="*/ 7 w 120"/>
                <a:gd name="T11" fmla="*/ 93 h 106"/>
                <a:gd name="T12" fmla="*/ 7 w 120"/>
                <a:gd name="T13" fmla="*/ 91 h 106"/>
                <a:gd name="T14" fmla="*/ 19 w 120"/>
                <a:gd name="T15" fmla="*/ 75 h 106"/>
                <a:gd name="T16" fmla="*/ 19 w 120"/>
                <a:gd name="T17" fmla="*/ 72 h 106"/>
                <a:gd name="T18" fmla="*/ 0 w 120"/>
                <a:gd name="T19" fmla="*/ 41 h 106"/>
                <a:gd name="T20" fmla="*/ 50 w 120"/>
                <a:gd name="T21" fmla="*/ 0 h 106"/>
                <a:gd name="T22" fmla="*/ 104 w 120"/>
                <a:gd name="T23" fmla="*/ 91 h 106"/>
                <a:gd name="T24" fmla="*/ 113 w 120"/>
                <a:gd name="T25" fmla="*/ 104 h 106"/>
                <a:gd name="T26" fmla="*/ 113 w 120"/>
                <a:gd name="T27" fmla="*/ 106 h 106"/>
                <a:gd name="T28" fmla="*/ 83 w 120"/>
                <a:gd name="T29" fmla="*/ 95 h 106"/>
                <a:gd name="T30" fmla="*/ 77 w 120"/>
                <a:gd name="T31" fmla="*/ 96 h 106"/>
                <a:gd name="T32" fmla="*/ 50 w 120"/>
                <a:gd name="T33" fmla="*/ 89 h 106"/>
                <a:gd name="T34" fmla="*/ 90 w 120"/>
                <a:gd name="T35" fmla="*/ 75 h 106"/>
                <a:gd name="T36" fmla="*/ 103 w 120"/>
                <a:gd name="T37" fmla="*/ 60 h 106"/>
                <a:gd name="T38" fmla="*/ 108 w 120"/>
                <a:gd name="T39" fmla="*/ 41 h 106"/>
                <a:gd name="T40" fmla="*/ 108 w 120"/>
                <a:gd name="T41" fmla="*/ 37 h 106"/>
                <a:gd name="T42" fmla="*/ 120 w 120"/>
                <a:gd name="T43" fmla="*/ 61 h 106"/>
                <a:gd name="T44" fmla="*/ 104 w 120"/>
                <a:gd name="T45" fmla="*/ 88 h 106"/>
                <a:gd name="T46" fmla="*/ 104 w 120"/>
                <a:gd name="T47" fmla="*/ 91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0" h="106">
                  <a:moveTo>
                    <a:pt x="50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78" y="0"/>
                    <a:pt x="100" y="18"/>
                    <a:pt x="100" y="41"/>
                  </a:cubicBezTo>
                  <a:cubicBezTo>
                    <a:pt x="100" y="63"/>
                    <a:pt x="78" y="81"/>
                    <a:pt x="50" y="81"/>
                  </a:cubicBezTo>
                  <a:cubicBezTo>
                    <a:pt x="47" y="81"/>
                    <a:pt x="45" y="81"/>
                    <a:pt x="42" y="80"/>
                  </a:cubicBezTo>
                  <a:cubicBezTo>
                    <a:pt x="32" y="91"/>
                    <a:pt x="19" y="93"/>
                    <a:pt x="7" y="93"/>
                  </a:cubicBezTo>
                  <a:cubicBezTo>
                    <a:pt x="7" y="91"/>
                    <a:pt x="7" y="91"/>
                    <a:pt x="7" y="91"/>
                  </a:cubicBezTo>
                  <a:cubicBezTo>
                    <a:pt x="14" y="87"/>
                    <a:pt x="19" y="81"/>
                    <a:pt x="19" y="75"/>
                  </a:cubicBezTo>
                  <a:cubicBezTo>
                    <a:pt x="19" y="74"/>
                    <a:pt x="19" y="73"/>
                    <a:pt x="19" y="72"/>
                  </a:cubicBezTo>
                  <a:cubicBezTo>
                    <a:pt x="8" y="65"/>
                    <a:pt x="0" y="53"/>
                    <a:pt x="0" y="41"/>
                  </a:cubicBezTo>
                  <a:cubicBezTo>
                    <a:pt x="0" y="18"/>
                    <a:pt x="23" y="0"/>
                    <a:pt x="50" y="0"/>
                  </a:cubicBezTo>
                  <a:close/>
                  <a:moveTo>
                    <a:pt x="104" y="91"/>
                  </a:moveTo>
                  <a:cubicBezTo>
                    <a:pt x="104" y="96"/>
                    <a:pt x="107" y="101"/>
                    <a:pt x="113" y="104"/>
                  </a:cubicBezTo>
                  <a:cubicBezTo>
                    <a:pt x="113" y="106"/>
                    <a:pt x="113" y="106"/>
                    <a:pt x="113" y="106"/>
                  </a:cubicBezTo>
                  <a:cubicBezTo>
                    <a:pt x="102" y="106"/>
                    <a:pt x="93" y="105"/>
                    <a:pt x="83" y="95"/>
                  </a:cubicBezTo>
                  <a:cubicBezTo>
                    <a:pt x="81" y="96"/>
                    <a:pt x="79" y="96"/>
                    <a:pt x="77" y="96"/>
                  </a:cubicBezTo>
                  <a:cubicBezTo>
                    <a:pt x="67" y="96"/>
                    <a:pt x="58" y="93"/>
                    <a:pt x="50" y="89"/>
                  </a:cubicBezTo>
                  <a:cubicBezTo>
                    <a:pt x="65" y="89"/>
                    <a:pt x="79" y="84"/>
                    <a:pt x="90" y="75"/>
                  </a:cubicBezTo>
                  <a:cubicBezTo>
                    <a:pt x="96" y="71"/>
                    <a:pt x="100" y="66"/>
                    <a:pt x="103" y="60"/>
                  </a:cubicBezTo>
                  <a:cubicBezTo>
                    <a:pt x="106" y="54"/>
                    <a:pt x="108" y="47"/>
                    <a:pt x="108" y="41"/>
                  </a:cubicBezTo>
                  <a:cubicBezTo>
                    <a:pt x="108" y="40"/>
                    <a:pt x="108" y="38"/>
                    <a:pt x="108" y="37"/>
                  </a:cubicBezTo>
                  <a:cubicBezTo>
                    <a:pt x="115" y="44"/>
                    <a:pt x="120" y="52"/>
                    <a:pt x="120" y="61"/>
                  </a:cubicBezTo>
                  <a:cubicBezTo>
                    <a:pt x="120" y="72"/>
                    <a:pt x="114" y="82"/>
                    <a:pt x="104" y="88"/>
                  </a:cubicBezTo>
                  <a:cubicBezTo>
                    <a:pt x="104" y="89"/>
                    <a:pt x="104" y="90"/>
                    <a:pt x="104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9" name="Freeform 81"/>
            <p:cNvSpPr>
              <a:spLocks noEditPoints="1"/>
            </p:cNvSpPr>
            <p:nvPr/>
          </p:nvSpPr>
          <p:spPr bwMode="auto">
            <a:xfrm>
              <a:off x="3719" y="1386"/>
              <a:ext cx="130" cy="129"/>
            </a:xfrm>
            <a:custGeom>
              <a:avLst/>
              <a:gdLst>
                <a:gd name="T0" fmla="*/ 20 w 106"/>
                <a:gd name="T1" fmla="*/ 52 h 105"/>
                <a:gd name="T2" fmla="*/ 20 w 106"/>
                <a:gd name="T3" fmla="*/ 49 h 105"/>
                <a:gd name="T4" fmla="*/ 1 w 106"/>
                <a:gd name="T5" fmla="*/ 43 h 105"/>
                <a:gd name="T6" fmla="*/ 0 w 106"/>
                <a:gd name="T7" fmla="*/ 52 h 105"/>
                <a:gd name="T8" fmla="*/ 17 w 106"/>
                <a:gd name="T9" fmla="*/ 91 h 105"/>
                <a:gd name="T10" fmla="*/ 29 w 106"/>
                <a:gd name="T11" fmla="*/ 75 h 105"/>
                <a:gd name="T12" fmla="*/ 20 w 106"/>
                <a:gd name="T13" fmla="*/ 52 h 105"/>
                <a:gd name="T14" fmla="*/ 86 w 106"/>
                <a:gd name="T15" fmla="*/ 52 h 105"/>
                <a:gd name="T16" fmla="*/ 77 w 106"/>
                <a:gd name="T17" fmla="*/ 75 h 105"/>
                <a:gd name="T18" fmla="*/ 89 w 106"/>
                <a:gd name="T19" fmla="*/ 91 h 105"/>
                <a:gd name="T20" fmla="*/ 106 w 106"/>
                <a:gd name="T21" fmla="*/ 52 h 105"/>
                <a:gd name="T22" fmla="*/ 105 w 106"/>
                <a:gd name="T23" fmla="*/ 43 h 105"/>
                <a:gd name="T24" fmla="*/ 86 w 106"/>
                <a:gd name="T25" fmla="*/ 49 h 105"/>
                <a:gd name="T26" fmla="*/ 86 w 106"/>
                <a:gd name="T27" fmla="*/ 52 h 105"/>
                <a:gd name="T28" fmla="*/ 59 w 106"/>
                <a:gd name="T29" fmla="*/ 20 h 105"/>
                <a:gd name="T30" fmla="*/ 82 w 106"/>
                <a:gd name="T31" fmla="*/ 36 h 105"/>
                <a:gd name="T32" fmla="*/ 101 w 106"/>
                <a:gd name="T33" fmla="*/ 30 h 105"/>
                <a:gd name="T34" fmla="*/ 59 w 106"/>
                <a:gd name="T35" fmla="*/ 0 h 105"/>
                <a:gd name="T36" fmla="*/ 59 w 106"/>
                <a:gd name="T37" fmla="*/ 20 h 105"/>
                <a:gd name="T38" fmla="*/ 24 w 106"/>
                <a:gd name="T39" fmla="*/ 36 h 105"/>
                <a:gd name="T40" fmla="*/ 46 w 106"/>
                <a:gd name="T41" fmla="*/ 20 h 105"/>
                <a:gd name="T42" fmla="*/ 46 w 106"/>
                <a:gd name="T43" fmla="*/ 0 h 105"/>
                <a:gd name="T44" fmla="*/ 5 w 106"/>
                <a:gd name="T45" fmla="*/ 30 h 105"/>
                <a:gd name="T46" fmla="*/ 24 w 106"/>
                <a:gd name="T47" fmla="*/ 36 h 105"/>
                <a:gd name="T48" fmla="*/ 67 w 106"/>
                <a:gd name="T49" fmla="*/ 82 h 105"/>
                <a:gd name="T50" fmla="*/ 53 w 106"/>
                <a:gd name="T51" fmla="*/ 85 h 105"/>
                <a:gd name="T52" fmla="*/ 39 w 106"/>
                <a:gd name="T53" fmla="*/ 82 h 105"/>
                <a:gd name="T54" fmla="*/ 28 w 106"/>
                <a:gd name="T55" fmla="*/ 99 h 105"/>
                <a:gd name="T56" fmla="*/ 53 w 106"/>
                <a:gd name="T57" fmla="*/ 105 h 105"/>
                <a:gd name="T58" fmla="*/ 78 w 106"/>
                <a:gd name="T59" fmla="*/ 99 h 105"/>
                <a:gd name="T60" fmla="*/ 67 w 106"/>
                <a:gd name="T61" fmla="*/ 8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6" h="105">
                  <a:moveTo>
                    <a:pt x="20" y="52"/>
                  </a:moveTo>
                  <a:cubicBezTo>
                    <a:pt x="20" y="51"/>
                    <a:pt x="20" y="50"/>
                    <a:pt x="20" y="49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6"/>
                    <a:pt x="0" y="49"/>
                    <a:pt x="0" y="52"/>
                  </a:cubicBezTo>
                  <a:cubicBezTo>
                    <a:pt x="0" y="68"/>
                    <a:pt x="7" y="81"/>
                    <a:pt x="17" y="91"/>
                  </a:cubicBezTo>
                  <a:cubicBezTo>
                    <a:pt x="29" y="75"/>
                    <a:pt x="29" y="75"/>
                    <a:pt x="29" y="75"/>
                  </a:cubicBezTo>
                  <a:cubicBezTo>
                    <a:pt x="23" y="69"/>
                    <a:pt x="20" y="61"/>
                    <a:pt x="20" y="52"/>
                  </a:cubicBezTo>
                  <a:close/>
                  <a:moveTo>
                    <a:pt x="86" y="52"/>
                  </a:moveTo>
                  <a:cubicBezTo>
                    <a:pt x="86" y="61"/>
                    <a:pt x="83" y="69"/>
                    <a:pt x="77" y="75"/>
                  </a:cubicBezTo>
                  <a:cubicBezTo>
                    <a:pt x="89" y="91"/>
                    <a:pt x="89" y="91"/>
                    <a:pt x="89" y="91"/>
                  </a:cubicBezTo>
                  <a:cubicBezTo>
                    <a:pt x="99" y="81"/>
                    <a:pt x="106" y="68"/>
                    <a:pt x="106" y="52"/>
                  </a:cubicBezTo>
                  <a:cubicBezTo>
                    <a:pt x="106" y="49"/>
                    <a:pt x="105" y="46"/>
                    <a:pt x="105" y="43"/>
                  </a:cubicBezTo>
                  <a:cubicBezTo>
                    <a:pt x="86" y="49"/>
                    <a:pt x="86" y="49"/>
                    <a:pt x="86" y="49"/>
                  </a:cubicBezTo>
                  <a:cubicBezTo>
                    <a:pt x="86" y="50"/>
                    <a:pt x="86" y="51"/>
                    <a:pt x="86" y="52"/>
                  </a:cubicBezTo>
                  <a:close/>
                  <a:moveTo>
                    <a:pt x="59" y="20"/>
                  </a:moveTo>
                  <a:cubicBezTo>
                    <a:pt x="69" y="22"/>
                    <a:pt x="77" y="28"/>
                    <a:pt x="82" y="36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93" y="14"/>
                    <a:pt x="78" y="3"/>
                    <a:pt x="59" y="0"/>
                  </a:cubicBezTo>
                  <a:lnTo>
                    <a:pt x="59" y="20"/>
                  </a:lnTo>
                  <a:close/>
                  <a:moveTo>
                    <a:pt x="24" y="36"/>
                  </a:moveTo>
                  <a:cubicBezTo>
                    <a:pt x="29" y="28"/>
                    <a:pt x="37" y="22"/>
                    <a:pt x="46" y="2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8" y="3"/>
                    <a:pt x="13" y="14"/>
                    <a:pt x="5" y="30"/>
                  </a:cubicBezTo>
                  <a:lnTo>
                    <a:pt x="24" y="36"/>
                  </a:lnTo>
                  <a:close/>
                  <a:moveTo>
                    <a:pt x="67" y="82"/>
                  </a:moveTo>
                  <a:cubicBezTo>
                    <a:pt x="62" y="84"/>
                    <a:pt x="58" y="85"/>
                    <a:pt x="53" y="85"/>
                  </a:cubicBezTo>
                  <a:cubicBezTo>
                    <a:pt x="48" y="85"/>
                    <a:pt x="43" y="84"/>
                    <a:pt x="39" y="8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35" y="103"/>
                    <a:pt x="44" y="105"/>
                    <a:pt x="53" y="105"/>
                  </a:cubicBezTo>
                  <a:cubicBezTo>
                    <a:pt x="62" y="105"/>
                    <a:pt x="71" y="103"/>
                    <a:pt x="78" y="99"/>
                  </a:cubicBezTo>
                  <a:lnTo>
                    <a:pt x="67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0" name="Freeform 82"/>
            <p:cNvSpPr>
              <a:spLocks noEditPoints="1"/>
            </p:cNvSpPr>
            <p:nvPr/>
          </p:nvSpPr>
          <p:spPr bwMode="auto">
            <a:xfrm>
              <a:off x="3727" y="1542"/>
              <a:ext cx="122" cy="129"/>
            </a:xfrm>
            <a:custGeom>
              <a:avLst/>
              <a:gdLst>
                <a:gd name="T0" fmla="*/ 57 w 122"/>
                <a:gd name="T1" fmla="*/ 49 h 129"/>
                <a:gd name="T2" fmla="*/ 41 w 122"/>
                <a:gd name="T3" fmla="*/ 65 h 129"/>
                <a:gd name="T4" fmla="*/ 66 w 122"/>
                <a:gd name="T5" fmla="*/ 49 h 129"/>
                <a:gd name="T6" fmla="*/ 82 w 122"/>
                <a:gd name="T7" fmla="*/ 65 h 129"/>
                <a:gd name="T8" fmla="*/ 66 w 122"/>
                <a:gd name="T9" fmla="*/ 49 h 129"/>
                <a:gd name="T10" fmla="*/ 105 w 122"/>
                <a:gd name="T11" fmla="*/ 49 h 129"/>
                <a:gd name="T12" fmla="*/ 89 w 122"/>
                <a:gd name="T13" fmla="*/ 65 h 129"/>
                <a:gd name="T14" fmla="*/ 16 w 122"/>
                <a:gd name="T15" fmla="*/ 97 h 129"/>
                <a:gd name="T16" fmla="*/ 32 w 122"/>
                <a:gd name="T17" fmla="*/ 113 h 129"/>
                <a:gd name="T18" fmla="*/ 16 w 122"/>
                <a:gd name="T19" fmla="*/ 97 h 129"/>
                <a:gd name="T20" fmla="*/ 57 w 122"/>
                <a:gd name="T21" fmla="*/ 97 h 129"/>
                <a:gd name="T22" fmla="*/ 41 w 122"/>
                <a:gd name="T23" fmla="*/ 113 h 129"/>
                <a:gd name="T24" fmla="*/ 66 w 122"/>
                <a:gd name="T25" fmla="*/ 97 h 129"/>
                <a:gd name="T26" fmla="*/ 82 w 122"/>
                <a:gd name="T27" fmla="*/ 113 h 129"/>
                <a:gd name="T28" fmla="*/ 66 w 122"/>
                <a:gd name="T29" fmla="*/ 97 h 129"/>
                <a:gd name="T30" fmla="*/ 57 w 122"/>
                <a:gd name="T31" fmla="*/ 72 h 129"/>
                <a:gd name="T32" fmla="*/ 41 w 122"/>
                <a:gd name="T33" fmla="*/ 88 h 129"/>
                <a:gd name="T34" fmla="*/ 66 w 122"/>
                <a:gd name="T35" fmla="*/ 72 h 129"/>
                <a:gd name="T36" fmla="*/ 82 w 122"/>
                <a:gd name="T37" fmla="*/ 88 h 129"/>
                <a:gd name="T38" fmla="*/ 66 w 122"/>
                <a:gd name="T39" fmla="*/ 72 h 129"/>
                <a:gd name="T40" fmla="*/ 105 w 122"/>
                <a:gd name="T41" fmla="*/ 72 h 129"/>
                <a:gd name="T42" fmla="*/ 89 w 122"/>
                <a:gd name="T43" fmla="*/ 88 h 129"/>
                <a:gd name="T44" fmla="*/ 16 w 122"/>
                <a:gd name="T45" fmla="*/ 72 h 129"/>
                <a:gd name="T46" fmla="*/ 32 w 122"/>
                <a:gd name="T47" fmla="*/ 88 h 129"/>
                <a:gd name="T48" fmla="*/ 16 w 122"/>
                <a:gd name="T49" fmla="*/ 72 h 129"/>
                <a:gd name="T50" fmla="*/ 105 w 122"/>
                <a:gd name="T51" fmla="*/ 9 h 129"/>
                <a:gd name="T52" fmla="*/ 89 w 122"/>
                <a:gd name="T53" fmla="*/ 0 h 129"/>
                <a:gd name="T54" fmla="*/ 32 w 122"/>
                <a:gd name="T55" fmla="*/ 9 h 129"/>
                <a:gd name="T56" fmla="*/ 16 w 122"/>
                <a:gd name="T57" fmla="*/ 0 h 129"/>
                <a:gd name="T58" fmla="*/ 0 w 122"/>
                <a:gd name="T59" fmla="*/ 129 h 129"/>
                <a:gd name="T60" fmla="*/ 122 w 122"/>
                <a:gd name="T61" fmla="*/ 0 h 129"/>
                <a:gd name="T62" fmla="*/ 113 w 122"/>
                <a:gd name="T63" fmla="*/ 120 h 129"/>
                <a:gd name="T64" fmla="*/ 9 w 122"/>
                <a:gd name="T65" fmla="*/ 32 h 129"/>
                <a:gd name="T66" fmla="*/ 113 w 122"/>
                <a:gd name="T67" fmla="*/ 12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2" h="129">
                  <a:moveTo>
                    <a:pt x="41" y="49"/>
                  </a:moveTo>
                  <a:lnTo>
                    <a:pt x="57" y="49"/>
                  </a:lnTo>
                  <a:lnTo>
                    <a:pt x="57" y="65"/>
                  </a:lnTo>
                  <a:lnTo>
                    <a:pt x="41" y="65"/>
                  </a:lnTo>
                  <a:lnTo>
                    <a:pt x="41" y="49"/>
                  </a:lnTo>
                  <a:close/>
                  <a:moveTo>
                    <a:pt x="66" y="49"/>
                  </a:moveTo>
                  <a:lnTo>
                    <a:pt x="82" y="49"/>
                  </a:lnTo>
                  <a:lnTo>
                    <a:pt x="82" y="65"/>
                  </a:lnTo>
                  <a:lnTo>
                    <a:pt x="66" y="65"/>
                  </a:lnTo>
                  <a:lnTo>
                    <a:pt x="66" y="49"/>
                  </a:lnTo>
                  <a:close/>
                  <a:moveTo>
                    <a:pt x="89" y="49"/>
                  </a:moveTo>
                  <a:lnTo>
                    <a:pt x="105" y="49"/>
                  </a:lnTo>
                  <a:lnTo>
                    <a:pt x="105" y="65"/>
                  </a:lnTo>
                  <a:lnTo>
                    <a:pt x="89" y="65"/>
                  </a:lnTo>
                  <a:lnTo>
                    <a:pt x="89" y="49"/>
                  </a:lnTo>
                  <a:close/>
                  <a:moveTo>
                    <a:pt x="16" y="97"/>
                  </a:moveTo>
                  <a:lnTo>
                    <a:pt x="32" y="97"/>
                  </a:lnTo>
                  <a:lnTo>
                    <a:pt x="32" y="113"/>
                  </a:lnTo>
                  <a:lnTo>
                    <a:pt x="16" y="113"/>
                  </a:lnTo>
                  <a:lnTo>
                    <a:pt x="16" y="97"/>
                  </a:lnTo>
                  <a:close/>
                  <a:moveTo>
                    <a:pt x="41" y="97"/>
                  </a:moveTo>
                  <a:lnTo>
                    <a:pt x="57" y="97"/>
                  </a:lnTo>
                  <a:lnTo>
                    <a:pt x="57" y="113"/>
                  </a:lnTo>
                  <a:lnTo>
                    <a:pt x="41" y="113"/>
                  </a:lnTo>
                  <a:lnTo>
                    <a:pt x="41" y="97"/>
                  </a:lnTo>
                  <a:close/>
                  <a:moveTo>
                    <a:pt x="66" y="97"/>
                  </a:moveTo>
                  <a:lnTo>
                    <a:pt x="82" y="97"/>
                  </a:lnTo>
                  <a:lnTo>
                    <a:pt x="82" y="113"/>
                  </a:lnTo>
                  <a:lnTo>
                    <a:pt x="66" y="113"/>
                  </a:lnTo>
                  <a:lnTo>
                    <a:pt x="66" y="97"/>
                  </a:lnTo>
                  <a:close/>
                  <a:moveTo>
                    <a:pt x="41" y="72"/>
                  </a:moveTo>
                  <a:lnTo>
                    <a:pt x="57" y="72"/>
                  </a:lnTo>
                  <a:lnTo>
                    <a:pt x="57" y="88"/>
                  </a:lnTo>
                  <a:lnTo>
                    <a:pt x="41" y="88"/>
                  </a:lnTo>
                  <a:lnTo>
                    <a:pt x="41" y="72"/>
                  </a:lnTo>
                  <a:close/>
                  <a:moveTo>
                    <a:pt x="66" y="72"/>
                  </a:moveTo>
                  <a:lnTo>
                    <a:pt x="82" y="72"/>
                  </a:lnTo>
                  <a:lnTo>
                    <a:pt x="82" y="88"/>
                  </a:lnTo>
                  <a:lnTo>
                    <a:pt x="66" y="88"/>
                  </a:lnTo>
                  <a:lnTo>
                    <a:pt x="66" y="72"/>
                  </a:lnTo>
                  <a:close/>
                  <a:moveTo>
                    <a:pt x="89" y="72"/>
                  </a:moveTo>
                  <a:lnTo>
                    <a:pt x="105" y="72"/>
                  </a:lnTo>
                  <a:lnTo>
                    <a:pt x="105" y="88"/>
                  </a:lnTo>
                  <a:lnTo>
                    <a:pt x="89" y="88"/>
                  </a:lnTo>
                  <a:lnTo>
                    <a:pt x="89" y="72"/>
                  </a:lnTo>
                  <a:close/>
                  <a:moveTo>
                    <a:pt x="16" y="72"/>
                  </a:moveTo>
                  <a:lnTo>
                    <a:pt x="32" y="72"/>
                  </a:lnTo>
                  <a:lnTo>
                    <a:pt x="32" y="88"/>
                  </a:lnTo>
                  <a:lnTo>
                    <a:pt x="16" y="88"/>
                  </a:lnTo>
                  <a:lnTo>
                    <a:pt x="16" y="72"/>
                  </a:lnTo>
                  <a:close/>
                  <a:moveTo>
                    <a:pt x="105" y="0"/>
                  </a:moveTo>
                  <a:lnTo>
                    <a:pt x="105" y="9"/>
                  </a:lnTo>
                  <a:lnTo>
                    <a:pt x="89" y="9"/>
                  </a:lnTo>
                  <a:lnTo>
                    <a:pt x="89" y="0"/>
                  </a:lnTo>
                  <a:lnTo>
                    <a:pt x="32" y="0"/>
                  </a:lnTo>
                  <a:lnTo>
                    <a:pt x="32" y="9"/>
                  </a:lnTo>
                  <a:lnTo>
                    <a:pt x="16" y="9"/>
                  </a:lnTo>
                  <a:lnTo>
                    <a:pt x="16" y="0"/>
                  </a:lnTo>
                  <a:lnTo>
                    <a:pt x="0" y="0"/>
                  </a:lnTo>
                  <a:lnTo>
                    <a:pt x="0" y="129"/>
                  </a:lnTo>
                  <a:lnTo>
                    <a:pt x="122" y="129"/>
                  </a:lnTo>
                  <a:lnTo>
                    <a:pt x="122" y="0"/>
                  </a:lnTo>
                  <a:lnTo>
                    <a:pt x="105" y="0"/>
                  </a:lnTo>
                  <a:close/>
                  <a:moveTo>
                    <a:pt x="113" y="120"/>
                  </a:moveTo>
                  <a:lnTo>
                    <a:pt x="9" y="120"/>
                  </a:lnTo>
                  <a:lnTo>
                    <a:pt x="9" y="32"/>
                  </a:lnTo>
                  <a:lnTo>
                    <a:pt x="113" y="32"/>
                  </a:lnTo>
                  <a:lnTo>
                    <a:pt x="113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1" name="Freeform 83"/>
            <p:cNvSpPr>
              <a:spLocks noEditPoints="1"/>
            </p:cNvSpPr>
            <p:nvPr/>
          </p:nvSpPr>
          <p:spPr bwMode="auto">
            <a:xfrm>
              <a:off x="3920" y="2137"/>
              <a:ext cx="103" cy="103"/>
            </a:xfrm>
            <a:custGeom>
              <a:avLst/>
              <a:gdLst>
                <a:gd name="T0" fmla="*/ 42 w 84"/>
                <a:gd name="T1" fmla="*/ 0 h 84"/>
                <a:gd name="T2" fmla="*/ 0 w 84"/>
                <a:gd name="T3" fmla="*/ 42 h 84"/>
                <a:gd name="T4" fmla="*/ 42 w 84"/>
                <a:gd name="T5" fmla="*/ 84 h 84"/>
                <a:gd name="T6" fmla="*/ 84 w 84"/>
                <a:gd name="T7" fmla="*/ 42 h 84"/>
                <a:gd name="T8" fmla="*/ 42 w 84"/>
                <a:gd name="T9" fmla="*/ 0 h 84"/>
                <a:gd name="T10" fmla="*/ 42 w 84"/>
                <a:gd name="T11" fmla="*/ 76 h 84"/>
                <a:gd name="T12" fmla="*/ 8 w 84"/>
                <a:gd name="T13" fmla="*/ 42 h 84"/>
                <a:gd name="T14" fmla="*/ 42 w 84"/>
                <a:gd name="T15" fmla="*/ 8 h 84"/>
                <a:gd name="T16" fmla="*/ 76 w 84"/>
                <a:gd name="T17" fmla="*/ 42 h 84"/>
                <a:gd name="T18" fmla="*/ 42 w 84"/>
                <a:gd name="T19" fmla="*/ 76 h 84"/>
                <a:gd name="T20" fmla="*/ 26 w 84"/>
                <a:gd name="T21" fmla="*/ 26 h 84"/>
                <a:gd name="T22" fmla="*/ 58 w 84"/>
                <a:gd name="T23" fmla="*/ 26 h 84"/>
                <a:gd name="T24" fmla="*/ 58 w 84"/>
                <a:gd name="T25" fmla="*/ 58 h 84"/>
                <a:gd name="T26" fmla="*/ 26 w 84"/>
                <a:gd name="T27" fmla="*/ 58 h 84"/>
                <a:gd name="T28" fmla="*/ 26 w 84"/>
                <a:gd name="T29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84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65"/>
                    <a:pt x="19" y="84"/>
                    <a:pt x="42" y="84"/>
                  </a:cubicBezTo>
                  <a:cubicBezTo>
                    <a:pt x="65" y="84"/>
                    <a:pt x="84" y="65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lose/>
                  <a:moveTo>
                    <a:pt x="42" y="76"/>
                  </a:moveTo>
                  <a:cubicBezTo>
                    <a:pt x="23" y="76"/>
                    <a:pt x="8" y="61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6" y="23"/>
                    <a:pt x="76" y="42"/>
                  </a:cubicBezTo>
                  <a:cubicBezTo>
                    <a:pt x="76" y="61"/>
                    <a:pt x="61" y="76"/>
                    <a:pt x="42" y="76"/>
                  </a:cubicBezTo>
                  <a:close/>
                  <a:moveTo>
                    <a:pt x="26" y="26"/>
                  </a:moveTo>
                  <a:cubicBezTo>
                    <a:pt x="58" y="26"/>
                    <a:pt x="58" y="26"/>
                    <a:pt x="58" y="26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26" y="58"/>
                    <a:pt x="26" y="58"/>
                    <a:pt x="26" y="58"/>
                  </a:cubicBezTo>
                  <a:lnTo>
                    <a:pt x="26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2" name="Freeform 84"/>
            <p:cNvSpPr>
              <a:spLocks noEditPoints="1"/>
            </p:cNvSpPr>
            <p:nvPr/>
          </p:nvSpPr>
          <p:spPr bwMode="auto">
            <a:xfrm>
              <a:off x="3770" y="2122"/>
              <a:ext cx="180" cy="179"/>
            </a:xfrm>
            <a:custGeom>
              <a:avLst/>
              <a:gdLst>
                <a:gd name="T0" fmla="*/ 140 w 146"/>
                <a:gd name="T1" fmla="*/ 123 h 146"/>
                <a:gd name="T2" fmla="*/ 106 w 146"/>
                <a:gd name="T3" fmla="*/ 94 h 146"/>
                <a:gd name="T4" fmla="*/ 96 w 146"/>
                <a:gd name="T5" fmla="*/ 89 h 146"/>
                <a:gd name="T6" fmla="*/ 109 w 146"/>
                <a:gd name="T7" fmla="*/ 54 h 146"/>
                <a:gd name="T8" fmla="*/ 54 w 146"/>
                <a:gd name="T9" fmla="*/ 0 h 146"/>
                <a:gd name="T10" fmla="*/ 0 w 146"/>
                <a:gd name="T11" fmla="*/ 54 h 146"/>
                <a:gd name="T12" fmla="*/ 54 w 146"/>
                <a:gd name="T13" fmla="*/ 108 h 146"/>
                <a:gd name="T14" fmla="*/ 90 w 146"/>
                <a:gd name="T15" fmla="*/ 95 h 146"/>
                <a:gd name="T16" fmla="*/ 94 w 146"/>
                <a:gd name="T17" fmla="*/ 106 h 146"/>
                <a:gd name="T18" fmla="*/ 123 w 146"/>
                <a:gd name="T19" fmla="*/ 140 h 146"/>
                <a:gd name="T20" fmla="*/ 141 w 146"/>
                <a:gd name="T21" fmla="*/ 141 h 146"/>
                <a:gd name="T22" fmla="*/ 140 w 146"/>
                <a:gd name="T23" fmla="*/ 123 h 146"/>
                <a:gd name="T24" fmla="*/ 54 w 146"/>
                <a:gd name="T25" fmla="*/ 90 h 146"/>
                <a:gd name="T26" fmla="*/ 18 w 146"/>
                <a:gd name="T27" fmla="*/ 54 h 146"/>
                <a:gd name="T28" fmla="*/ 54 w 146"/>
                <a:gd name="T29" fmla="*/ 18 h 146"/>
                <a:gd name="T30" fmla="*/ 91 w 146"/>
                <a:gd name="T31" fmla="*/ 54 h 146"/>
                <a:gd name="T32" fmla="*/ 54 w 146"/>
                <a:gd name="T33" fmla="*/ 90 h 146"/>
                <a:gd name="T34" fmla="*/ 63 w 146"/>
                <a:gd name="T35" fmla="*/ 27 h 146"/>
                <a:gd name="T36" fmla="*/ 45 w 146"/>
                <a:gd name="T37" fmla="*/ 27 h 146"/>
                <a:gd name="T38" fmla="*/ 45 w 146"/>
                <a:gd name="T39" fmla="*/ 45 h 146"/>
                <a:gd name="T40" fmla="*/ 27 w 146"/>
                <a:gd name="T41" fmla="*/ 45 h 146"/>
                <a:gd name="T42" fmla="*/ 27 w 146"/>
                <a:gd name="T43" fmla="*/ 63 h 146"/>
                <a:gd name="T44" fmla="*/ 45 w 146"/>
                <a:gd name="T45" fmla="*/ 63 h 146"/>
                <a:gd name="T46" fmla="*/ 45 w 146"/>
                <a:gd name="T47" fmla="*/ 81 h 146"/>
                <a:gd name="T48" fmla="*/ 63 w 146"/>
                <a:gd name="T49" fmla="*/ 81 h 146"/>
                <a:gd name="T50" fmla="*/ 63 w 146"/>
                <a:gd name="T51" fmla="*/ 63 h 146"/>
                <a:gd name="T52" fmla="*/ 81 w 146"/>
                <a:gd name="T53" fmla="*/ 63 h 146"/>
                <a:gd name="T54" fmla="*/ 81 w 146"/>
                <a:gd name="T55" fmla="*/ 45 h 146"/>
                <a:gd name="T56" fmla="*/ 63 w 146"/>
                <a:gd name="T57" fmla="*/ 45 h 146"/>
                <a:gd name="T58" fmla="*/ 63 w 146"/>
                <a:gd name="T59" fmla="*/ 2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6" h="146">
                  <a:moveTo>
                    <a:pt x="140" y="123"/>
                  </a:moveTo>
                  <a:cubicBezTo>
                    <a:pt x="106" y="94"/>
                    <a:pt x="106" y="94"/>
                    <a:pt x="106" y="94"/>
                  </a:cubicBezTo>
                  <a:cubicBezTo>
                    <a:pt x="103" y="90"/>
                    <a:pt x="99" y="89"/>
                    <a:pt x="96" y="89"/>
                  </a:cubicBezTo>
                  <a:cubicBezTo>
                    <a:pt x="104" y="80"/>
                    <a:pt x="109" y="67"/>
                    <a:pt x="109" y="54"/>
                  </a:cubicBezTo>
                  <a:cubicBezTo>
                    <a:pt x="109" y="24"/>
                    <a:pt x="8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84"/>
                    <a:pt x="24" y="108"/>
                    <a:pt x="54" y="108"/>
                  </a:cubicBezTo>
                  <a:cubicBezTo>
                    <a:pt x="68" y="108"/>
                    <a:pt x="80" y="103"/>
                    <a:pt x="90" y="95"/>
                  </a:cubicBezTo>
                  <a:cubicBezTo>
                    <a:pt x="89" y="98"/>
                    <a:pt x="91" y="102"/>
                    <a:pt x="94" y="106"/>
                  </a:cubicBezTo>
                  <a:cubicBezTo>
                    <a:pt x="123" y="140"/>
                    <a:pt x="123" y="140"/>
                    <a:pt x="123" y="140"/>
                  </a:cubicBezTo>
                  <a:cubicBezTo>
                    <a:pt x="128" y="145"/>
                    <a:pt x="136" y="146"/>
                    <a:pt x="141" y="141"/>
                  </a:cubicBezTo>
                  <a:cubicBezTo>
                    <a:pt x="146" y="136"/>
                    <a:pt x="146" y="128"/>
                    <a:pt x="140" y="123"/>
                  </a:cubicBezTo>
                  <a:close/>
                  <a:moveTo>
                    <a:pt x="54" y="90"/>
                  </a:moveTo>
                  <a:cubicBezTo>
                    <a:pt x="34" y="90"/>
                    <a:pt x="18" y="74"/>
                    <a:pt x="18" y="54"/>
                  </a:cubicBezTo>
                  <a:cubicBezTo>
                    <a:pt x="18" y="34"/>
                    <a:pt x="34" y="18"/>
                    <a:pt x="54" y="18"/>
                  </a:cubicBezTo>
                  <a:cubicBezTo>
                    <a:pt x="74" y="18"/>
                    <a:pt x="91" y="34"/>
                    <a:pt x="91" y="54"/>
                  </a:cubicBezTo>
                  <a:cubicBezTo>
                    <a:pt x="91" y="74"/>
                    <a:pt x="74" y="90"/>
                    <a:pt x="54" y="90"/>
                  </a:cubicBezTo>
                  <a:close/>
                  <a:moveTo>
                    <a:pt x="63" y="27"/>
                  </a:moveTo>
                  <a:cubicBezTo>
                    <a:pt x="45" y="27"/>
                    <a:pt x="45" y="27"/>
                    <a:pt x="45" y="27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45" y="63"/>
                    <a:pt x="45" y="63"/>
                    <a:pt x="45" y="63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81" y="63"/>
                    <a:pt x="81" y="63"/>
                    <a:pt x="81" y="63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63" y="45"/>
                    <a:pt x="63" y="45"/>
                    <a:pt x="63" y="45"/>
                  </a:cubicBezTo>
                  <a:lnTo>
                    <a:pt x="6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3" name="Freeform 85"/>
            <p:cNvSpPr>
              <a:spLocks noEditPoints="1"/>
            </p:cNvSpPr>
            <p:nvPr/>
          </p:nvSpPr>
          <p:spPr bwMode="auto">
            <a:xfrm>
              <a:off x="4006" y="2444"/>
              <a:ext cx="105" cy="105"/>
            </a:xfrm>
            <a:custGeom>
              <a:avLst/>
              <a:gdLst>
                <a:gd name="T0" fmla="*/ 16 w 85"/>
                <a:gd name="T1" fmla="*/ 49 h 86"/>
                <a:gd name="T2" fmla="*/ 16 w 85"/>
                <a:gd name="T3" fmla="*/ 86 h 86"/>
                <a:gd name="T4" fmla="*/ 18 w 85"/>
                <a:gd name="T5" fmla="*/ 86 h 86"/>
                <a:gd name="T6" fmla="*/ 21 w 85"/>
                <a:gd name="T7" fmla="*/ 86 h 86"/>
                <a:gd name="T8" fmla="*/ 21 w 85"/>
                <a:gd name="T9" fmla="*/ 49 h 86"/>
                <a:gd name="T10" fmla="*/ 18 w 85"/>
                <a:gd name="T11" fmla="*/ 49 h 86"/>
                <a:gd name="T12" fmla="*/ 16 w 85"/>
                <a:gd name="T13" fmla="*/ 49 h 86"/>
                <a:gd name="T14" fmla="*/ 64 w 85"/>
                <a:gd name="T15" fmla="*/ 49 h 86"/>
                <a:gd name="T16" fmla="*/ 64 w 85"/>
                <a:gd name="T17" fmla="*/ 86 h 86"/>
                <a:gd name="T18" fmla="*/ 67 w 85"/>
                <a:gd name="T19" fmla="*/ 86 h 86"/>
                <a:gd name="T20" fmla="*/ 69 w 85"/>
                <a:gd name="T21" fmla="*/ 86 h 86"/>
                <a:gd name="T22" fmla="*/ 69 w 85"/>
                <a:gd name="T23" fmla="*/ 49 h 86"/>
                <a:gd name="T24" fmla="*/ 67 w 85"/>
                <a:gd name="T25" fmla="*/ 49 h 86"/>
                <a:gd name="T26" fmla="*/ 64 w 85"/>
                <a:gd name="T27" fmla="*/ 49 h 86"/>
                <a:gd name="T28" fmla="*/ 85 w 85"/>
                <a:gd name="T29" fmla="*/ 43 h 86"/>
                <a:gd name="T30" fmla="*/ 42 w 85"/>
                <a:gd name="T31" fmla="*/ 0 h 86"/>
                <a:gd name="T32" fmla="*/ 0 w 85"/>
                <a:gd name="T33" fmla="*/ 43 h 86"/>
                <a:gd name="T34" fmla="*/ 2 w 85"/>
                <a:gd name="T35" fmla="*/ 58 h 86"/>
                <a:gd name="T36" fmla="*/ 0 w 85"/>
                <a:gd name="T37" fmla="*/ 67 h 86"/>
                <a:gd name="T38" fmla="*/ 10 w 85"/>
                <a:gd name="T39" fmla="*/ 84 h 86"/>
                <a:gd name="T40" fmla="*/ 10 w 85"/>
                <a:gd name="T41" fmla="*/ 50 h 86"/>
                <a:gd name="T42" fmla="*/ 6 w 85"/>
                <a:gd name="T43" fmla="*/ 53 h 86"/>
                <a:gd name="T44" fmla="*/ 5 w 85"/>
                <a:gd name="T45" fmla="*/ 46 h 86"/>
                <a:gd name="T46" fmla="*/ 42 w 85"/>
                <a:gd name="T47" fmla="*/ 8 h 86"/>
                <a:gd name="T48" fmla="*/ 80 w 85"/>
                <a:gd name="T49" fmla="*/ 46 h 86"/>
                <a:gd name="T50" fmla="*/ 79 w 85"/>
                <a:gd name="T51" fmla="*/ 53 h 86"/>
                <a:gd name="T52" fmla="*/ 75 w 85"/>
                <a:gd name="T53" fmla="*/ 50 h 86"/>
                <a:gd name="T54" fmla="*/ 75 w 85"/>
                <a:gd name="T55" fmla="*/ 84 h 86"/>
                <a:gd name="T56" fmla="*/ 85 w 85"/>
                <a:gd name="T57" fmla="*/ 67 h 86"/>
                <a:gd name="T58" fmla="*/ 83 w 85"/>
                <a:gd name="T59" fmla="*/ 58 h 86"/>
                <a:gd name="T60" fmla="*/ 85 w 85"/>
                <a:gd name="T61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5" h="86">
                  <a:moveTo>
                    <a:pt x="16" y="49"/>
                  </a:moveTo>
                  <a:cubicBezTo>
                    <a:pt x="16" y="86"/>
                    <a:pt x="16" y="86"/>
                    <a:pt x="16" y="86"/>
                  </a:cubicBezTo>
                  <a:cubicBezTo>
                    <a:pt x="17" y="86"/>
                    <a:pt x="17" y="86"/>
                    <a:pt x="18" y="86"/>
                  </a:cubicBezTo>
                  <a:cubicBezTo>
                    <a:pt x="21" y="86"/>
                    <a:pt x="21" y="86"/>
                    <a:pt x="21" y="8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7" y="49"/>
                    <a:pt x="17" y="49"/>
                    <a:pt x="16" y="49"/>
                  </a:cubicBezTo>
                  <a:close/>
                  <a:moveTo>
                    <a:pt x="64" y="49"/>
                  </a:moveTo>
                  <a:cubicBezTo>
                    <a:pt x="64" y="86"/>
                    <a:pt x="64" y="86"/>
                    <a:pt x="64" y="86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8" y="86"/>
                    <a:pt x="68" y="86"/>
                    <a:pt x="69" y="86"/>
                  </a:cubicBezTo>
                  <a:cubicBezTo>
                    <a:pt x="69" y="49"/>
                    <a:pt x="69" y="49"/>
                    <a:pt x="69" y="49"/>
                  </a:cubicBezTo>
                  <a:cubicBezTo>
                    <a:pt x="68" y="49"/>
                    <a:pt x="68" y="49"/>
                    <a:pt x="67" y="49"/>
                  </a:cubicBezTo>
                  <a:lnTo>
                    <a:pt x="64" y="49"/>
                  </a:lnTo>
                  <a:close/>
                  <a:moveTo>
                    <a:pt x="85" y="43"/>
                  </a:moveTo>
                  <a:cubicBezTo>
                    <a:pt x="85" y="19"/>
                    <a:pt x="66" y="0"/>
                    <a:pt x="42" y="0"/>
                  </a:cubicBezTo>
                  <a:cubicBezTo>
                    <a:pt x="19" y="0"/>
                    <a:pt x="0" y="19"/>
                    <a:pt x="0" y="43"/>
                  </a:cubicBezTo>
                  <a:cubicBezTo>
                    <a:pt x="0" y="48"/>
                    <a:pt x="0" y="53"/>
                    <a:pt x="2" y="58"/>
                  </a:cubicBezTo>
                  <a:cubicBezTo>
                    <a:pt x="0" y="61"/>
                    <a:pt x="0" y="64"/>
                    <a:pt x="0" y="67"/>
                  </a:cubicBezTo>
                  <a:cubicBezTo>
                    <a:pt x="0" y="75"/>
                    <a:pt x="4" y="81"/>
                    <a:pt x="10" y="84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9" y="51"/>
                    <a:pt x="7" y="52"/>
                    <a:pt x="6" y="53"/>
                  </a:cubicBezTo>
                  <a:cubicBezTo>
                    <a:pt x="5" y="51"/>
                    <a:pt x="5" y="48"/>
                    <a:pt x="5" y="46"/>
                  </a:cubicBezTo>
                  <a:cubicBezTo>
                    <a:pt x="5" y="25"/>
                    <a:pt x="22" y="8"/>
                    <a:pt x="42" y="8"/>
                  </a:cubicBezTo>
                  <a:cubicBezTo>
                    <a:pt x="63" y="8"/>
                    <a:pt x="80" y="25"/>
                    <a:pt x="80" y="46"/>
                  </a:cubicBezTo>
                  <a:cubicBezTo>
                    <a:pt x="80" y="48"/>
                    <a:pt x="80" y="51"/>
                    <a:pt x="79" y="53"/>
                  </a:cubicBezTo>
                  <a:cubicBezTo>
                    <a:pt x="78" y="52"/>
                    <a:pt x="76" y="51"/>
                    <a:pt x="75" y="50"/>
                  </a:cubicBezTo>
                  <a:cubicBezTo>
                    <a:pt x="75" y="84"/>
                    <a:pt x="75" y="84"/>
                    <a:pt x="75" y="84"/>
                  </a:cubicBezTo>
                  <a:cubicBezTo>
                    <a:pt x="81" y="81"/>
                    <a:pt x="85" y="75"/>
                    <a:pt x="85" y="67"/>
                  </a:cubicBezTo>
                  <a:cubicBezTo>
                    <a:pt x="85" y="64"/>
                    <a:pt x="84" y="61"/>
                    <a:pt x="83" y="58"/>
                  </a:cubicBezTo>
                  <a:cubicBezTo>
                    <a:pt x="85" y="53"/>
                    <a:pt x="85" y="48"/>
                    <a:pt x="85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4" name="Freeform 86"/>
            <p:cNvSpPr>
              <a:spLocks noEditPoints="1"/>
            </p:cNvSpPr>
            <p:nvPr/>
          </p:nvSpPr>
          <p:spPr bwMode="auto">
            <a:xfrm>
              <a:off x="3848" y="2314"/>
              <a:ext cx="128" cy="129"/>
            </a:xfrm>
            <a:custGeom>
              <a:avLst/>
              <a:gdLst>
                <a:gd name="T0" fmla="*/ 52 w 104"/>
                <a:gd name="T1" fmla="*/ 0 h 105"/>
                <a:gd name="T2" fmla="*/ 0 w 104"/>
                <a:gd name="T3" fmla="*/ 53 h 105"/>
                <a:gd name="T4" fmla="*/ 52 w 104"/>
                <a:gd name="T5" fmla="*/ 105 h 105"/>
                <a:gd name="T6" fmla="*/ 104 w 104"/>
                <a:gd name="T7" fmla="*/ 53 h 105"/>
                <a:gd name="T8" fmla="*/ 52 w 104"/>
                <a:gd name="T9" fmla="*/ 0 h 105"/>
                <a:gd name="T10" fmla="*/ 32 w 104"/>
                <a:gd name="T11" fmla="*/ 53 h 105"/>
                <a:gd name="T12" fmla="*/ 52 w 104"/>
                <a:gd name="T13" fmla="*/ 33 h 105"/>
                <a:gd name="T14" fmla="*/ 72 w 104"/>
                <a:gd name="T15" fmla="*/ 53 h 105"/>
                <a:gd name="T16" fmla="*/ 52 w 104"/>
                <a:gd name="T17" fmla="*/ 72 h 105"/>
                <a:gd name="T18" fmla="*/ 32 w 104"/>
                <a:gd name="T19" fmla="*/ 53 h 105"/>
                <a:gd name="T20" fmla="*/ 94 w 104"/>
                <a:gd name="T21" fmla="*/ 70 h 105"/>
                <a:gd name="T22" fmla="*/ 94 w 104"/>
                <a:gd name="T23" fmla="*/ 70 h 105"/>
                <a:gd name="T24" fmla="*/ 76 w 104"/>
                <a:gd name="T25" fmla="*/ 63 h 105"/>
                <a:gd name="T26" fmla="*/ 78 w 104"/>
                <a:gd name="T27" fmla="*/ 53 h 105"/>
                <a:gd name="T28" fmla="*/ 76 w 104"/>
                <a:gd name="T29" fmla="*/ 43 h 105"/>
                <a:gd name="T30" fmla="*/ 89 w 104"/>
                <a:gd name="T31" fmla="*/ 37 h 105"/>
                <a:gd name="T32" fmla="*/ 94 w 104"/>
                <a:gd name="T33" fmla="*/ 35 h 105"/>
                <a:gd name="T34" fmla="*/ 98 w 104"/>
                <a:gd name="T35" fmla="*/ 53 h 105"/>
                <a:gd name="T36" fmla="*/ 94 w 104"/>
                <a:gd name="T37" fmla="*/ 70 h 105"/>
                <a:gd name="T38" fmla="*/ 69 w 104"/>
                <a:gd name="T39" fmla="*/ 10 h 105"/>
                <a:gd name="T40" fmla="*/ 69 w 104"/>
                <a:gd name="T41" fmla="*/ 10 h 105"/>
                <a:gd name="T42" fmla="*/ 69 w 104"/>
                <a:gd name="T43" fmla="*/ 10 h 105"/>
                <a:gd name="T44" fmla="*/ 62 w 104"/>
                <a:gd name="T45" fmla="*/ 28 h 105"/>
                <a:gd name="T46" fmla="*/ 52 w 104"/>
                <a:gd name="T47" fmla="*/ 26 h 105"/>
                <a:gd name="T48" fmla="*/ 42 w 104"/>
                <a:gd name="T49" fmla="*/ 28 h 105"/>
                <a:gd name="T50" fmla="*/ 38 w 104"/>
                <a:gd name="T51" fmla="*/ 20 h 105"/>
                <a:gd name="T52" fmla="*/ 35 w 104"/>
                <a:gd name="T53" fmla="*/ 10 h 105"/>
                <a:gd name="T54" fmla="*/ 52 w 104"/>
                <a:gd name="T55" fmla="*/ 7 h 105"/>
                <a:gd name="T56" fmla="*/ 69 w 104"/>
                <a:gd name="T57" fmla="*/ 10 h 105"/>
                <a:gd name="T58" fmla="*/ 10 w 104"/>
                <a:gd name="T59" fmla="*/ 35 h 105"/>
                <a:gd name="T60" fmla="*/ 19 w 104"/>
                <a:gd name="T61" fmla="*/ 39 h 105"/>
                <a:gd name="T62" fmla="*/ 28 w 104"/>
                <a:gd name="T63" fmla="*/ 43 h 105"/>
                <a:gd name="T64" fmla="*/ 26 w 104"/>
                <a:gd name="T65" fmla="*/ 53 h 105"/>
                <a:gd name="T66" fmla="*/ 28 w 104"/>
                <a:gd name="T67" fmla="*/ 63 h 105"/>
                <a:gd name="T68" fmla="*/ 10 w 104"/>
                <a:gd name="T69" fmla="*/ 70 h 105"/>
                <a:gd name="T70" fmla="*/ 6 w 104"/>
                <a:gd name="T71" fmla="*/ 53 h 105"/>
                <a:gd name="T72" fmla="*/ 10 w 104"/>
                <a:gd name="T73" fmla="*/ 35 h 105"/>
                <a:gd name="T74" fmla="*/ 35 w 104"/>
                <a:gd name="T75" fmla="*/ 95 h 105"/>
                <a:gd name="T76" fmla="*/ 37 w 104"/>
                <a:gd name="T77" fmla="*/ 89 h 105"/>
                <a:gd name="T78" fmla="*/ 42 w 104"/>
                <a:gd name="T79" fmla="*/ 77 h 105"/>
                <a:gd name="T80" fmla="*/ 52 w 104"/>
                <a:gd name="T81" fmla="*/ 79 h 105"/>
                <a:gd name="T82" fmla="*/ 62 w 104"/>
                <a:gd name="T83" fmla="*/ 77 h 105"/>
                <a:gd name="T84" fmla="*/ 69 w 104"/>
                <a:gd name="T85" fmla="*/ 95 h 105"/>
                <a:gd name="T86" fmla="*/ 69 w 104"/>
                <a:gd name="T87" fmla="*/ 95 h 105"/>
                <a:gd name="T88" fmla="*/ 69 w 104"/>
                <a:gd name="T89" fmla="*/ 95 h 105"/>
                <a:gd name="T90" fmla="*/ 52 w 104"/>
                <a:gd name="T91" fmla="*/ 98 h 105"/>
                <a:gd name="T92" fmla="*/ 35 w 104"/>
                <a:gd name="T93" fmla="*/ 9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4" h="105">
                  <a:moveTo>
                    <a:pt x="52" y="0"/>
                  </a:moveTo>
                  <a:cubicBezTo>
                    <a:pt x="23" y="0"/>
                    <a:pt x="0" y="24"/>
                    <a:pt x="0" y="53"/>
                  </a:cubicBezTo>
                  <a:cubicBezTo>
                    <a:pt x="0" y="81"/>
                    <a:pt x="23" y="105"/>
                    <a:pt x="52" y="105"/>
                  </a:cubicBezTo>
                  <a:cubicBezTo>
                    <a:pt x="81" y="105"/>
                    <a:pt x="104" y="81"/>
                    <a:pt x="104" y="53"/>
                  </a:cubicBezTo>
                  <a:cubicBezTo>
                    <a:pt x="104" y="24"/>
                    <a:pt x="81" y="0"/>
                    <a:pt x="52" y="0"/>
                  </a:cubicBezTo>
                  <a:close/>
                  <a:moveTo>
                    <a:pt x="32" y="53"/>
                  </a:moveTo>
                  <a:cubicBezTo>
                    <a:pt x="32" y="42"/>
                    <a:pt x="41" y="33"/>
                    <a:pt x="52" y="33"/>
                  </a:cubicBezTo>
                  <a:cubicBezTo>
                    <a:pt x="63" y="33"/>
                    <a:pt x="72" y="42"/>
                    <a:pt x="72" y="53"/>
                  </a:cubicBezTo>
                  <a:cubicBezTo>
                    <a:pt x="72" y="63"/>
                    <a:pt x="63" y="72"/>
                    <a:pt x="52" y="72"/>
                  </a:cubicBezTo>
                  <a:cubicBezTo>
                    <a:pt x="41" y="72"/>
                    <a:pt x="32" y="63"/>
                    <a:pt x="32" y="53"/>
                  </a:cubicBezTo>
                  <a:close/>
                  <a:moveTo>
                    <a:pt x="94" y="70"/>
                  </a:moveTo>
                  <a:cubicBezTo>
                    <a:pt x="94" y="70"/>
                    <a:pt x="94" y="70"/>
                    <a:pt x="94" y="70"/>
                  </a:cubicBezTo>
                  <a:cubicBezTo>
                    <a:pt x="76" y="63"/>
                    <a:pt x="76" y="63"/>
                    <a:pt x="76" y="63"/>
                  </a:cubicBezTo>
                  <a:cubicBezTo>
                    <a:pt x="77" y="59"/>
                    <a:pt x="78" y="56"/>
                    <a:pt x="78" y="53"/>
                  </a:cubicBezTo>
                  <a:cubicBezTo>
                    <a:pt x="78" y="49"/>
                    <a:pt x="77" y="46"/>
                    <a:pt x="76" y="43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6" y="40"/>
                    <a:pt x="98" y="46"/>
                    <a:pt x="98" y="53"/>
                  </a:cubicBezTo>
                  <a:cubicBezTo>
                    <a:pt x="98" y="59"/>
                    <a:pt x="96" y="65"/>
                    <a:pt x="94" y="70"/>
                  </a:cubicBezTo>
                  <a:close/>
                  <a:moveTo>
                    <a:pt x="69" y="10"/>
                  </a:move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59" y="27"/>
                    <a:pt x="56" y="26"/>
                    <a:pt x="52" y="26"/>
                  </a:cubicBezTo>
                  <a:cubicBezTo>
                    <a:pt x="48" y="26"/>
                    <a:pt x="45" y="27"/>
                    <a:pt x="42" y="28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40" y="8"/>
                    <a:pt x="46" y="7"/>
                    <a:pt x="52" y="7"/>
                  </a:cubicBezTo>
                  <a:cubicBezTo>
                    <a:pt x="58" y="7"/>
                    <a:pt x="64" y="8"/>
                    <a:pt x="69" y="10"/>
                  </a:cubicBezTo>
                  <a:close/>
                  <a:moveTo>
                    <a:pt x="10" y="35"/>
                  </a:moveTo>
                  <a:cubicBezTo>
                    <a:pt x="19" y="39"/>
                    <a:pt x="19" y="39"/>
                    <a:pt x="19" y="39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7" y="46"/>
                    <a:pt x="26" y="49"/>
                    <a:pt x="26" y="53"/>
                  </a:cubicBezTo>
                  <a:cubicBezTo>
                    <a:pt x="26" y="56"/>
                    <a:pt x="27" y="59"/>
                    <a:pt x="28" y="63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65"/>
                    <a:pt x="6" y="59"/>
                    <a:pt x="6" y="53"/>
                  </a:cubicBezTo>
                  <a:cubicBezTo>
                    <a:pt x="6" y="46"/>
                    <a:pt x="8" y="40"/>
                    <a:pt x="10" y="35"/>
                  </a:cubicBezTo>
                  <a:close/>
                  <a:moveTo>
                    <a:pt x="35" y="95"/>
                  </a:moveTo>
                  <a:cubicBezTo>
                    <a:pt x="37" y="89"/>
                    <a:pt x="37" y="89"/>
                    <a:pt x="37" y="89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5" y="78"/>
                    <a:pt x="48" y="79"/>
                    <a:pt x="52" y="79"/>
                  </a:cubicBezTo>
                  <a:cubicBezTo>
                    <a:pt x="56" y="79"/>
                    <a:pt x="59" y="78"/>
                    <a:pt x="62" y="77"/>
                  </a:cubicBezTo>
                  <a:cubicBezTo>
                    <a:pt x="69" y="95"/>
                    <a:pt x="69" y="95"/>
                    <a:pt x="69" y="95"/>
                  </a:cubicBezTo>
                  <a:cubicBezTo>
                    <a:pt x="69" y="95"/>
                    <a:pt x="69" y="95"/>
                    <a:pt x="69" y="95"/>
                  </a:cubicBezTo>
                  <a:cubicBezTo>
                    <a:pt x="69" y="95"/>
                    <a:pt x="69" y="95"/>
                    <a:pt x="69" y="95"/>
                  </a:cubicBezTo>
                  <a:cubicBezTo>
                    <a:pt x="64" y="97"/>
                    <a:pt x="58" y="98"/>
                    <a:pt x="52" y="98"/>
                  </a:cubicBezTo>
                  <a:cubicBezTo>
                    <a:pt x="46" y="98"/>
                    <a:pt x="40" y="97"/>
                    <a:pt x="3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5" name="Freeform 87"/>
            <p:cNvSpPr>
              <a:spLocks/>
            </p:cNvSpPr>
            <p:nvPr/>
          </p:nvSpPr>
          <p:spPr bwMode="auto">
            <a:xfrm>
              <a:off x="3886" y="2470"/>
              <a:ext cx="147" cy="148"/>
            </a:xfrm>
            <a:custGeom>
              <a:avLst/>
              <a:gdLst>
                <a:gd name="T0" fmla="*/ 0 w 120"/>
                <a:gd name="T1" fmla="*/ 70 h 121"/>
                <a:gd name="T2" fmla="*/ 10 w 120"/>
                <a:gd name="T3" fmla="*/ 80 h 121"/>
                <a:gd name="T4" fmla="*/ 20 w 120"/>
                <a:gd name="T5" fmla="*/ 70 h 121"/>
                <a:gd name="T6" fmla="*/ 20 w 120"/>
                <a:gd name="T7" fmla="*/ 34 h 121"/>
                <a:gd name="T8" fmla="*/ 103 w 120"/>
                <a:gd name="T9" fmla="*/ 117 h 121"/>
                <a:gd name="T10" fmla="*/ 117 w 120"/>
                <a:gd name="T11" fmla="*/ 117 h 121"/>
                <a:gd name="T12" fmla="*/ 120 w 120"/>
                <a:gd name="T13" fmla="*/ 110 h 121"/>
                <a:gd name="T14" fmla="*/ 117 w 120"/>
                <a:gd name="T15" fmla="*/ 103 h 121"/>
                <a:gd name="T16" fmla="*/ 34 w 120"/>
                <a:gd name="T17" fmla="*/ 20 h 121"/>
                <a:gd name="T18" fmla="*/ 70 w 120"/>
                <a:gd name="T19" fmla="*/ 20 h 121"/>
                <a:gd name="T20" fmla="*/ 80 w 120"/>
                <a:gd name="T21" fmla="*/ 10 h 121"/>
                <a:gd name="T22" fmla="*/ 70 w 120"/>
                <a:gd name="T23" fmla="*/ 0 h 121"/>
                <a:gd name="T24" fmla="*/ 0 w 120"/>
                <a:gd name="T25" fmla="*/ 0 h 121"/>
                <a:gd name="T26" fmla="*/ 0 w 120"/>
                <a:gd name="T27" fmla="*/ 7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121">
                  <a:moveTo>
                    <a:pt x="0" y="70"/>
                  </a:moveTo>
                  <a:cubicBezTo>
                    <a:pt x="0" y="75"/>
                    <a:pt x="4" y="80"/>
                    <a:pt x="10" y="80"/>
                  </a:cubicBezTo>
                  <a:cubicBezTo>
                    <a:pt x="15" y="80"/>
                    <a:pt x="20" y="75"/>
                    <a:pt x="20" y="70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03" y="117"/>
                    <a:pt x="103" y="117"/>
                    <a:pt x="103" y="117"/>
                  </a:cubicBezTo>
                  <a:cubicBezTo>
                    <a:pt x="107" y="121"/>
                    <a:pt x="113" y="121"/>
                    <a:pt x="117" y="117"/>
                  </a:cubicBezTo>
                  <a:cubicBezTo>
                    <a:pt x="119" y="115"/>
                    <a:pt x="120" y="113"/>
                    <a:pt x="120" y="110"/>
                  </a:cubicBezTo>
                  <a:cubicBezTo>
                    <a:pt x="120" y="107"/>
                    <a:pt x="119" y="105"/>
                    <a:pt x="117" y="103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5" y="20"/>
                    <a:pt x="80" y="15"/>
                    <a:pt x="80" y="10"/>
                  </a:cubicBezTo>
                  <a:cubicBezTo>
                    <a:pt x="80" y="4"/>
                    <a:pt x="75" y="0"/>
                    <a:pt x="7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6" name="Freeform 88"/>
            <p:cNvSpPr>
              <a:spLocks noEditPoints="1"/>
            </p:cNvSpPr>
            <p:nvPr/>
          </p:nvSpPr>
          <p:spPr bwMode="auto">
            <a:xfrm>
              <a:off x="3691" y="1983"/>
              <a:ext cx="153" cy="125"/>
            </a:xfrm>
            <a:custGeom>
              <a:avLst/>
              <a:gdLst>
                <a:gd name="T0" fmla="*/ 125 w 125"/>
                <a:gd name="T1" fmla="*/ 55 h 102"/>
                <a:gd name="T2" fmla="*/ 110 w 125"/>
                <a:gd name="T3" fmla="*/ 24 h 102"/>
                <a:gd name="T4" fmla="*/ 86 w 125"/>
                <a:gd name="T5" fmla="*/ 24 h 102"/>
                <a:gd name="T6" fmla="*/ 86 w 125"/>
                <a:gd name="T7" fmla="*/ 8 h 102"/>
                <a:gd name="T8" fmla="*/ 78 w 125"/>
                <a:gd name="T9" fmla="*/ 0 h 102"/>
                <a:gd name="T10" fmla="*/ 8 w 125"/>
                <a:gd name="T11" fmla="*/ 0 h 102"/>
                <a:gd name="T12" fmla="*/ 0 w 125"/>
                <a:gd name="T13" fmla="*/ 8 h 102"/>
                <a:gd name="T14" fmla="*/ 0 w 125"/>
                <a:gd name="T15" fmla="*/ 71 h 102"/>
                <a:gd name="T16" fmla="*/ 8 w 125"/>
                <a:gd name="T17" fmla="*/ 79 h 102"/>
                <a:gd name="T18" fmla="*/ 18 w 125"/>
                <a:gd name="T19" fmla="*/ 79 h 102"/>
                <a:gd name="T20" fmla="*/ 16 w 125"/>
                <a:gd name="T21" fmla="*/ 87 h 102"/>
                <a:gd name="T22" fmla="*/ 31 w 125"/>
                <a:gd name="T23" fmla="*/ 102 h 102"/>
                <a:gd name="T24" fmla="*/ 47 w 125"/>
                <a:gd name="T25" fmla="*/ 87 h 102"/>
                <a:gd name="T26" fmla="*/ 45 w 125"/>
                <a:gd name="T27" fmla="*/ 79 h 102"/>
                <a:gd name="T28" fmla="*/ 88 w 125"/>
                <a:gd name="T29" fmla="*/ 79 h 102"/>
                <a:gd name="T30" fmla="*/ 86 w 125"/>
                <a:gd name="T31" fmla="*/ 87 h 102"/>
                <a:gd name="T32" fmla="*/ 102 w 125"/>
                <a:gd name="T33" fmla="*/ 102 h 102"/>
                <a:gd name="T34" fmla="*/ 118 w 125"/>
                <a:gd name="T35" fmla="*/ 87 h 102"/>
                <a:gd name="T36" fmla="*/ 115 w 125"/>
                <a:gd name="T37" fmla="*/ 79 h 102"/>
                <a:gd name="T38" fmla="*/ 125 w 125"/>
                <a:gd name="T39" fmla="*/ 79 h 102"/>
                <a:gd name="T40" fmla="*/ 125 w 125"/>
                <a:gd name="T41" fmla="*/ 55 h 102"/>
                <a:gd name="T42" fmla="*/ 86 w 125"/>
                <a:gd name="T43" fmla="*/ 55 h 102"/>
                <a:gd name="T44" fmla="*/ 86 w 125"/>
                <a:gd name="T45" fmla="*/ 36 h 102"/>
                <a:gd name="T46" fmla="*/ 102 w 125"/>
                <a:gd name="T47" fmla="*/ 36 h 102"/>
                <a:gd name="T48" fmla="*/ 112 w 125"/>
                <a:gd name="T49" fmla="*/ 55 h 102"/>
                <a:gd name="T50" fmla="*/ 86 w 125"/>
                <a:gd name="T51" fmla="*/ 5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5" h="102">
                  <a:moveTo>
                    <a:pt x="125" y="55"/>
                  </a:moveTo>
                  <a:cubicBezTo>
                    <a:pt x="110" y="24"/>
                    <a:pt x="110" y="24"/>
                    <a:pt x="110" y="24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4"/>
                    <a:pt x="83" y="0"/>
                    <a:pt x="7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6" y="81"/>
                    <a:pt x="16" y="84"/>
                    <a:pt x="16" y="87"/>
                  </a:cubicBezTo>
                  <a:cubicBezTo>
                    <a:pt x="16" y="95"/>
                    <a:pt x="23" y="102"/>
                    <a:pt x="31" y="102"/>
                  </a:cubicBezTo>
                  <a:cubicBezTo>
                    <a:pt x="40" y="102"/>
                    <a:pt x="47" y="95"/>
                    <a:pt x="47" y="87"/>
                  </a:cubicBezTo>
                  <a:cubicBezTo>
                    <a:pt x="47" y="84"/>
                    <a:pt x="46" y="81"/>
                    <a:pt x="45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4"/>
                    <a:pt x="86" y="87"/>
                  </a:cubicBezTo>
                  <a:cubicBezTo>
                    <a:pt x="86" y="95"/>
                    <a:pt x="93" y="102"/>
                    <a:pt x="102" y="102"/>
                  </a:cubicBezTo>
                  <a:cubicBezTo>
                    <a:pt x="111" y="102"/>
                    <a:pt x="118" y="95"/>
                    <a:pt x="118" y="87"/>
                  </a:cubicBezTo>
                  <a:cubicBezTo>
                    <a:pt x="118" y="84"/>
                    <a:pt x="117" y="81"/>
                    <a:pt x="115" y="79"/>
                  </a:cubicBezTo>
                  <a:cubicBezTo>
                    <a:pt x="125" y="79"/>
                    <a:pt x="125" y="79"/>
                    <a:pt x="125" y="79"/>
                  </a:cubicBezTo>
                  <a:lnTo>
                    <a:pt x="125" y="55"/>
                  </a:lnTo>
                  <a:close/>
                  <a:moveTo>
                    <a:pt x="86" y="55"/>
                  </a:moveTo>
                  <a:cubicBezTo>
                    <a:pt x="86" y="36"/>
                    <a:pt x="86" y="36"/>
                    <a:pt x="86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12" y="55"/>
                    <a:pt x="112" y="55"/>
                    <a:pt x="112" y="55"/>
                  </a:cubicBezTo>
                  <a:lnTo>
                    <a:pt x="86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7" name="Freeform 89"/>
            <p:cNvSpPr>
              <a:spLocks noEditPoints="1"/>
            </p:cNvSpPr>
            <p:nvPr/>
          </p:nvSpPr>
          <p:spPr bwMode="auto">
            <a:xfrm>
              <a:off x="3623" y="1836"/>
              <a:ext cx="129" cy="129"/>
            </a:xfrm>
            <a:custGeom>
              <a:avLst/>
              <a:gdLst>
                <a:gd name="T0" fmla="*/ 101 w 105"/>
                <a:gd name="T1" fmla="*/ 29 h 105"/>
                <a:gd name="T2" fmla="*/ 72 w 105"/>
                <a:gd name="T3" fmla="*/ 26 h 105"/>
                <a:gd name="T4" fmla="*/ 89 w 105"/>
                <a:gd name="T5" fmla="*/ 9 h 105"/>
                <a:gd name="T6" fmla="*/ 82 w 105"/>
                <a:gd name="T7" fmla="*/ 3 h 105"/>
                <a:gd name="T8" fmla="*/ 59 w 105"/>
                <a:gd name="T9" fmla="*/ 26 h 105"/>
                <a:gd name="T10" fmla="*/ 53 w 105"/>
                <a:gd name="T11" fmla="*/ 26 h 105"/>
                <a:gd name="T12" fmla="*/ 53 w 105"/>
                <a:gd name="T13" fmla="*/ 26 h 105"/>
                <a:gd name="T14" fmla="*/ 26 w 105"/>
                <a:gd name="T15" fmla="*/ 0 h 105"/>
                <a:gd name="T16" fmla="*/ 20 w 105"/>
                <a:gd name="T17" fmla="*/ 6 h 105"/>
                <a:gd name="T18" fmla="*/ 40 w 105"/>
                <a:gd name="T19" fmla="*/ 26 h 105"/>
                <a:gd name="T20" fmla="*/ 4 w 105"/>
                <a:gd name="T21" fmla="*/ 29 h 105"/>
                <a:gd name="T22" fmla="*/ 0 w 105"/>
                <a:gd name="T23" fmla="*/ 65 h 105"/>
                <a:gd name="T24" fmla="*/ 4 w 105"/>
                <a:gd name="T25" fmla="*/ 101 h 105"/>
                <a:gd name="T26" fmla="*/ 53 w 105"/>
                <a:gd name="T27" fmla="*/ 105 h 105"/>
                <a:gd name="T28" fmla="*/ 101 w 105"/>
                <a:gd name="T29" fmla="*/ 101 h 105"/>
                <a:gd name="T30" fmla="*/ 105 w 105"/>
                <a:gd name="T31" fmla="*/ 65 h 105"/>
                <a:gd name="T32" fmla="*/ 101 w 105"/>
                <a:gd name="T33" fmla="*/ 29 h 105"/>
                <a:gd name="T34" fmla="*/ 89 w 105"/>
                <a:gd name="T35" fmla="*/ 89 h 105"/>
                <a:gd name="T36" fmla="*/ 53 w 105"/>
                <a:gd name="T37" fmla="*/ 92 h 105"/>
                <a:gd name="T38" fmla="*/ 16 w 105"/>
                <a:gd name="T39" fmla="*/ 89 h 105"/>
                <a:gd name="T40" fmla="*/ 13 w 105"/>
                <a:gd name="T41" fmla="*/ 65 h 105"/>
                <a:gd name="T42" fmla="*/ 16 w 105"/>
                <a:gd name="T43" fmla="*/ 41 h 105"/>
                <a:gd name="T44" fmla="*/ 53 w 105"/>
                <a:gd name="T45" fmla="*/ 39 h 105"/>
                <a:gd name="T46" fmla="*/ 89 w 105"/>
                <a:gd name="T47" fmla="*/ 41 h 105"/>
                <a:gd name="T48" fmla="*/ 92 w 105"/>
                <a:gd name="T49" fmla="*/ 65 h 105"/>
                <a:gd name="T50" fmla="*/ 89 w 105"/>
                <a:gd name="T51" fmla="*/ 89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5" h="105">
                  <a:moveTo>
                    <a:pt x="101" y="29"/>
                  </a:moveTo>
                  <a:cubicBezTo>
                    <a:pt x="92" y="28"/>
                    <a:pt x="82" y="27"/>
                    <a:pt x="72" y="26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7" y="26"/>
                    <a:pt x="55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27" y="27"/>
                    <a:pt x="15" y="28"/>
                    <a:pt x="4" y="29"/>
                  </a:cubicBezTo>
                  <a:cubicBezTo>
                    <a:pt x="2" y="40"/>
                    <a:pt x="0" y="52"/>
                    <a:pt x="0" y="65"/>
                  </a:cubicBezTo>
                  <a:cubicBezTo>
                    <a:pt x="0" y="78"/>
                    <a:pt x="2" y="90"/>
                    <a:pt x="4" y="101"/>
                  </a:cubicBezTo>
                  <a:cubicBezTo>
                    <a:pt x="19" y="104"/>
                    <a:pt x="35" y="105"/>
                    <a:pt x="53" y="105"/>
                  </a:cubicBezTo>
                  <a:cubicBezTo>
                    <a:pt x="70" y="105"/>
                    <a:pt x="86" y="104"/>
                    <a:pt x="101" y="101"/>
                  </a:cubicBezTo>
                  <a:cubicBezTo>
                    <a:pt x="104" y="90"/>
                    <a:pt x="105" y="78"/>
                    <a:pt x="105" y="65"/>
                  </a:cubicBezTo>
                  <a:cubicBezTo>
                    <a:pt x="105" y="52"/>
                    <a:pt x="104" y="40"/>
                    <a:pt x="101" y="29"/>
                  </a:cubicBezTo>
                  <a:close/>
                  <a:moveTo>
                    <a:pt x="89" y="89"/>
                  </a:moveTo>
                  <a:cubicBezTo>
                    <a:pt x="78" y="91"/>
                    <a:pt x="65" y="92"/>
                    <a:pt x="53" y="92"/>
                  </a:cubicBezTo>
                  <a:cubicBezTo>
                    <a:pt x="40" y="92"/>
                    <a:pt x="27" y="91"/>
                    <a:pt x="16" y="89"/>
                  </a:cubicBezTo>
                  <a:cubicBezTo>
                    <a:pt x="14" y="82"/>
                    <a:pt x="13" y="74"/>
                    <a:pt x="13" y="65"/>
                  </a:cubicBezTo>
                  <a:cubicBezTo>
                    <a:pt x="13" y="57"/>
                    <a:pt x="14" y="49"/>
                    <a:pt x="16" y="41"/>
                  </a:cubicBezTo>
                  <a:cubicBezTo>
                    <a:pt x="27" y="40"/>
                    <a:pt x="40" y="39"/>
                    <a:pt x="53" y="39"/>
                  </a:cubicBezTo>
                  <a:cubicBezTo>
                    <a:pt x="65" y="39"/>
                    <a:pt x="78" y="40"/>
                    <a:pt x="89" y="41"/>
                  </a:cubicBezTo>
                  <a:cubicBezTo>
                    <a:pt x="91" y="49"/>
                    <a:pt x="92" y="57"/>
                    <a:pt x="92" y="65"/>
                  </a:cubicBezTo>
                  <a:cubicBezTo>
                    <a:pt x="92" y="74"/>
                    <a:pt x="91" y="82"/>
                    <a:pt x="89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8" name="Freeform 90"/>
            <p:cNvSpPr>
              <a:spLocks/>
            </p:cNvSpPr>
            <p:nvPr/>
          </p:nvSpPr>
          <p:spPr bwMode="auto">
            <a:xfrm>
              <a:off x="3632" y="1687"/>
              <a:ext cx="164" cy="134"/>
            </a:xfrm>
            <a:custGeom>
              <a:avLst/>
              <a:gdLst>
                <a:gd name="T0" fmla="*/ 134 w 134"/>
                <a:gd name="T1" fmla="*/ 13 h 109"/>
                <a:gd name="T2" fmla="*/ 118 w 134"/>
                <a:gd name="T3" fmla="*/ 17 h 109"/>
                <a:gd name="T4" fmla="*/ 130 w 134"/>
                <a:gd name="T5" fmla="*/ 2 h 109"/>
                <a:gd name="T6" fmla="*/ 113 w 134"/>
                <a:gd name="T7" fmla="*/ 9 h 109"/>
                <a:gd name="T8" fmla="*/ 93 w 134"/>
                <a:gd name="T9" fmla="*/ 0 h 109"/>
                <a:gd name="T10" fmla="*/ 65 w 134"/>
                <a:gd name="T11" fmla="*/ 27 h 109"/>
                <a:gd name="T12" fmla="*/ 66 w 134"/>
                <a:gd name="T13" fmla="*/ 34 h 109"/>
                <a:gd name="T14" fmla="*/ 10 w 134"/>
                <a:gd name="T15" fmla="*/ 5 h 109"/>
                <a:gd name="T16" fmla="*/ 6 w 134"/>
                <a:gd name="T17" fmla="*/ 19 h 109"/>
                <a:gd name="T18" fmla="*/ 18 w 134"/>
                <a:gd name="T19" fmla="*/ 42 h 109"/>
                <a:gd name="T20" fmla="*/ 6 w 134"/>
                <a:gd name="T21" fmla="*/ 38 h 109"/>
                <a:gd name="T22" fmla="*/ 6 w 134"/>
                <a:gd name="T23" fmla="*/ 39 h 109"/>
                <a:gd name="T24" fmla="*/ 28 w 134"/>
                <a:gd name="T25" fmla="*/ 65 h 109"/>
                <a:gd name="T26" fmla="*/ 20 w 134"/>
                <a:gd name="T27" fmla="*/ 66 h 109"/>
                <a:gd name="T28" fmla="*/ 15 w 134"/>
                <a:gd name="T29" fmla="*/ 66 h 109"/>
                <a:gd name="T30" fmla="*/ 41 w 134"/>
                <a:gd name="T31" fmla="*/ 85 h 109"/>
                <a:gd name="T32" fmla="*/ 7 w 134"/>
                <a:gd name="T33" fmla="*/ 97 h 109"/>
                <a:gd name="T34" fmla="*/ 0 w 134"/>
                <a:gd name="T35" fmla="*/ 96 h 109"/>
                <a:gd name="T36" fmla="*/ 42 w 134"/>
                <a:gd name="T37" fmla="*/ 109 h 109"/>
                <a:gd name="T38" fmla="*/ 120 w 134"/>
                <a:gd name="T39" fmla="*/ 31 h 109"/>
                <a:gd name="T40" fmla="*/ 120 w 134"/>
                <a:gd name="T41" fmla="*/ 27 h 109"/>
                <a:gd name="T42" fmla="*/ 134 w 134"/>
                <a:gd name="T43" fmla="*/ 1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" h="109">
                  <a:moveTo>
                    <a:pt x="134" y="13"/>
                  </a:moveTo>
                  <a:cubicBezTo>
                    <a:pt x="129" y="15"/>
                    <a:pt x="124" y="17"/>
                    <a:pt x="118" y="17"/>
                  </a:cubicBezTo>
                  <a:cubicBezTo>
                    <a:pt x="124" y="14"/>
                    <a:pt x="128" y="8"/>
                    <a:pt x="130" y="2"/>
                  </a:cubicBezTo>
                  <a:cubicBezTo>
                    <a:pt x="125" y="5"/>
                    <a:pt x="119" y="7"/>
                    <a:pt x="113" y="9"/>
                  </a:cubicBezTo>
                  <a:cubicBezTo>
                    <a:pt x="108" y="3"/>
                    <a:pt x="101" y="0"/>
                    <a:pt x="93" y="0"/>
                  </a:cubicBezTo>
                  <a:cubicBezTo>
                    <a:pt x="78" y="0"/>
                    <a:pt x="65" y="12"/>
                    <a:pt x="65" y="27"/>
                  </a:cubicBezTo>
                  <a:cubicBezTo>
                    <a:pt x="65" y="30"/>
                    <a:pt x="66" y="32"/>
                    <a:pt x="66" y="34"/>
                  </a:cubicBezTo>
                  <a:cubicBezTo>
                    <a:pt x="43" y="33"/>
                    <a:pt x="23" y="22"/>
                    <a:pt x="10" y="5"/>
                  </a:cubicBezTo>
                  <a:cubicBezTo>
                    <a:pt x="7" y="9"/>
                    <a:pt x="6" y="14"/>
                    <a:pt x="6" y="19"/>
                  </a:cubicBezTo>
                  <a:cubicBezTo>
                    <a:pt x="6" y="28"/>
                    <a:pt x="11" y="37"/>
                    <a:pt x="18" y="42"/>
                  </a:cubicBezTo>
                  <a:cubicBezTo>
                    <a:pt x="14" y="41"/>
                    <a:pt x="9" y="40"/>
                    <a:pt x="6" y="38"/>
                  </a:cubicBezTo>
                  <a:cubicBezTo>
                    <a:pt x="6" y="38"/>
                    <a:pt x="6" y="38"/>
                    <a:pt x="6" y="39"/>
                  </a:cubicBezTo>
                  <a:cubicBezTo>
                    <a:pt x="6" y="52"/>
                    <a:pt x="15" y="63"/>
                    <a:pt x="28" y="65"/>
                  </a:cubicBezTo>
                  <a:cubicBezTo>
                    <a:pt x="25" y="66"/>
                    <a:pt x="23" y="66"/>
                    <a:pt x="20" y="66"/>
                  </a:cubicBezTo>
                  <a:cubicBezTo>
                    <a:pt x="19" y="66"/>
                    <a:pt x="17" y="66"/>
                    <a:pt x="15" y="66"/>
                  </a:cubicBezTo>
                  <a:cubicBezTo>
                    <a:pt x="19" y="77"/>
                    <a:pt x="29" y="85"/>
                    <a:pt x="41" y="85"/>
                  </a:cubicBezTo>
                  <a:cubicBezTo>
                    <a:pt x="31" y="92"/>
                    <a:pt x="20" y="97"/>
                    <a:pt x="7" y="97"/>
                  </a:cubicBezTo>
                  <a:cubicBezTo>
                    <a:pt x="5" y="97"/>
                    <a:pt x="2" y="97"/>
                    <a:pt x="0" y="96"/>
                  </a:cubicBezTo>
                  <a:cubicBezTo>
                    <a:pt x="12" y="104"/>
                    <a:pt x="27" y="109"/>
                    <a:pt x="42" y="109"/>
                  </a:cubicBezTo>
                  <a:cubicBezTo>
                    <a:pt x="93" y="109"/>
                    <a:pt x="120" y="67"/>
                    <a:pt x="120" y="31"/>
                  </a:cubicBezTo>
                  <a:cubicBezTo>
                    <a:pt x="120" y="29"/>
                    <a:pt x="120" y="28"/>
                    <a:pt x="120" y="27"/>
                  </a:cubicBezTo>
                  <a:cubicBezTo>
                    <a:pt x="126" y="23"/>
                    <a:pt x="130" y="18"/>
                    <a:pt x="13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9" name="Freeform 91"/>
            <p:cNvSpPr>
              <a:spLocks noEditPoints="1"/>
            </p:cNvSpPr>
            <p:nvPr/>
          </p:nvSpPr>
          <p:spPr bwMode="auto">
            <a:xfrm>
              <a:off x="3705" y="2373"/>
              <a:ext cx="160" cy="149"/>
            </a:xfrm>
            <a:custGeom>
              <a:avLst/>
              <a:gdLst>
                <a:gd name="T0" fmla="*/ 70 w 160"/>
                <a:gd name="T1" fmla="*/ 79 h 149"/>
                <a:gd name="T2" fmla="*/ 90 w 160"/>
                <a:gd name="T3" fmla="*/ 79 h 149"/>
                <a:gd name="T4" fmla="*/ 90 w 160"/>
                <a:gd name="T5" fmla="*/ 40 h 149"/>
                <a:gd name="T6" fmla="*/ 120 w 160"/>
                <a:gd name="T7" fmla="*/ 40 h 149"/>
                <a:gd name="T8" fmla="*/ 80 w 160"/>
                <a:gd name="T9" fmla="*/ 0 h 149"/>
                <a:gd name="T10" fmla="*/ 40 w 160"/>
                <a:gd name="T11" fmla="*/ 40 h 149"/>
                <a:gd name="T12" fmla="*/ 70 w 160"/>
                <a:gd name="T13" fmla="*/ 40 h 149"/>
                <a:gd name="T14" fmla="*/ 70 w 160"/>
                <a:gd name="T15" fmla="*/ 79 h 149"/>
                <a:gd name="T16" fmla="*/ 100 w 160"/>
                <a:gd name="T17" fmla="*/ 57 h 149"/>
                <a:gd name="T18" fmla="*/ 100 w 160"/>
                <a:gd name="T19" fmla="*/ 72 h 149"/>
                <a:gd name="T20" fmla="*/ 145 w 160"/>
                <a:gd name="T21" fmla="*/ 89 h 149"/>
                <a:gd name="T22" fmla="*/ 80 w 160"/>
                <a:gd name="T23" fmla="*/ 114 h 149"/>
                <a:gd name="T24" fmla="*/ 14 w 160"/>
                <a:gd name="T25" fmla="*/ 89 h 149"/>
                <a:gd name="T26" fmla="*/ 59 w 160"/>
                <a:gd name="T27" fmla="*/ 72 h 149"/>
                <a:gd name="T28" fmla="*/ 59 w 160"/>
                <a:gd name="T29" fmla="*/ 57 h 149"/>
                <a:gd name="T30" fmla="*/ 0 w 160"/>
                <a:gd name="T31" fmla="*/ 79 h 149"/>
                <a:gd name="T32" fmla="*/ 0 w 160"/>
                <a:gd name="T33" fmla="*/ 120 h 149"/>
                <a:gd name="T34" fmla="*/ 80 w 160"/>
                <a:gd name="T35" fmla="*/ 149 h 149"/>
                <a:gd name="T36" fmla="*/ 160 w 160"/>
                <a:gd name="T37" fmla="*/ 120 h 149"/>
                <a:gd name="T38" fmla="*/ 160 w 160"/>
                <a:gd name="T39" fmla="*/ 79 h 149"/>
                <a:gd name="T40" fmla="*/ 100 w 160"/>
                <a:gd name="T41" fmla="*/ 57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0" h="149">
                  <a:moveTo>
                    <a:pt x="70" y="79"/>
                  </a:moveTo>
                  <a:lnTo>
                    <a:pt x="90" y="79"/>
                  </a:lnTo>
                  <a:lnTo>
                    <a:pt x="90" y="40"/>
                  </a:lnTo>
                  <a:lnTo>
                    <a:pt x="120" y="40"/>
                  </a:lnTo>
                  <a:lnTo>
                    <a:pt x="80" y="0"/>
                  </a:lnTo>
                  <a:lnTo>
                    <a:pt x="40" y="40"/>
                  </a:lnTo>
                  <a:lnTo>
                    <a:pt x="70" y="40"/>
                  </a:lnTo>
                  <a:lnTo>
                    <a:pt x="70" y="79"/>
                  </a:lnTo>
                  <a:close/>
                  <a:moveTo>
                    <a:pt x="100" y="57"/>
                  </a:moveTo>
                  <a:lnTo>
                    <a:pt x="100" y="72"/>
                  </a:lnTo>
                  <a:lnTo>
                    <a:pt x="145" y="89"/>
                  </a:lnTo>
                  <a:lnTo>
                    <a:pt x="80" y="114"/>
                  </a:lnTo>
                  <a:lnTo>
                    <a:pt x="14" y="89"/>
                  </a:lnTo>
                  <a:lnTo>
                    <a:pt x="59" y="72"/>
                  </a:lnTo>
                  <a:lnTo>
                    <a:pt x="59" y="57"/>
                  </a:lnTo>
                  <a:lnTo>
                    <a:pt x="0" y="79"/>
                  </a:lnTo>
                  <a:lnTo>
                    <a:pt x="0" y="120"/>
                  </a:lnTo>
                  <a:lnTo>
                    <a:pt x="80" y="149"/>
                  </a:lnTo>
                  <a:lnTo>
                    <a:pt x="160" y="120"/>
                  </a:lnTo>
                  <a:lnTo>
                    <a:pt x="160" y="79"/>
                  </a:lnTo>
                  <a:lnTo>
                    <a:pt x="100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0" name="Freeform 92"/>
            <p:cNvSpPr>
              <a:spLocks noEditPoints="1"/>
            </p:cNvSpPr>
            <p:nvPr/>
          </p:nvSpPr>
          <p:spPr bwMode="auto">
            <a:xfrm>
              <a:off x="3698" y="2535"/>
              <a:ext cx="122" cy="91"/>
            </a:xfrm>
            <a:custGeom>
              <a:avLst/>
              <a:gdLst>
                <a:gd name="T0" fmla="*/ 37 w 99"/>
                <a:gd name="T1" fmla="*/ 16 h 74"/>
                <a:gd name="T2" fmla="*/ 53 w 99"/>
                <a:gd name="T3" fmla="*/ 31 h 74"/>
                <a:gd name="T4" fmla="*/ 68 w 99"/>
                <a:gd name="T5" fmla="*/ 16 h 74"/>
                <a:gd name="T6" fmla="*/ 53 w 99"/>
                <a:gd name="T7" fmla="*/ 0 h 74"/>
                <a:gd name="T8" fmla="*/ 37 w 99"/>
                <a:gd name="T9" fmla="*/ 16 h 74"/>
                <a:gd name="T10" fmla="*/ 0 w 99"/>
                <a:gd name="T11" fmla="*/ 16 h 74"/>
                <a:gd name="T12" fmla="*/ 16 w 99"/>
                <a:gd name="T13" fmla="*/ 31 h 74"/>
                <a:gd name="T14" fmla="*/ 31 w 99"/>
                <a:gd name="T15" fmla="*/ 16 h 74"/>
                <a:gd name="T16" fmla="*/ 16 w 99"/>
                <a:gd name="T17" fmla="*/ 0 h 74"/>
                <a:gd name="T18" fmla="*/ 0 w 99"/>
                <a:gd name="T19" fmla="*/ 16 h 74"/>
                <a:gd name="T20" fmla="*/ 74 w 99"/>
                <a:gd name="T21" fmla="*/ 47 h 74"/>
                <a:gd name="T22" fmla="*/ 74 w 99"/>
                <a:gd name="T23" fmla="*/ 37 h 74"/>
                <a:gd name="T24" fmla="*/ 68 w 99"/>
                <a:gd name="T25" fmla="*/ 31 h 74"/>
                <a:gd name="T26" fmla="*/ 53 w 99"/>
                <a:gd name="T27" fmla="*/ 31 h 74"/>
                <a:gd name="T28" fmla="*/ 16 w 99"/>
                <a:gd name="T29" fmla="*/ 31 h 74"/>
                <a:gd name="T30" fmla="*/ 6 w 99"/>
                <a:gd name="T31" fmla="*/ 31 h 74"/>
                <a:gd name="T32" fmla="*/ 0 w 99"/>
                <a:gd name="T33" fmla="*/ 37 h 74"/>
                <a:gd name="T34" fmla="*/ 0 w 99"/>
                <a:gd name="T35" fmla="*/ 68 h 74"/>
                <a:gd name="T36" fmla="*/ 6 w 99"/>
                <a:gd name="T37" fmla="*/ 74 h 74"/>
                <a:gd name="T38" fmla="*/ 68 w 99"/>
                <a:gd name="T39" fmla="*/ 74 h 74"/>
                <a:gd name="T40" fmla="*/ 74 w 99"/>
                <a:gd name="T41" fmla="*/ 68 h 74"/>
                <a:gd name="T42" fmla="*/ 74 w 99"/>
                <a:gd name="T43" fmla="*/ 59 h 74"/>
                <a:gd name="T44" fmla="*/ 99 w 99"/>
                <a:gd name="T45" fmla="*/ 74 h 74"/>
                <a:gd name="T46" fmla="*/ 99 w 99"/>
                <a:gd name="T47" fmla="*/ 31 h 74"/>
                <a:gd name="T48" fmla="*/ 74 w 99"/>
                <a:gd name="T49" fmla="*/ 47 h 74"/>
                <a:gd name="T50" fmla="*/ 62 w 99"/>
                <a:gd name="T51" fmla="*/ 62 h 74"/>
                <a:gd name="T52" fmla="*/ 13 w 99"/>
                <a:gd name="T53" fmla="*/ 62 h 74"/>
                <a:gd name="T54" fmla="*/ 13 w 99"/>
                <a:gd name="T55" fmla="*/ 43 h 74"/>
                <a:gd name="T56" fmla="*/ 62 w 99"/>
                <a:gd name="T57" fmla="*/ 43 h 74"/>
                <a:gd name="T58" fmla="*/ 62 w 99"/>
                <a:gd name="T59" fmla="*/ 6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9" h="74">
                  <a:moveTo>
                    <a:pt x="37" y="16"/>
                  </a:moveTo>
                  <a:cubicBezTo>
                    <a:pt x="37" y="24"/>
                    <a:pt x="44" y="31"/>
                    <a:pt x="53" y="31"/>
                  </a:cubicBezTo>
                  <a:cubicBezTo>
                    <a:pt x="61" y="31"/>
                    <a:pt x="68" y="24"/>
                    <a:pt x="68" y="16"/>
                  </a:cubicBezTo>
                  <a:cubicBezTo>
                    <a:pt x="68" y="7"/>
                    <a:pt x="61" y="0"/>
                    <a:pt x="53" y="0"/>
                  </a:cubicBezTo>
                  <a:cubicBezTo>
                    <a:pt x="44" y="0"/>
                    <a:pt x="37" y="7"/>
                    <a:pt x="37" y="16"/>
                  </a:cubicBezTo>
                  <a:close/>
                  <a:moveTo>
                    <a:pt x="0" y="16"/>
                  </a:moveTo>
                  <a:cubicBezTo>
                    <a:pt x="0" y="24"/>
                    <a:pt x="7" y="31"/>
                    <a:pt x="16" y="31"/>
                  </a:cubicBezTo>
                  <a:cubicBezTo>
                    <a:pt x="24" y="31"/>
                    <a:pt x="31" y="24"/>
                    <a:pt x="31" y="16"/>
                  </a:cubicBezTo>
                  <a:cubicBezTo>
                    <a:pt x="31" y="7"/>
                    <a:pt x="24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lose/>
                  <a:moveTo>
                    <a:pt x="74" y="4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4" y="34"/>
                    <a:pt x="72" y="31"/>
                    <a:pt x="68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3" y="31"/>
                    <a:pt x="0" y="34"/>
                    <a:pt x="0" y="3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2"/>
                    <a:pt x="3" y="74"/>
                    <a:pt x="6" y="74"/>
                  </a:cubicBezTo>
                  <a:cubicBezTo>
                    <a:pt x="68" y="74"/>
                    <a:pt x="68" y="74"/>
                    <a:pt x="68" y="74"/>
                  </a:cubicBezTo>
                  <a:cubicBezTo>
                    <a:pt x="72" y="74"/>
                    <a:pt x="74" y="72"/>
                    <a:pt x="74" y="68"/>
                  </a:cubicBezTo>
                  <a:cubicBezTo>
                    <a:pt x="74" y="59"/>
                    <a:pt x="74" y="59"/>
                    <a:pt x="74" y="59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99" y="31"/>
                    <a:pt x="99" y="31"/>
                    <a:pt x="99" y="31"/>
                  </a:cubicBezTo>
                  <a:lnTo>
                    <a:pt x="74" y="47"/>
                  </a:lnTo>
                  <a:close/>
                  <a:moveTo>
                    <a:pt x="62" y="62"/>
                  </a:moveTo>
                  <a:cubicBezTo>
                    <a:pt x="13" y="62"/>
                    <a:pt x="13" y="62"/>
                    <a:pt x="13" y="6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62" y="43"/>
                    <a:pt x="62" y="43"/>
                    <a:pt x="62" y="43"/>
                  </a:cubicBezTo>
                  <a:lnTo>
                    <a:pt x="6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1" name="Freeform 93"/>
            <p:cNvSpPr>
              <a:spLocks noEditPoints="1"/>
            </p:cNvSpPr>
            <p:nvPr/>
          </p:nvSpPr>
          <p:spPr bwMode="auto">
            <a:xfrm>
              <a:off x="3670" y="2235"/>
              <a:ext cx="129" cy="129"/>
            </a:xfrm>
            <a:custGeom>
              <a:avLst/>
              <a:gdLst>
                <a:gd name="T0" fmla="*/ 53 w 105"/>
                <a:gd name="T1" fmla="*/ 0 h 105"/>
                <a:gd name="T2" fmla="*/ 0 w 105"/>
                <a:gd name="T3" fmla="*/ 53 h 105"/>
                <a:gd name="T4" fmla="*/ 53 w 105"/>
                <a:gd name="T5" fmla="*/ 105 h 105"/>
                <a:gd name="T6" fmla="*/ 105 w 105"/>
                <a:gd name="T7" fmla="*/ 53 h 105"/>
                <a:gd name="T8" fmla="*/ 53 w 105"/>
                <a:gd name="T9" fmla="*/ 0 h 105"/>
                <a:gd name="T10" fmla="*/ 84 w 105"/>
                <a:gd name="T11" fmla="*/ 45 h 105"/>
                <a:gd name="T12" fmla="*/ 55 w 105"/>
                <a:gd name="T13" fmla="*/ 85 h 105"/>
                <a:gd name="T14" fmla="*/ 41 w 105"/>
                <a:gd name="T15" fmla="*/ 80 h 105"/>
                <a:gd name="T16" fmla="*/ 31 w 105"/>
                <a:gd name="T17" fmla="*/ 48 h 105"/>
                <a:gd name="T18" fmla="*/ 24 w 105"/>
                <a:gd name="T19" fmla="*/ 50 h 105"/>
                <a:gd name="T20" fmla="*/ 21 w 105"/>
                <a:gd name="T21" fmla="*/ 47 h 105"/>
                <a:gd name="T22" fmla="*/ 40 w 105"/>
                <a:gd name="T23" fmla="*/ 33 h 105"/>
                <a:gd name="T24" fmla="*/ 51 w 105"/>
                <a:gd name="T25" fmla="*/ 54 h 105"/>
                <a:gd name="T26" fmla="*/ 56 w 105"/>
                <a:gd name="T27" fmla="*/ 67 h 105"/>
                <a:gd name="T28" fmla="*/ 64 w 105"/>
                <a:gd name="T29" fmla="*/ 55 h 105"/>
                <a:gd name="T30" fmla="*/ 57 w 105"/>
                <a:gd name="T31" fmla="*/ 47 h 105"/>
                <a:gd name="T32" fmla="*/ 84 w 105"/>
                <a:gd name="T33" fmla="*/ 4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5" h="105">
                  <a:moveTo>
                    <a:pt x="53" y="0"/>
                  </a:moveTo>
                  <a:cubicBezTo>
                    <a:pt x="23" y="0"/>
                    <a:pt x="0" y="24"/>
                    <a:pt x="0" y="53"/>
                  </a:cubicBezTo>
                  <a:cubicBezTo>
                    <a:pt x="0" y="82"/>
                    <a:pt x="23" y="105"/>
                    <a:pt x="53" y="105"/>
                  </a:cubicBezTo>
                  <a:cubicBezTo>
                    <a:pt x="82" y="105"/>
                    <a:pt x="105" y="82"/>
                    <a:pt x="105" y="53"/>
                  </a:cubicBezTo>
                  <a:cubicBezTo>
                    <a:pt x="105" y="24"/>
                    <a:pt x="82" y="0"/>
                    <a:pt x="53" y="0"/>
                  </a:cubicBezTo>
                  <a:close/>
                  <a:moveTo>
                    <a:pt x="84" y="45"/>
                  </a:moveTo>
                  <a:cubicBezTo>
                    <a:pt x="80" y="65"/>
                    <a:pt x="61" y="82"/>
                    <a:pt x="55" y="85"/>
                  </a:cubicBezTo>
                  <a:cubicBezTo>
                    <a:pt x="49" y="89"/>
                    <a:pt x="43" y="84"/>
                    <a:pt x="41" y="80"/>
                  </a:cubicBezTo>
                  <a:cubicBezTo>
                    <a:pt x="39" y="75"/>
                    <a:pt x="33" y="50"/>
                    <a:pt x="31" y="48"/>
                  </a:cubicBezTo>
                  <a:cubicBezTo>
                    <a:pt x="29" y="46"/>
                    <a:pt x="24" y="50"/>
                    <a:pt x="24" y="50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7"/>
                    <a:pt x="32" y="34"/>
                    <a:pt x="40" y="33"/>
                  </a:cubicBezTo>
                  <a:cubicBezTo>
                    <a:pt x="49" y="31"/>
                    <a:pt x="49" y="46"/>
                    <a:pt x="51" y="54"/>
                  </a:cubicBezTo>
                  <a:cubicBezTo>
                    <a:pt x="53" y="62"/>
                    <a:pt x="54" y="67"/>
                    <a:pt x="56" y="67"/>
                  </a:cubicBezTo>
                  <a:cubicBezTo>
                    <a:pt x="58" y="67"/>
                    <a:pt x="61" y="62"/>
                    <a:pt x="64" y="55"/>
                  </a:cubicBezTo>
                  <a:cubicBezTo>
                    <a:pt x="68" y="48"/>
                    <a:pt x="64" y="42"/>
                    <a:pt x="57" y="47"/>
                  </a:cubicBezTo>
                  <a:cubicBezTo>
                    <a:pt x="60" y="30"/>
                    <a:pt x="87" y="25"/>
                    <a:pt x="84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2" name="Freeform 94"/>
            <p:cNvSpPr>
              <a:spLocks noEditPoints="1"/>
            </p:cNvSpPr>
            <p:nvPr/>
          </p:nvSpPr>
          <p:spPr bwMode="auto">
            <a:xfrm>
              <a:off x="3629" y="2119"/>
              <a:ext cx="126" cy="107"/>
            </a:xfrm>
            <a:custGeom>
              <a:avLst/>
              <a:gdLst>
                <a:gd name="T0" fmla="*/ 84 w 102"/>
                <a:gd name="T1" fmla="*/ 82 h 87"/>
                <a:gd name="T2" fmla="*/ 81 w 102"/>
                <a:gd name="T3" fmla="*/ 81 h 87"/>
                <a:gd name="T4" fmla="*/ 81 w 102"/>
                <a:gd name="T5" fmla="*/ 74 h 87"/>
                <a:gd name="T6" fmla="*/ 93 w 102"/>
                <a:gd name="T7" fmla="*/ 43 h 87"/>
                <a:gd name="T8" fmla="*/ 81 w 102"/>
                <a:gd name="T9" fmla="*/ 12 h 87"/>
                <a:gd name="T10" fmla="*/ 81 w 102"/>
                <a:gd name="T11" fmla="*/ 6 h 87"/>
                <a:gd name="T12" fmla="*/ 87 w 102"/>
                <a:gd name="T13" fmla="*/ 6 h 87"/>
                <a:gd name="T14" fmla="*/ 102 w 102"/>
                <a:gd name="T15" fmla="*/ 43 h 87"/>
                <a:gd name="T16" fmla="*/ 87 w 102"/>
                <a:gd name="T17" fmla="*/ 81 h 87"/>
                <a:gd name="T18" fmla="*/ 84 w 102"/>
                <a:gd name="T19" fmla="*/ 82 h 87"/>
                <a:gd name="T20" fmla="*/ 68 w 102"/>
                <a:gd name="T21" fmla="*/ 73 h 87"/>
                <a:gd name="T22" fmla="*/ 65 w 102"/>
                <a:gd name="T23" fmla="*/ 72 h 87"/>
                <a:gd name="T24" fmla="*/ 65 w 102"/>
                <a:gd name="T25" fmla="*/ 66 h 87"/>
                <a:gd name="T26" fmla="*/ 65 w 102"/>
                <a:gd name="T27" fmla="*/ 21 h 87"/>
                <a:gd name="T28" fmla="*/ 65 w 102"/>
                <a:gd name="T29" fmla="*/ 15 h 87"/>
                <a:gd name="T30" fmla="*/ 71 w 102"/>
                <a:gd name="T31" fmla="*/ 15 h 87"/>
                <a:gd name="T32" fmla="*/ 83 w 102"/>
                <a:gd name="T33" fmla="*/ 43 h 87"/>
                <a:gd name="T34" fmla="*/ 71 w 102"/>
                <a:gd name="T35" fmla="*/ 72 h 87"/>
                <a:gd name="T36" fmla="*/ 68 w 102"/>
                <a:gd name="T37" fmla="*/ 73 h 87"/>
                <a:gd name="T38" fmla="*/ 52 w 102"/>
                <a:gd name="T39" fmla="*/ 65 h 87"/>
                <a:gd name="T40" fmla="*/ 49 w 102"/>
                <a:gd name="T41" fmla="*/ 64 h 87"/>
                <a:gd name="T42" fmla="*/ 49 w 102"/>
                <a:gd name="T43" fmla="*/ 57 h 87"/>
                <a:gd name="T44" fmla="*/ 49 w 102"/>
                <a:gd name="T45" fmla="*/ 30 h 87"/>
                <a:gd name="T46" fmla="*/ 49 w 102"/>
                <a:gd name="T47" fmla="*/ 23 h 87"/>
                <a:gd name="T48" fmla="*/ 55 w 102"/>
                <a:gd name="T49" fmla="*/ 23 h 87"/>
                <a:gd name="T50" fmla="*/ 55 w 102"/>
                <a:gd name="T51" fmla="*/ 64 h 87"/>
                <a:gd name="T52" fmla="*/ 52 w 102"/>
                <a:gd name="T53" fmla="*/ 65 h 87"/>
                <a:gd name="T54" fmla="*/ 38 w 102"/>
                <a:gd name="T55" fmla="*/ 3 h 87"/>
                <a:gd name="T56" fmla="*/ 42 w 102"/>
                <a:gd name="T57" fmla="*/ 4 h 87"/>
                <a:gd name="T58" fmla="*/ 42 w 102"/>
                <a:gd name="T59" fmla="*/ 82 h 87"/>
                <a:gd name="T60" fmla="*/ 38 w 102"/>
                <a:gd name="T61" fmla="*/ 84 h 87"/>
                <a:gd name="T62" fmla="*/ 15 w 102"/>
                <a:gd name="T63" fmla="*/ 61 h 87"/>
                <a:gd name="T64" fmla="*/ 0 w 102"/>
                <a:gd name="T65" fmla="*/ 61 h 87"/>
                <a:gd name="T66" fmla="*/ 0 w 102"/>
                <a:gd name="T67" fmla="*/ 25 h 87"/>
                <a:gd name="T68" fmla="*/ 15 w 102"/>
                <a:gd name="T69" fmla="*/ 25 h 87"/>
                <a:gd name="T70" fmla="*/ 38 w 102"/>
                <a:gd name="T71" fmla="*/ 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2" h="87">
                  <a:moveTo>
                    <a:pt x="84" y="82"/>
                  </a:moveTo>
                  <a:cubicBezTo>
                    <a:pt x="83" y="82"/>
                    <a:pt x="81" y="82"/>
                    <a:pt x="81" y="81"/>
                  </a:cubicBezTo>
                  <a:cubicBezTo>
                    <a:pt x="79" y="79"/>
                    <a:pt x="79" y="76"/>
                    <a:pt x="81" y="74"/>
                  </a:cubicBezTo>
                  <a:cubicBezTo>
                    <a:pt x="89" y="66"/>
                    <a:pt x="93" y="55"/>
                    <a:pt x="93" y="43"/>
                  </a:cubicBezTo>
                  <a:cubicBezTo>
                    <a:pt x="93" y="32"/>
                    <a:pt x="89" y="21"/>
                    <a:pt x="81" y="12"/>
                  </a:cubicBezTo>
                  <a:cubicBezTo>
                    <a:pt x="79" y="11"/>
                    <a:pt x="79" y="8"/>
                    <a:pt x="81" y="6"/>
                  </a:cubicBezTo>
                  <a:cubicBezTo>
                    <a:pt x="82" y="4"/>
                    <a:pt x="85" y="4"/>
                    <a:pt x="87" y="6"/>
                  </a:cubicBezTo>
                  <a:cubicBezTo>
                    <a:pt x="97" y="16"/>
                    <a:pt x="102" y="29"/>
                    <a:pt x="102" y="43"/>
                  </a:cubicBezTo>
                  <a:cubicBezTo>
                    <a:pt x="102" y="57"/>
                    <a:pt x="97" y="71"/>
                    <a:pt x="87" y="81"/>
                  </a:cubicBezTo>
                  <a:cubicBezTo>
                    <a:pt x="86" y="82"/>
                    <a:pt x="85" y="82"/>
                    <a:pt x="84" y="82"/>
                  </a:cubicBezTo>
                  <a:close/>
                  <a:moveTo>
                    <a:pt x="68" y="73"/>
                  </a:moveTo>
                  <a:cubicBezTo>
                    <a:pt x="67" y="73"/>
                    <a:pt x="65" y="73"/>
                    <a:pt x="65" y="72"/>
                  </a:cubicBezTo>
                  <a:cubicBezTo>
                    <a:pt x="63" y="70"/>
                    <a:pt x="63" y="67"/>
                    <a:pt x="65" y="66"/>
                  </a:cubicBezTo>
                  <a:cubicBezTo>
                    <a:pt x="77" y="53"/>
                    <a:pt x="77" y="33"/>
                    <a:pt x="65" y="21"/>
                  </a:cubicBezTo>
                  <a:cubicBezTo>
                    <a:pt x="63" y="19"/>
                    <a:pt x="63" y="16"/>
                    <a:pt x="65" y="15"/>
                  </a:cubicBezTo>
                  <a:cubicBezTo>
                    <a:pt x="66" y="13"/>
                    <a:pt x="69" y="13"/>
                    <a:pt x="71" y="15"/>
                  </a:cubicBezTo>
                  <a:cubicBezTo>
                    <a:pt x="79" y="22"/>
                    <a:pt x="83" y="33"/>
                    <a:pt x="83" y="43"/>
                  </a:cubicBezTo>
                  <a:cubicBezTo>
                    <a:pt x="83" y="54"/>
                    <a:pt x="79" y="64"/>
                    <a:pt x="71" y="72"/>
                  </a:cubicBezTo>
                  <a:cubicBezTo>
                    <a:pt x="70" y="73"/>
                    <a:pt x="69" y="73"/>
                    <a:pt x="68" y="73"/>
                  </a:cubicBezTo>
                  <a:close/>
                  <a:moveTo>
                    <a:pt x="52" y="65"/>
                  </a:moveTo>
                  <a:cubicBezTo>
                    <a:pt x="51" y="65"/>
                    <a:pt x="49" y="64"/>
                    <a:pt x="49" y="64"/>
                  </a:cubicBezTo>
                  <a:cubicBezTo>
                    <a:pt x="47" y="62"/>
                    <a:pt x="47" y="59"/>
                    <a:pt x="49" y="57"/>
                  </a:cubicBezTo>
                  <a:cubicBezTo>
                    <a:pt x="56" y="50"/>
                    <a:pt x="56" y="37"/>
                    <a:pt x="49" y="30"/>
                  </a:cubicBezTo>
                  <a:cubicBezTo>
                    <a:pt x="47" y="28"/>
                    <a:pt x="47" y="25"/>
                    <a:pt x="49" y="23"/>
                  </a:cubicBezTo>
                  <a:cubicBezTo>
                    <a:pt x="50" y="21"/>
                    <a:pt x="53" y="21"/>
                    <a:pt x="55" y="23"/>
                  </a:cubicBezTo>
                  <a:cubicBezTo>
                    <a:pt x="66" y="34"/>
                    <a:pt x="66" y="52"/>
                    <a:pt x="55" y="64"/>
                  </a:cubicBezTo>
                  <a:cubicBezTo>
                    <a:pt x="54" y="64"/>
                    <a:pt x="53" y="65"/>
                    <a:pt x="52" y="65"/>
                  </a:cubicBezTo>
                  <a:close/>
                  <a:moveTo>
                    <a:pt x="38" y="3"/>
                  </a:moveTo>
                  <a:cubicBezTo>
                    <a:pt x="40" y="0"/>
                    <a:pt x="42" y="1"/>
                    <a:pt x="42" y="4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42" y="86"/>
                    <a:pt x="40" y="87"/>
                    <a:pt x="38" y="84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5" y="25"/>
                    <a:pt x="15" y="25"/>
                    <a:pt x="15" y="25"/>
                  </a:cubicBezTo>
                  <a:lnTo>
                    <a:pt x="38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3" name="Freeform 95"/>
            <p:cNvSpPr>
              <a:spLocks noEditPoints="1"/>
            </p:cNvSpPr>
            <p:nvPr/>
          </p:nvSpPr>
          <p:spPr bwMode="auto">
            <a:xfrm>
              <a:off x="3521" y="1983"/>
              <a:ext cx="143" cy="125"/>
            </a:xfrm>
            <a:custGeom>
              <a:avLst/>
              <a:gdLst>
                <a:gd name="T0" fmla="*/ 93 w 143"/>
                <a:gd name="T1" fmla="*/ 17 h 125"/>
                <a:gd name="T2" fmla="*/ 49 w 143"/>
                <a:gd name="T3" fmla="*/ 0 h 125"/>
                <a:gd name="T4" fmla="*/ 0 w 143"/>
                <a:gd name="T5" fmla="*/ 17 h 125"/>
                <a:gd name="T6" fmla="*/ 0 w 143"/>
                <a:gd name="T7" fmla="*/ 125 h 125"/>
                <a:gd name="T8" fmla="*/ 49 w 143"/>
                <a:gd name="T9" fmla="*/ 107 h 125"/>
                <a:gd name="T10" fmla="*/ 93 w 143"/>
                <a:gd name="T11" fmla="*/ 125 h 125"/>
                <a:gd name="T12" fmla="*/ 143 w 143"/>
                <a:gd name="T13" fmla="*/ 107 h 125"/>
                <a:gd name="T14" fmla="*/ 143 w 143"/>
                <a:gd name="T15" fmla="*/ 0 h 125"/>
                <a:gd name="T16" fmla="*/ 93 w 143"/>
                <a:gd name="T17" fmla="*/ 17 h 125"/>
                <a:gd name="T18" fmla="*/ 53 w 143"/>
                <a:gd name="T19" fmla="*/ 11 h 125"/>
                <a:gd name="T20" fmla="*/ 90 w 143"/>
                <a:gd name="T21" fmla="*/ 26 h 125"/>
                <a:gd name="T22" fmla="*/ 90 w 143"/>
                <a:gd name="T23" fmla="*/ 114 h 125"/>
                <a:gd name="T24" fmla="*/ 53 w 143"/>
                <a:gd name="T25" fmla="*/ 100 h 125"/>
                <a:gd name="T26" fmla="*/ 53 w 143"/>
                <a:gd name="T27" fmla="*/ 11 h 125"/>
                <a:gd name="T28" fmla="*/ 9 w 143"/>
                <a:gd name="T29" fmla="*/ 23 h 125"/>
                <a:gd name="T30" fmla="*/ 44 w 143"/>
                <a:gd name="T31" fmla="*/ 11 h 125"/>
                <a:gd name="T32" fmla="*/ 44 w 143"/>
                <a:gd name="T33" fmla="*/ 100 h 125"/>
                <a:gd name="T34" fmla="*/ 9 w 143"/>
                <a:gd name="T35" fmla="*/ 112 h 125"/>
                <a:gd name="T36" fmla="*/ 9 w 143"/>
                <a:gd name="T37" fmla="*/ 23 h 125"/>
                <a:gd name="T38" fmla="*/ 134 w 143"/>
                <a:gd name="T39" fmla="*/ 101 h 125"/>
                <a:gd name="T40" fmla="*/ 98 w 143"/>
                <a:gd name="T41" fmla="*/ 114 h 125"/>
                <a:gd name="T42" fmla="*/ 98 w 143"/>
                <a:gd name="T43" fmla="*/ 26 h 125"/>
                <a:gd name="T44" fmla="*/ 134 w 143"/>
                <a:gd name="T45" fmla="*/ 12 h 125"/>
                <a:gd name="T46" fmla="*/ 134 w 143"/>
                <a:gd name="T47" fmla="*/ 10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3" h="125">
                  <a:moveTo>
                    <a:pt x="93" y="17"/>
                  </a:moveTo>
                  <a:lnTo>
                    <a:pt x="49" y="0"/>
                  </a:lnTo>
                  <a:lnTo>
                    <a:pt x="0" y="17"/>
                  </a:lnTo>
                  <a:lnTo>
                    <a:pt x="0" y="125"/>
                  </a:lnTo>
                  <a:lnTo>
                    <a:pt x="49" y="107"/>
                  </a:lnTo>
                  <a:lnTo>
                    <a:pt x="93" y="125"/>
                  </a:lnTo>
                  <a:lnTo>
                    <a:pt x="143" y="107"/>
                  </a:lnTo>
                  <a:lnTo>
                    <a:pt x="143" y="0"/>
                  </a:lnTo>
                  <a:lnTo>
                    <a:pt x="93" y="17"/>
                  </a:lnTo>
                  <a:close/>
                  <a:moveTo>
                    <a:pt x="53" y="11"/>
                  </a:moveTo>
                  <a:lnTo>
                    <a:pt x="90" y="26"/>
                  </a:lnTo>
                  <a:lnTo>
                    <a:pt x="90" y="114"/>
                  </a:lnTo>
                  <a:lnTo>
                    <a:pt x="53" y="100"/>
                  </a:lnTo>
                  <a:lnTo>
                    <a:pt x="53" y="11"/>
                  </a:lnTo>
                  <a:close/>
                  <a:moveTo>
                    <a:pt x="9" y="23"/>
                  </a:moveTo>
                  <a:lnTo>
                    <a:pt x="44" y="11"/>
                  </a:lnTo>
                  <a:lnTo>
                    <a:pt x="44" y="100"/>
                  </a:lnTo>
                  <a:lnTo>
                    <a:pt x="9" y="112"/>
                  </a:lnTo>
                  <a:lnTo>
                    <a:pt x="9" y="23"/>
                  </a:lnTo>
                  <a:close/>
                  <a:moveTo>
                    <a:pt x="134" y="101"/>
                  </a:moveTo>
                  <a:lnTo>
                    <a:pt x="98" y="114"/>
                  </a:lnTo>
                  <a:lnTo>
                    <a:pt x="98" y="26"/>
                  </a:lnTo>
                  <a:lnTo>
                    <a:pt x="134" y="12"/>
                  </a:lnTo>
                  <a:lnTo>
                    <a:pt x="134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4" name="Freeform 96"/>
            <p:cNvSpPr>
              <a:spLocks noEditPoints="1"/>
            </p:cNvSpPr>
            <p:nvPr/>
          </p:nvSpPr>
          <p:spPr bwMode="auto">
            <a:xfrm>
              <a:off x="3557" y="1514"/>
              <a:ext cx="156" cy="157"/>
            </a:xfrm>
            <a:custGeom>
              <a:avLst/>
              <a:gdLst>
                <a:gd name="T0" fmla="*/ 63 w 127"/>
                <a:gd name="T1" fmla="*/ 0 h 128"/>
                <a:gd name="T2" fmla="*/ 0 w 127"/>
                <a:gd name="T3" fmla="*/ 64 h 128"/>
                <a:gd name="T4" fmla="*/ 63 w 127"/>
                <a:gd name="T5" fmla="*/ 128 h 128"/>
                <a:gd name="T6" fmla="*/ 127 w 127"/>
                <a:gd name="T7" fmla="*/ 64 h 128"/>
                <a:gd name="T8" fmla="*/ 63 w 127"/>
                <a:gd name="T9" fmla="*/ 0 h 128"/>
                <a:gd name="T10" fmla="*/ 52 w 127"/>
                <a:gd name="T11" fmla="*/ 104 h 128"/>
                <a:gd name="T12" fmla="*/ 25 w 127"/>
                <a:gd name="T13" fmla="*/ 69 h 128"/>
                <a:gd name="T14" fmla="*/ 37 w 127"/>
                <a:gd name="T15" fmla="*/ 57 h 128"/>
                <a:gd name="T16" fmla="*/ 52 w 127"/>
                <a:gd name="T17" fmla="*/ 76 h 128"/>
                <a:gd name="T18" fmla="*/ 98 w 127"/>
                <a:gd name="T19" fmla="*/ 38 h 128"/>
                <a:gd name="T20" fmla="*/ 103 w 127"/>
                <a:gd name="T21" fmla="*/ 44 h 128"/>
                <a:gd name="T22" fmla="*/ 52 w 127"/>
                <a:gd name="T23" fmla="*/ 10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7" h="128">
                  <a:moveTo>
                    <a:pt x="63" y="0"/>
                  </a:moveTo>
                  <a:cubicBezTo>
                    <a:pt x="28" y="0"/>
                    <a:pt x="0" y="28"/>
                    <a:pt x="0" y="64"/>
                  </a:cubicBezTo>
                  <a:cubicBezTo>
                    <a:pt x="0" y="99"/>
                    <a:pt x="28" y="128"/>
                    <a:pt x="63" y="128"/>
                  </a:cubicBezTo>
                  <a:cubicBezTo>
                    <a:pt x="99" y="128"/>
                    <a:pt x="127" y="99"/>
                    <a:pt x="127" y="64"/>
                  </a:cubicBezTo>
                  <a:cubicBezTo>
                    <a:pt x="127" y="28"/>
                    <a:pt x="99" y="0"/>
                    <a:pt x="63" y="0"/>
                  </a:cubicBezTo>
                  <a:close/>
                  <a:moveTo>
                    <a:pt x="52" y="104"/>
                  </a:moveTo>
                  <a:cubicBezTo>
                    <a:pt x="25" y="69"/>
                    <a:pt x="25" y="69"/>
                    <a:pt x="25" y="69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103" y="44"/>
                    <a:pt x="103" y="44"/>
                    <a:pt x="103" y="44"/>
                  </a:cubicBezTo>
                  <a:lnTo>
                    <a:pt x="52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5" name="Freeform 97"/>
            <p:cNvSpPr>
              <a:spLocks noEditPoints="1"/>
            </p:cNvSpPr>
            <p:nvPr/>
          </p:nvSpPr>
          <p:spPr bwMode="auto">
            <a:xfrm>
              <a:off x="4010" y="2615"/>
              <a:ext cx="118" cy="118"/>
            </a:xfrm>
            <a:custGeom>
              <a:avLst/>
              <a:gdLst>
                <a:gd name="T0" fmla="*/ 0 w 118"/>
                <a:gd name="T1" fmla="*/ 55 h 118"/>
                <a:gd name="T2" fmla="*/ 0 w 118"/>
                <a:gd name="T3" fmla="*/ 16 h 118"/>
                <a:gd name="T4" fmla="*/ 48 w 118"/>
                <a:gd name="T5" fmla="*/ 9 h 118"/>
                <a:gd name="T6" fmla="*/ 48 w 118"/>
                <a:gd name="T7" fmla="*/ 55 h 118"/>
                <a:gd name="T8" fmla="*/ 0 w 118"/>
                <a:gd name="T9" fmla="*/ 55 h 118"/>
                <a:gd name="T10" fmla="*/ 55 w 118"/>
                <a:gd name="T11" fmla="*/ 8 h 118"/>
                <a:gd name="T12" fmla="*/ 118 w 118"/>
                <a:gd name="T13" fmla="*/ 0 h 118"/>
                <a:gd name="T14" fmla="*/ 118 w 118"/>
                <a:gd name="T15" fmla="*/ 55 h 118"/>
                <a:gd name="T16" fmla="*/ 55 w 118"/>
                <a:gd name="T17" fmla="*/ 55 h 118"/>
                <a:gd name="T18" fmla="*/ 55 w 118"/>
                <a:gd name="T19" fmla="*/ 8 h 118"/>
                <a:gd name="T20" fmla="*/ 118 w 118"/>
                <a:gd name="T21" fmla="*/ 62 h 118"/>
                <a:gd name="T22" fmla="*/ 118 w 118"/>
                <a:gd name="T23" fmla="*/ 118 h 118"/>
                <a:gd name="T24" fmla="*/ 55 w 118"/>
                <a:gd name="T25" fmla="*/ 109 h 118"/>
                <a:gd name="T26" fmla="*/ 55 w 118"/>
                <a:gd name="T27" fmla="*/ 62 h 118"/>
                <a:gd name="T28" fmla="*/ 118 w 118"/>
                <a:gd name="T29" fmla="*/ 62 h 118"/>
                <a:gd name="T30" fmla="*/ 48 w 118"/>
                <a:gd name="T31" fmla="*/ 108 h 118"/>
                <a:gd name="T32" fmla="*/ 0 w 118"/>
                <a:gd name="T33" fmla="*/ 102 h 118"/>
                <a:gd name="T34" fmla="*/ 0 w 118"/>
                <a:gd name="T35" fmla="*/ 62 h 118"/>
                <a:gd name="T36" fmla="*/ 48 w 118"/>
                <a:gd name="T37" fmla="*/ 62 h 118"/>
                <a:gd name="T38" fmla="*/ 48 w 118"/>
                <a:gd name="T39" fmla="*/ 10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" h="118">
                  <a:moveTo>
                    <a:pt x="0" y="55"/>
                  </a:moveTo>
                  <a:lnTo>
                    <a:pt x="0" y="16"/>
                  </a:lnTo>
                  <a:lnTo>
                    <a:pt x="48" y="9"/>
                  </a:lnTo>
                  <a:lnTo>
                    <a:pt x="48" y="55"/>
                  </a:lnTo>
                  <a:lnTo>
                    <a:pt x="0" y="55"/>
                  </a:lnTo>
                  <a:close/>
                  <a:moveTo>
                    <a:pt x="55" y="8"/>
                  </a:moveTo>
                  <a:lnTo>
                    <a:pt x="118" y="0"/>
                  </a:lnTo>
                  <a:lnTo>
                    <a:pt x="118" y="55"/>
                  </a:lnTo>
                  <a:lnTo>
                    <a:pt x="55" y="55"/>
                  </a:lnTo>
                  <a:lnTo>
                    <a:pt x="55" y="8"/>
                  </a:lnTo>
                  <a:close/>
                  <a:moveTo>
                    <a:pt x="118" y="62"/>
                  </a:moveTo>
                  <a:lnTo>
                    <a:pt x="118" y="118"/>
                  </a:lnTo>
                  <a:lnTo>
                    <a:pt x="55" y="109"/>
                  </a:lnTo>
                  <a:lnTo>
                    <a:pt x="55" y="62"/>
                  </a:lnTo>
                  <a:lnTo>
                    <a:pt x="118" y="62"/>
                  </a:lnTo>
                  <a:close/>
                  <a:moveTo>
                    <a:pt x="48" y="108"/>
                  </a:moveTo>
                  <a:lnTo>
                    <a:pt x="0" y="102"/>
                  </a:lnTo>
                  <a:lnTo>
                    <a:pt x="0" y="62"/>
                  </a:lnTo>
                  <a:lnTo>
                    <a:pt x="48" y="62"/>
                  </a:lnTo>
                  <a:lnTo>
                    <a:pt x="48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6" name="Freeform 98"/>
            <p:cNvSpPr>
              <a:spLocks noEditPoints="1"/>
            </p:cNvSpPr>
            <p:nvPr/>
          </p:nvSpPr>
          <p:spPr bwMode="auto">
            <a:xfrm>
              <a:off x="3881" y="2589"/>
              <a:ext cx="104" cy="104"/>
            </a:xfrm>
            <a:custGeom>
              <a:avLst/>
              <a:gdLst>
                <a:gd name="T0" fmla="*/ 11 w 85"/>
                <a:gd name="T1" fmla="*/ 42 h 85"/>
                <a:gd name="T2" fmla="*/ 29 w 85"/>
                <a:gd name="T3" fmla="*/ 70 h 85"/>
                <a:gd name="T4" fmla="*/ 14 w 85"/>
                <a:gd name="T5" fmla="*/ 30 h 85"/>
                <a:gd name="T6" fmla="*/ 11 w 85"/>
                <a:gd name="T7" fmla="*/ 42 h 85"/>
                <a:gd name="T8" fmla="*/ 64 w 85"/>
                <a:gd name="T9" fmla="*/ 41 h 85"/>
                <a:gd name="T10" fmla="*/ 62 w 85"/>
                <a:gd name="T11" fmla="*/ 32 h 85"/>
                <a:gd name="T12" fmla="*/ 59 w 85"/>
                <a:gd name="T13" fmla="*/ 25 h 85"/>
                <a:gd name="T14" fmla="*/ 64 w 85"/>
                <a:gd name="T15" fmla="*/ 19 h 85"/>
                <a:gd name="T16" fmla="*/ 64 w 85"/>
                <a:gd name="T17" fmla="*/ 19 h 85"/>
                <a:gd name="T18" fmla="*/ 43 w 85"/>
                <a:gd name="T19" fmla="*/ 11 h 85"/>
                <a:gd name="T20" fmla="*/ 16 w 85"/>
                <a:gd name="T21" fmla="*/ 25 h 85"/>
                <a:gd name="T22" fmla="*/ 18 w 85"/>
                <a:gd name="T23" fmla="*/ 25 h 85"/>
                <a:gd name="T24" fmla="*/ 27 w 85"/>
                <a:gd name="T25" fmla="*/ 25 h 85"/>
                <a:gd name="T26" fmla="*/ 27 w 85"/>
                <a:gd name="T27" fmla="*/ 27 h 85"/>
                <a:gd name="T28" fmla="*/ 23 w 85"/>
                <a:gd name="T29" fmla="*/ 28 h 85"/>
                <a:gd name="T30" fmla="*/ 35 w 85"/>
                <a:gd name="T31" fmla="*/ 61 h 85"/>
                <a:gd name="T32" fmla="*/ 42 w 85"/>
                <a:gd name="T33" fmla="*/ 41 h 85"/>
                <a:gd name="T34" fmla="*/ 37 w 85"/>
                <a:gd name="T35" fmla="*/ 28 h 85"/>
                <a:gd name="T36" fmla="*/ 34 w 85"/>
                <a:gd name="T37" fmla="*/ 27 h 85"/>
                <a:gd name="T38" fmla="*/ 34 w 85"/>
                <a:gd name="T39" fmla="*/ 25 h 85"/>
                <a:gd name="T40" fmla="*/ 42 w 85"/>
                <a:gd name="T41" fmla="*/ 25 h 85"/>
                <a:gd name="T42" fmla="*/ 51 w 85"/>
                <a:gd name="T43" fmla="*/ 25 h 85"/>
                <a:gd name="T44" fmla="*/ 51 w 85"/>
                <a:gd name="T45" fmla="*/ 27 h 85"/>
                <a:gd name="T46" fmla="*/ 47 w 85"/>
                <a:gd name="T47" fmla="*/ 28 h 85"/>
                <a:gd name="T48" fmla="*/ 59 w 85"/>
                <a:gd name="T49" fmla="*/ 61 h 85"/>
                <a:gd name="T50" fmla="*/ 62 w 85"/>
                <a:gd name="T51" fmla="*/ 51 h 85"/>
                <a:gd name="T52" fmla="*/ 64 w 85"/>
                <a:gd name="T53" fmla="*/ 41 h 85"/>
                <a:gd name="T54" fmla="*/ 43 w 85"/>
                <a:gd name="T55" fmla="*/ 45 h 85"/>
                <a:gd name="T56" fmla="*/ 34 w 85"/>
                <a:gd name="T57" fmla="*/ 72 h 85"/>
                <a:gd name="T58" fmla="*/ 43 w 85"/>
                <a:gd name="T59" fmla="*/ 73 h 85"/>
                <a:gd name="T60" fmla="*/ 53 w 85"/>
                <a:gd name="T61" fmla="*/ 71 h 85"/>
                <a:gd name="T62" fmla="*/ 53 w 85"/>
                <a:gd name="T63" fmla="*/ 71 h 85"/>
                <a:gd name="T64" fmla="*/ 43 w 85"/>
                <a:gd name="T65" fmla="*/ 45 h 85"/>
                <a:gd name="T66" fmla="*/ 71 w 85"/>
                <a:gd name="T67" fmla="*/ 27 h 85"/>
                <a:gd name="T68" fmla="*/ 71 w 85"/>
                <a:gd name="T69" fmla="*/ 31 h 85"/>
                <a:gd name="T70" fmla="*/ 69 w 85"/>
                <a:gd name="T71" fmla="*/ 42 h 85"/>
                <a:gd name="T72" fmla="*/ 59 w 85"/>
                <a:gd name="T73" fmla="*/ 69 h 85"/>
                <a:gd name="T74" fmla="*/ 75 w 85"/>
                <a:gd name="T75" fmla="*/ 42 h 85"/>
                <a:gd name="T76" fmla="*/ 71 w 85"/>
                <a:gd name="T77" fmla="*/ 27 h 85"/>
                <a:gd name="T78" fmla="*/ 43 w 85"/>
                <a:gd name="T79" fmla="*/ 0 h 85"/>
                <a:gd name="T80" fmla="*/ 0 w 85"/>
                <a:gd name="T81" fmla="*/ 42 h 85"/>
                <a:gd name="T82" fmla="*/ 43 w 85"/>
                <a:gd name="T83" fmla="*/ 85 h 85"/>
                <a:gd name="T84" fmla="*/ 85 w 85"/>
                <a:gd name="T85" fmla="*/ 42 h 85"/>
                <a:gd name="T86" fmla="*/ 43 w 85"/>
                <a:gd name="T87" fmla="*/ 0 h 85"/>
                <a:gd name="T88" fmla="*/ 43 w 85"/>
                <a:gd name="T89" fmla="*/ 79 h 85"/>
                <a:gd name="T90" fmla="*/ 6 w 85"/>
                <a:gd name="T91" fmla="*/ 42 h 85"/>
                <a:gd name="T92" fmla="*/ 43 w 85"/>
                <a:gd name="T93" fmla="*/ 5 h 85"/>
                <a:gd name="T94" fmla="*/ 80 w 85"/>
                <a:gd name="T95" fmla="*/ 42 h 85"/>
                <a:gd name="T96" fmla="*/ 43 w 85"/>
                <a:gd name="T97" fmla="*/ 7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5" h="85">
                  <a:moveTo>
                    <a:pt x="11" y="42"/>
                  </a:moveTo>
                  <a:cubicBezTo>
                    <a:pt x="11" y="54"/>
                    <a:pt x="18" y="65"/>
                    <a:pt x="29" y="7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2" y="33"/>
                    <a:pt x="11" y="38"/>
                    <a:pt x="11" y="42"/>
                  </a:cubicBezTo>
                  <a:close/>
                  <a:moveTo>
                    <a:pt x="64" y="41"/>
                  </a:moveTo>
                  <a:cubicBezTo>
                    <a:pt x="64" y="37"/>
                    <a:pt x="63" y="34"/>
                    <a:pt x="62" y="32"/>
                  </a:cubicBezTo>
                  <a:cubicBezTo>
                    <a:pt x="60" y="30"/>
                    <a:pt x="59" y="27"/>
                    <a:pt x="59" y="25"/>
                  </a:cubicBezTo>
                  <a:cubicBezTo>
                    <a:pt x="59" y="22"/>
                    <a:pt x="61" y="19"/>
                    <a:pt x="64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59" y="14"/>
                    <a:pt x="51" y="11"/>
                    <a:pt x="43" y="11"/>
                  </a:cubicBezTo>
                  <a:cubicBezTo>
                    <a:pt x="32" y="11"/>
                    <a:pt x="22" y="17"/>
                    <a:pt x="16" y="25"/>
                  </a:cubicBezTo>
                  <a:cubicBezTo>
                    <a:pt x="17" y="25"/>
                    <a:pt x="18" y="25"/>
                    <a:pt x="18" y="25"/>
                  </a:cubicBezTo>
                  <a:cubicBezTo>
                    <a:pt x="22" y="25"/>
                    <a:pt x="27" y="25"/>
                    <a:pt x="27" y="25"/>
                  </a:cubicBezTo>
                  <a:cubicBezTo>
                    <a:pt x="29" y="25"/>
                    <a:pt x="29" y="27"/>
                    <a:pt x="27" y="27"/>
                  </a:cubicBezTo>
                  <a:cubicBezTo>
                    <a:pt x="27" y="27"/>
                    <a:pt x="25" y="28"/>
                    <a:pt x="23" y="28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5" y="28"/>
                    <a:pt x="34" y="27"/>
                    <a:pt x="34" y="27"/>
                  </a:cubicBezTo>
                  <a:cubicBezTo>
                    <a:pt x="32" y="27"/>
                    <a:pt x="32" y="25"/>
                    <a:pt x="34" y="25"/>
                  </a:cubicBezTo>
                  <a:cubicBezTo>
                    <a:pt x="34" y="25"/>
                    <a:pt x="39" y="25"/>
                    <a:pt x="42" y="25"/>
                  </a:cubicBezTo>
                  <a:cubicBezTo>
                    <a:pt x="46" y="25"/>
                    <a:pt x="51" y="25"/>
                    <a:pt x="51" y="25"/>
                  </a:cubicBezTo>
                  <a:cubicBezTo>
                    <a:pt x="52" y="25"/>
                    <a:pt x="53" y="27"/>
                    <a:pt x="51" y="27"/>
                  </a:cubicBezTo>
                  <a:cubicBezTo>
                    <a:pt x="51" y="27"/>
                    <a:pt x="49" y="28"/>
                    <a:pt x="47" y="28"/>
                  </a:cubicBezTo>
                  <a:cubicBezTo>
                    <a:pt x="59" y="61"/>
                    <a:pt x="59" y="61"/>
                    <a:pt x="59" y="61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63" y="46"/>
                    <a:pt x="64" y="43"/>
                    <a:pt x="64" y="41"/>
                  </a:cubicBezTo>
                  <a:close/>
                  <a:moveTo>
                    <a:pt x="43" y="45"/>
                  </a:moveTo>
                  <a:cubicBezTo>
                    <a:pt x="34" y="72"/>
                    <a:pt x="34" y="72"/>
                    <a:pt x="34" y="72"/>
                  </a:cubicBezTo>
                  <a:cubicBezTo>
                    <a:pt x="37" y="73"/>
                    <a:pt x="40" y="73"/>
                    <a:pt x="43" y="73"/>
                  </a:cubicBezTo>
                  <a:cubicBezTo>
                    <a:pt x="47" y="73"/>
                    <a:pt x="50" y="73"/>
                    <a:pt x="53" y="71"/>
                  </a:cubicBezTo>
                  <a:cubicBezTo>
                    <a:pt x="53" y="71"/>
                    <a:pt x="53" y="71"/>
                    <a:pt x="53" y="71"/>
                  </a:cubicBezTo>
                  <a:lnTo>
                    <a:pt x="43" y="45"/>
                  </a:lnTo>
                  <a:close/>
                  <a:moveTo>
                    <a:pt x="71" y="27"/>
                  </a:moveTo>
                  <a:cubicBezTo>
                    <a:pt x="71" y="28"/>
                    <a:pt x="71" y="29"/>
                    <a:pt x="71" y="31"/>
                  </a:cubicBezTo>
                  <a:cubicBezTo>
                    <a:pt x="71" y="34"/>
                    <a:pt x="70" y="37"/>
                    <a:pt x="69" y="42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68" y="64"/>
                    <a:pt x="75" y="54"/>
                    <a:pt x="75" y="42"/>
                  </a:cubicBezTo>
                  <a:cubicBezTo>
                    <a:pt x="75" y="37"/>
                    <a:pt x="73" y="32"/>
                    <a:pt x="71" y="27"/>
                  </a:cubicBezTo>
                  <a:close/>
                  <a:moveTo>
                    <a:pt x="43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66"/>
                    <a:pt x="19" y="85"/>
                    <a:pt x="43" y="85"/>
                  </a:cubicBezTo>
                  <a:cubicBezTo>
                    <a:pt x="66" y="85"/>
                    <a:pt x="85" y="66"/>
                    <a:pt x="85" y="42"/>
                  </a:cubicBezTo>
                  <a:cubicBezTo>
                    <a:pt x="85" y="19"/>
                    <a:pt x="66" y="0"/>
                    <a:pt x="43" y="0"/>
                  </a:cubicBezTo>
                  <a:close/>
                  <a:moveTo>
                    <a:pt x="43" y="79"/>
                  </a:moveTo>
                  <a:cubicBezTo>
                    <a:pt x="22" y="79"/>
                    <a:pt x="6" y="63"/>
                    <a:pt x="6" y="42"/>
                  </a:cubicBezTo>
                  <a:cubicBezTo>
                    <a:pt x="6" y="22"/>
                    <a:pt x="22" y="5"/>
                    <a:pt x="43" y="5"/>
                  </a:cubicBezTo>
                  <a:cubicBezTo>
                    <a:pt x="63" y="5"/>
                    <a:pt x="80" y="22"/>
                    <a:pt x="80" y="42"/>
                  </a:cubicBezTo>
                  <a:cubicBezTo>
                    <a:pt x="80" y="63"/>
                    <a:pt x="63" y="79"/>
                    <a:pt x="43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7" name="Freeform 99"/>
            <p:cNvSpPr>
              <a:spLocks/>
            </p:cNvSpPr>
            <p:nvPr/>
          </p:nvSpPr>
          <p:spPr bwMode="auto">
            <a:xfrm>
              <a:off x="4010" y="2780"/>
              <a:ext cx="140" cy="139"/>
            </a:xfrm>
            <a:custGeom>
              <a:avLst/>
              <a:gdLst>
                <a:gd name="T0" fmla="*/ 110 w 114"/>
                <a:gd name="T1" fmla="*/ 90 h 113"/>
                <a:gd name="T2" fmla="*/ 60 w 114"/>
                <a:gd name="T3" fmla="*/ 46 h 113"/>
                <a:gd name="T4" fmla="*/ 64 w 114"/>
                <a:gd name="T5" fmla="*/ 32 h 113"/>
                <a:gd name="T6" fmla="*/ 32 w 114"/>
                <a:gd name="T7" fmla="*/ 0 h 113"/>
                <a:gd name="T8" fmla="*/ 23 w 114"/>
                <a:gd name="T9" fmla="*/ 1 h 113"/>
                <a:gd name="T10" fmla="*/ 41 w 114"/>
                <a:gd name="T11" fmla="*/ 20 h 113"/>
                <a:gd name="T12" fmla="*/ 41 w 114"/>
                <a:gd name="T13" fmla="*/ 30 h 113"/>
                <a:gd name="T14" fmla="*/ 30 w 114"/>
                <a:gd name="T15" fmla="*/ 41 h 113"/>
                <a:gd name="T16" fmla="*/ 20 w 114"/>
                <a:gd name="T17" fmla="*/ 41 h 113"/>
                <a:gd name="T18" fmla="*/ 1 w 114"/>
                <a:gd name="T19" fmla="*/ 22 h 113"/>
                <a:gd name="T20" fmla="*/ 0 w 114"/>
                <a:gd name="T21" fmla="*/ 32 h 113"/>
                <a:gd name="T22" fmla="*/ 32 w 114"/>
                <a:gd name="T23" fmla="*/ 63 h 113"/>
                <a:gd name="T24" fmla="*/ 47 w 114"/>
                <a:gd name="T25" fmla="*/ 60 h 113"/>
                <a:gd name="T26" fmla="*/ 90 w 114"/>
                <a:gd name="T27" fmla="*/ 110 h 113"/>
                <a:gd name="T28" fmla="*/ 100 w 114"/>
                <a:gd name="T29" fmla="*/ 111 h 113"/>
                <a:gd name="T30" fmla="*/ 111 w 114"/>
                <a:gd name="T31" fmla="*/ 99 h 113"/>
                <a:gd name="T32" fmla="*/ 110 w 114"/>
                <a:gd name="T33" fmla="*/ 9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4" h="113">
                  <a:moveTo>
                    <a:pt x="110" y="90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2" y="42"/>
                    <a:pt x="64" y="37"/>
                    <a:pt x="64" y="32"/>
                  </a:cubicBezTo>
                  <a:cubicBezTo>
                    <a:pt x="64" y="14"/>
                    <a:pt x="49" y="0"/>
                    <a:pt x="32" y="0"/>
                  </a:cubicBezTo>
                  <a:cubicBezTo>
                    <a:pt x="29" y="0"/>
                    <a:pt x="26" y="0"/>
                    <a:pt x="23" y="1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4" y="22"/>
                    <a:pt x="44" y="27"/>
                    <a:pt x="41" y="3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7" y="43"/>
                    <a:pt x="23" y="43"/>
                    <a:pt x="20" y="4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5"/>
                    <a:pt x="0" y="28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ubicBezTo>
                    <a:pt x="37" y="63"/>
                    <a:pt x="42" y="62"/>
                    <a:pt x="47" y="60"/>
                  </a:cubicBezTo>
                  <a:cubicBezTo>
                    <a:pt x="90" y="110"/>
                    <a:pt x="90" y="110"/>
                    <a:pt x="90" y="110"/>
                  </a:cubicBezTo>
                  <a:cubicBezTo>
                    <a:pt x="93" y="113"/>
                    <a:pt x="97" y="113"/>
                    <a:pt x="100" y="111"/>
                  </a:cubicBezTo>
                  <a:cubicBezTo>
                    <a:pt x="111" y="99"/>
                    <a:pt x="111" y="99"/>
                    <a:pt x="111" y="99"/>
                  </a:cubicBezTo>
                  <a:cubicBezTo>
                    <a:pt x="114" y="97"/>
                    <a:pt x="113" y="92"/>
                    <a:pt x="110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8" name="Freeform 100"/>
            <p:cNvSpPr>
              <a:spLocks noEditPoints="1"/>
            </p:cNvSpPr>
            <p:nvPr/>
          </p:nvSpPr>
          <p:spPr bwMode="auto">
            <a:xfrm>
              <a:off x="3589" y="2647"/>
              <a:ext cx="137" cy="212"/>
            </a:xfrm>
            <a:custGeom>
              <a:avLst/>
              <a:gdLst>
                <a:gd name="T0" fmla="*/ 84 w 112"/>
                <a:gd name="T1" fmla="*/ 3 h 173"/>
                <a:gd name="T2" fmla="*/ 111 w 112"/>
                <a:gd name="T3" fmla="*/ 20 h 173"/>
                <a:gd name="T4" fmla="*/ 110 w 112"/>
                <a:gd name="T5" fmla="*/ 34 h 173"/>
                <a:gd name="T6" fmla="*/ 103 w 112"/>
                <a:gd name="T7" fmla="*/ 45 h 173"/>
                <a:gd name="T8" fmla="*/ 65 w 112"/>
                <a:gd name="T9" fmla="*/ 22 h 173"/>
                <a:gd name="T10" fmla="*/ 72 w 112"/>
                <a:gd name="T11" fmla="*/ 11 h 173"/>
                <a:gd name="T12" fmla="*/ 84 w 112"/>
                <a:gd name="T13" fmla="*/ 3 h 173"/>
                <a:gd name="T14" fmla="*/ 0 w 112"/>
                <a:gd name="T15" fmla="*/ 131 h 173"/>
                <a:gd name="T16" fmla="*/ 1 w 112"/>
                <a:gd name="T17" fmla="*/ 173 h 173"/>
                <a:gd name="T18" fmla="*/ 38 w 112"/>
                <a:gd name="T19" fmla="*/ 154 h 173"/>
                <a:gd name="T20" fmla="*/ 98 w 112"/>
                <a:gd name="T21" fmla="*/ 53 h 173"/>
                <a:gd name="T22" fmla="*/ 60 w 112"/>
                <a:gd name="T23" fmla="*/ 30 h 173"/>
                <a:gd name="T24" fmla="*/ 0 w 112"/>
                <a:gd name="T25" fmla="*/ 131 h 173"/>
                <a:gd name="T26" fmla="*/ 76 w 112"/>
                <a:gd name="T27" fmla="*/ 58 h 173"/>
                <a:gd name="T28" fmla="*/ 30 w 112"/>
                <a:gd name="T29" fmla="*/ 135 h 173"/>
                <a:gd name="T30" fmla="*/ 20 w 112"/>
                <a:gd name="T31" fmla="*/ 129 h 173"/>
                <a:gd name="T32" fmla="*/ 66 w 112"/>
                <a:gd name="T33" fmla="*/ 52 h 173"/>
                <a:gd name="T34" fmla="*/ 76 w 112"/>
                <a:gd name="T35" fmla="*/ 58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2" h="173">
                  <a:moveTo>
                    <a:pt x="84" y="3"/>
                  </a:moveTo>
                  <a:cubicBezTo>
                    <a:pt x="96" y="0"/>
                    <a:pt x="108" y="8"/>
                    <a:pt x="111" y="20"/>
                  </a:cubicBezTo>
                  <a:cubicBezTo>
                    <a:pt x="112" y="25"/>
                    <a:pt x="112" y="30"/>
                    <a:pt x="110" y="34"/>
                  </a:cubicBezTo>
                  <a:cubicBezTo>
                    <a:pt x="103" y="45"/>
                    <a:pt x="103" y="45"/>
                    <a:pt x="103" y="45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5" y="7"/>
                    <a:pt x="79" y="5"/>
                    <a:pt x="84" y="3"/>
                  </a:cubicBezTo>
                  <a:close/>
                  <a:moveTo>
                    <a:pt x="0" y="131"/>
                  </a:moveTo>
                  <a:cubicBezTo>
                    <a:pt x="1" y="173"/>
                    <a:pt x="1" y="173"/>
                    <a:pt x="1" y="173"/>
                  </a:cubicBezTo>
                  <a:cubicBezTo>
                    <a:pt x="38" y="154"/>
                    <a:pt x="38" y="154"/>
                    <a:pt x="38" y="154"/>
                  </a:cubicBezTo>
                  <a:cubicBezTo>
                    <a:pt x="98" y="53"/>
                    <a:pt x="98" y="53"/>
                    <a:pt x="98" y="53"/>
                  </a:cubicBezTo>
                  <a:cubicBezTo>
                    <a:pt x="60" y="30"/>
                    <a:pt x="60" y="30"/>
                    <a:pt x="60" y="30"/>
                  </a:cubicBezTo>
                  <a:lnTo>
                    <a:pt x="0" y="131"/>
                  </a:lnTo>
                  <a:close/>
                  <a:moveTo>
                    <a:pt x="76" y="58"/>
                  </a:moveTo>
                  <a:cubicBezTo>
                    <a:pt x="30" y="135"/>
                    <a:pt x="30" y="135"/>
                    <a:pt x="30" y="135"/>
                  </a:cubicBezTo>
                  <a:cubicBezTo>
                    <a:pt x="20" y="129"/>
                    <a:pt x="20" y="129"/>
                    <a:pt x="20" y="129"/>
                  </a:cubicBezTo>
                  <a:cubicBezTo>
                    <a:pt x="66" y="52"/>
                    <a:pt x="66" y="52"/>
                    <a:pt x="66" y="52"/>
                  </a:cubicBezTo>
                  <a:lnTo>
                    <a:pt x="76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9" name="Freeform 101"/>
            <p:cNvSpPr>
              <a:spLocks noEditPoints="1"/>
            </p:cNvSpPr>
            <p:nvPr/>
          </p:nvSpPr>
          <p:spPr bwMode="auto">
            <a:xfrm>
              <a:off x="3753" y="2655"/>
              <a:ext cx="117" cy="133"/>
            </a:xfrm>
            <a:custGeom>
              <a:avLst/>
              <a:gdLst>
                <a:gd name="T0" fmla="*/ 40 w 95"/>
                <a:gd name="T1" fmla="*/ 61 h 108"/>
                <a:gd name="T2" fmla="*/ 34 w 95"/>
                <a:gd name="T3" fmla="*/ 54 h 108"/>
                <a:gd name="T4" fmla="*/ 13 w 95"/>
                <a:gd name="T5" fmla="*/ 74 h 108"/>
                <a:gd name="T6" fmla="*/ 34 w 95"/>
                <a:gd name="T7" fmla="*/ 95 h 108"/>
                <a:gd name="T8" fmla="*/ 40 w 95"/>
                <a:gd name="T9" fmla="*/ 88 h 108"/>
                <a:gd name="T10" fmla="*/ 27 w 95"/>
                <a:gd name="T11" fmla="*/ 74 h 108"/>
                <a:gd name="T12" fmla="*/ 40 w 95"/>
                <a:gd name="T13" fmla="*/ 61 h 108"/>
                <a:gd name="T14" fmla="*/ 54 w 95"/>
                <a:gd name="T15" fmla="*/ 88 h 108"/>
                <a:gd name="T16" fmla="*/ 61 w 95"/>
                <a:gd name="T17" fmla="*/ 95 h 108"/>
                <a:gd name="T18" fmla="*/ 81 w 95"/>
                <a:gd name="T19" fmla="*/ 74 h 108"/>
                <a:gd name="T20" fmla="*/ 61 w 95"/>
                <a:gd name="T21" fmla="*/ 54 h 108"/>
                <a:gd name="T22" fmla="*/ 54 w 95"/>
                <a:gd name="T23" fmla="*/ 61 h 108"/>
                <a:gd name="T24" fmla="*/ 68 w 95"/>
                <a:gd name="T25" fmla="*/ 74 h 108"/>
                <a:gd name="T26" fmla="*/ 54 w 95"/>
                <a:gd name="T27" fmla="*/ 88 h 108"/>
                <a:gd name="T28" fmla="*/ 89 w 95"/>
                <a:gd name="T29" fmla="*/ 21 h 108"/>
                <a:gd name="T30" fmla="*/ 74 w 95"/>
                <a:gd name="T31" fmla="*/ 6 h 108"/>
                <a:gd name="T32" fmla="*/ 59 w 95"/>
                <a:gd name="T33" fmla="*/ 0 h 108"/>
                <a:gd name="T34" fmla="*/ 8 w 95"/>
                <a:gd name="T35" fmla="*/ 0 h 108"/>
                <a:gd name="T36" fmla="*/ 0 w 95"/>
                <a:gd name="T37" fmla="*/ 8 h 108"/>
                <a:gd name="T38" fmla="*/ 0 w 95"/>
                <a:gd name="T39" fmla="*/ 100 h 108"/>
                <a:gd name="T40" fmla="*/ 8 w 95"/>
                <a:gd name="T41" fmla="*/ 108 h 108"/>
                <a:gd name="T42" fmla="*/ 86 w 95"/>
                <a:gd name="T43" fmla="*/ 108 h 108"/>
                <a:gd name="T44" fmla="*/ 95 w 95"/>
                <a:gd name="T45" fmla="*/ 100 h 108"/>
                <a:gd name="T46" fmla="*/ 95 w 95"/>
                <a:gd name="T47" fmla="*/ 35 h 108"/>
                <a:gd name="T48" fmla="*/ 89 w 95"/>
                <a:gd name="T49" fmla="*/ 21 h 108"/>
                <a:gd name="T50" fmla="*/ 84 w 95"/>
                <a:gd name="T51" fmla="*/ 26 h 108"/>
                <a:gd name="T52" fmla="*/ 85 w 95"/>
                <a:gd name="T53" fmla="*/ 27 h 108"/>
                <a:gd name="T54" fmla="*/ 68 w 95"/>
                <a:gd name="T55" fmla="*/ 27 h 108"/>
                <a:gd name="T56" fmla="*/ 68 w 95"/>
                <a:gd name="T57" fmla="*/ 10 h 108"/>
                <a:gd name="T58" fmla="*/ 69 w 95"/>
                <a:gd name="T59" fmla="*/ 11 h 108"/>
                <a:gd name="T60" fmla="*/ 84 w 95"/>
                <a:gd name="T61" fmla="*/ 26 h 108"/>
                <a:gd name="T62" fmla="*/ 88 w 95"/>
                <a:gd name="T63" fmla="*/ 100 h 108"/>
                <a:gd name="T64" fmla="*/ 86 w 95"/>
                <a:gd name="T65" fmla="*/ 102 h 108"/>
                <a:gd name="T66" fmla="*/ 8 w 95"/>
                <a:gd name="T67" fmla="*/ 102 h 108"/>
                <a:gd name="T68" fmla="*/ 6 w 95"/>
                <a:gd name="T69" fmla="*/ 100 h 108"/>
                <a:gd name="T70" fmla="*/ 6 w 95"/>
                <a:gd name="T71" fmla="*/ 8 h 108"/>
                <a:gd name="T72" fmla="*/ 8 w 95"/>
                <a:gd name="T73" fmla="*/ 7 h 108"/>
                <a:gd name="T74" fmla="*/ 59 w 95"/>
                <a:gd name="T75" fmla="*/ 7 h 108"/>
                <a:gd name="T76" fmla="*/ 61 w 95"/>
                <a:gd name="T77" fmla="*/ 7 h 108"/>
                <a:gd name="T78" fmla="*/ 61 w 95"/>
                <a:gd name="T79" fmla="*/ 34 h 108"/>
                <a:gd name="T80" fmla="*/ 88 w 95"/>
                <a:gd name="T81" fmla="*/ 34 h 108"/>
                <a:gd name="T82" fmla="*/ 88 w 95"/>
                <a:gd name="T83" fmla="*/ 35 h 108"/>
                <a:gd name="T84" fmla="*/ 88 w 95"/>
                <a:gd name="T85" fmla="*/ 10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5" h="108">
                  <a:moveTo>
                    <a:pt x="40" y="61"/>
                  </a:moveTo>
                  <a:cubicBezTo>
                    <a:pt x="34" y="54"/>
                    <a:pt x="34" y="54"/>
                    <a:pt x="34" y="54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40" y="88"/>
                    <a:pt x="40" y="88"/>
                    <a:pt x="40" y="88"/>
                  </a:cubicBezTo>
                  <a:cubicBezTo>
                    <a:pt x="27" y="74"/>
                    <a:pt x="27" y="74"/>
                    <a:pt x="27" y="74"/>
                  </a:cubicBezTo>
                  <a:lnTo>
                    <a:pt x="40" y="61"/>
                  </a:lnTo>
                  <a:close/>
                  <a:moveTo>
                    <a:pt x="54" y="88"/>
                  </a:moveTo>
                  <a:cubicBezTo>
                    <a:pt x="61" y="95"/>
                    <a:pt x="61" y="95"/>
                    <a:pt x="61" y="95"/>
                  </a:cubicBezTo>
                  <a:cubicBezTo>
                    <a:pt x="81" y="74"/>
                    <a:pt x="81" y="74"/>
                    <a:pt x="81" y="7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68" y="74"/>
                    <a:pt x="68" y="74"/>
                    <a:pt x="68" y="74"/>
                  </a:cubicBezTo>
                  <a:lnTo>
                    <a:pt x="54" y="88"/>
                  </a:lnTo>
                  <a:close/>
                  <a:moveTo>
                    <a:pt x="89" y="21"/>
                  </a:moveTo>
                  <a:cubicBezTo>
                    <a:pt x="74" y="6"/>
                    <a:pt x="74" y="6"/>
                    <a:pt x="74" y="6"/>
                  </a:cubicBezTo>
                  <a:cubicBezTo>
                    <a:pt x="70" y="2"/>
                    <a:pt x="64" y="0"/>
                    <a:pt x="5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3" y="108"/>
                    <a:pt x="8" y="108"/>
                  </a:cubicBezTo>
                  <a:cubicBezTo>
                    <a:pt x="86" y="108"/>
                    <a:pt x="86" y="108"/>
                    <a:pt x="86" y="108"/>
                  </a:cubicBezTo>
                  <a:cubicBezTo>
                    <a:pt x="91" y="108"/>
                    <a:pt x="95" y="105"/>
                    <a:pt x="95" y="100"/>
                  </a:cubicBezTo>
                  <a:cubicBezTo>
                    <a:pt x="95" y="35"/>
                    <a:pt x="95" y="35"/>
                    <a:pt x="95" y="35"/>
                  </a:cubicBezTo>
                  <a:cubicBezTo>
                    <a:pt x="95" y="31"/>
                    <a:pt x="92" y="24"/>
                    <a:pt x="89" y="21"/>
                  </a:cubicBezTo>
                  <a:close/>
                  <a:moveTo>
                    <a:pt x="84" y="26"/>
                  </a:moveTo>
                  <a:cubicBezTo>
                    <a:pt x="84" y="26"/>
                    <a:pt x="85" y="26"/>
                    <a:pt x="85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1"/>
                  </a:cubicBezTo>
                  <a:lnTo>
                    <a:pt x="84" y="26"/>
                  </a:lnTo>
                  <a:close/>
                  <a:moveTo>
                    <a:pt x="88" y="100"/>
                  </a:moveTo>
                  <a:cubicBezTo>
                    <a:pt x="88" y="101"/>
                    <a:pt x="87" y="102"/>
                    <a:pt x="86" y="102"/>
                  </a:cubicBezTo>
                  <a:cubicBezTo>
                    <a:pt x="8" y="102"/>
                    <a:pt x="8" y="102"/>
                    <a:pt x="8" y="102"/>
                  </a:cubicBezTo>
                  <a:cubicBezTo>
                    <a:pt x="7" y="102"/>
                    <a:pt x="6" y="101"/>
                    <a:pt x="6" y="100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7"/>
                    <a:pt x="7" y="7"/>
                    <a:pt x="8" y="7"/>
                  </a:cubicBezTo>
                  <a:cubicBezTo>
                    <a:pt x="59" y="7"/>
                    <a:pt x="59" y="7"/>
                    <a:pt x="59" y="7"/>
                  </a:cubicBezTo>
                  <a:cubicBezTo>
                    <a:pt x="60" y="7"/>
                    <a:pt x="60" y="7"/>
                    <a:pt x="61" y="7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8" y="34"/>
                    <a:pt x="88" y="35"/>
                    <a:pt x="88" y="35"/>
                  </a:cubicBezTo>
                  <a:lnTo>
                    <a:pt x="88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0" name="Freeform 102"/>
            <p:cNvSpPr>
              <a:spLocks noEditPoints="1"/>
            </p:cNvSpPr>
            <p:nvPr/>
          </p:nvSpPr>
          <p:spPr bwMode="auto">
            <a:xfrm>
              <a:off x="3538" y="1369"/>
              <a:ext cx="154" cy="114"/>
            </a:xfrm>
            <a:custGeom>
              <a:avLst/>
              <a:gdLst>
                <a:gd name="T0" fmla="*/ 101 w 125"/>
                <a:gd name="T1" fmla="*/ 0 h 93"/>
                <a:gd name="T2" fmla="*/ 23 w 125"/>
                <a:gd name="T3" fmla="*/ 0 h 93"/>
                <a:gd name="T4" fmla="*/ 0 w 125"/>
                <a:gd name="T5" fmla="*/ 23 h 93"/>
                <a:gd name="T6" fmla="*/ 0 w 125"/>
                <a:gd name="T7" fmla="*/ 70 h 93"/>
                <a:gd name="T8" fmla="*/ 23 w 125"/>
                <a:gd name="T9" fmla="*/ 93 h 93"/>
                <a:gd name="T10" fmla="*/ 101 w 125"/>
                <a:gd name="T11" fmla="*/ 93 h 93"/>
                <a:gd name="T12" fmla="*/ 125 w 125"/>
                <a:gd name="T13" fmla="*/ 70 h 93"/>
                <a:gd name="T14" fmla="*/ 125 w 125"/>
                <a:gd name="T15" fmla="*/ 23 h 93"/>
                <a:gd name="T16" fmla="*/ 101 w 125"/>
                <a:gd name="T17" fmla="*/ 0 h 93"/>
                <a:gd name="T18" fmla="*/ 47 w 125"/>
                <a:gd name="T19" fmla="*/ 77 h 93"/>
                <a:gd name="T20" fmla="*/ 47 w 125"/>
                <a:gd name="T21" fmla="*/ 15 h 93"/>
                <a:gd name="T22" fmla="*/ 86 w 125"/>
                <a:gd name="T23" fmla="*/ 46 h 93"/>
                <a:gd name="T24" fmla="*/ 47 w 125"/>
                <a:gd name="T25" fmla="*/ 7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93">
                  <a:moveTo>
                    <a:pt x="101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82"/>
                    <a:pt x="11" y="93"/>
                    <a:pt x="23" y="93"/>
                  </a:cubicBezTo>
                  <a:cubicBezTo>
                    <a:pt x="101" y="93"/>
                    <a:pt x="101" y="93"/>
                    <a:pt x="101" y="93"/>
                  </a:cubicBezTo>
                  <a:cubicBezTo>
                    <a:pt x="114" y="93"/>
                    <a:pt x="125" y="82"/>
                    <a:pt x="125" y="70"/>
                  </a:cubicBezTo>
                  <a:cubicBezTo>
                    <a:pt x="125" y="23"/>
                    <a:pt x="125" y="23"/>
                    <a:pt x="125" y="23"/>
                  </a:cubicBezTo>
                  <a:cubicBezTo>
                    <a:pt x="125" y="10"/>
                    <a:pt x="114" y="0"/>
                    <a:pt x="101" y="0"/>
                  </a:cubicBezTo>
                  <a:close/>
                  <a:moveTo>
                    <a:pt x="47" y="77"/>
                  </a:moveTo>
                  <a:cubicBezTo>
                    <a:pt x="47" y="15"/>
                    <a:pt x="47" y="15"/>
                    <a:pt x="47" y="15"/>
                  </a:cubicBezTo>
                  <a:cubicBezTo>
                    <a:pt x="86" y="46"/>
                    <a:pt x="86" y="46"/>
                    <a:pt x="86" y="46"/>
                  </a:cubicBezTo>
                  <a:lnTo>
                    <a:pt x="47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1" name="Freeform 103"/>
            <p:cNvSpPr>
              <a:spLocks noEditPoints="1"/>
            </p:cNvSpPr>
            <p:nvPr/>
          </p:nvSpPr>
          <p:spPr bwMode="auto">
            <a:xfrm>
              <a:off x="3348" y="2296"/>
              <a:ext cx="80" cy="81"/>
            </a:xfrm>
            <a:custGeom>
              <a:avLst/>
              <a:gdLst>
                <a:gd name="T0" fmla="*/ 61 w 65"/>
                <a:gd name="T1" fmla="*/ 19 h 66"/>
                <a:gd name="T2" fmla="*/ 47 w 65"/>
                <a:gd name="T3" fmla="*/ 4 h 66"/>
                <a:gd name="T4" fmla="*/ 51 w 65"/>
                <a:gd name="T5" fmla="*/ 0 h 66"/>
                <a:gd name="T6" fmla="*/ 65 w 65"/>
                <a:gd name="T7" fmla="*/ 14 h 66"/>
                <a:gd name="T8" fmla="*/ 61 w 65"/>
                <a:gd name="T9" fmla="*/ 19 h 66"/>
                <a:gd name="T10" fmla="*/ 57 w 65"/>
                <a:gd name="T11" fmla="*/ 23 h 66"/>
                <a:gd name="T12" fmla="*/ 55 w 65"/>
                <a:gd name="T13" fmla="*/ 45 h 66"/>
                <a:gd name="T14" fmla="*/ 10 w 65"/>
                <a:gd name="T15" fmla="*/ 66 h 66"/>
                <a:gd name="T16" fmla="*/ 6 w 65"/>
                <a:gd name="T17" fmla="*/ 63 h 66"/>
                <a:gd name="T18" fmla="*/ 24 w 65"/>
                <a:gd name="T19" fmla="*/ 45 h 66"/>
                <a:gd name="T20" fmla="*/ 26 w 65"/>
                <a:gd name="T21" fmla="*/ 45 h 66"/>
                <a:gd name="T22" fmla="*/ 32 w 65"/>
                <a:gd name="T23" fmla="*/ 39 h 66"/>
                <a:gd name="T24" fmla="*/ 26 w 65"/>
                <a:gd name="T25" fmla="*/ 33 h 66"/>
                <a:gd name="T26" fmla="*/ 20 w 65"/>
                <a:gd name="T27" fmla="*/ 39 h 66"/>
                <a:gd name="T28" fmla="*/ 21 w 65"/>
                <a:gd name="T29" fmla="*/ 41 h 66"/>
                <a:gd name="T30" fmla="*/ 3 w 65"/>
                <a:gd name="T31" fmla="*/ 59 h 66"/>
                <a:gd name="T32" fmla="*/ 0 w 65"/>
                <a:gd name="T33" fmla="*/ 56 h 66"/>
                <a:gd name="T34" fmla="*/ 20 w 65"/>
                <a:gd name="T35" fmla="*/ 10 h 66"/>
                <a:gd name="T36" fmla="*/ 43 w 65"/>
                <a:gd name="T37" fmla="*/ 8 h 66"/>
                <a:gd name="T38" fmla="*/ 57 w 65"/>
                <a:gd name="T39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66">
                  <a:moveTo>
                    <a:pt x="61" y="19"/>
                  </a:moveTo>
                  <a:cubicBezTo>
                    <a:pt x="47" y="4"/>
                    <a:pt x="47" y="4"/>
                    <a:pt x="47" y="4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5" y="14"/>
                    <a:pt x="65" y="14"/>
                    <a:pt x="65" y="14"/>
                  </a:cubicBezTo>
                  <a:lnTo>
                    <a:pt x="61" y="19"/>
                  </a:lnTo>
                  <a:close/>
                  <a:moveTo>
                    <a:pt x="57" y="23"/>
                  </a:moveTo>
                  <a:cubicBezTo>
                    <a:pt x="55" y="45"/>
                    <a:pt x="55" y="45"/>
                    <a:pt x="55" y="45"/>
                  </a:cubicBezTo>
                  <a:cubicBezTo>
                    <a:pt x="37" y="45"/>
                    <a:pt x="10" y="66"/>
                    <a:pt x="10" y="66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5" y="45"/>
                    <a:pt x="25" y="45"/>
                    <a:pt x="26" y="45"/>
                  </a:cubicBezTo>
                  <a:cubicBezTo>
                    <a:pt x="30" y="45"/>
                    <a:pt x="32" y="43"/>
                    <a:pt x="32" y="39"/>
                  </a:cubicBezTo>
                  <a:cubicBezTo>
                    <a:pt x="32" y="36"/>
                    <a:pt x="30" y="33"/>
                    <a:pt x="26" y="33"/>
                  </a:cubicBezTo>
                  <a:cubicBezTo>
                    <a:pt x="23" y="33"/>
                    <a:pt x="20" y="36"/>
                    <a:pt x="20" y="39"/>
                  </a:cubicBezTo>
                  <a:cubicBezTo>
                    <a:pt x="20" y="40"/>
                    <a:pt x="20" y="41"/>
                    <a:pt x="21" y="41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20" y="29"/>
                    <a:pt x="20" y="10"/>
                  </a:cubicBezTo>
                  <a:cubicBezTo>
                    <a:pt x="43" y="8"/>
                    <a:pt x="43" y="8"/>
                    <a:pt x="43" y="8"/>
                  </a:cubicBezTo>
                  <a:lnTo>
                    <a:pt x="5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2" name="Freeform 104"/>
            <p:cNvSpPr>
              <a:spLocks/>
            </p:cNvSpPr>
            <p:nvPr/>
          </p:nvSpPr>
          <p:spPr bwMode="auto">
            <a:xfrm>
              <a:off x="3484" y="2201"/>
              <a:ext cx="108" cy="104"/>
            </a:xfrm>
            <a:custGeom>
              <a:avLst/>
              <a:gdLst>
                <a:gd name="T0" fmla="*/ 55 w 88"/>
                <a:gd name="T1" fmla="*/ 60 h 85"/>
                <a:gd name="T2" fmla="*/ 53 w 88"/>
                <a:gd name="T3" fmla="*/ 54 h 85"/>
                <a:gd name="T4" fmla="*/ 61 w 88"/>
                <a:gd name="T5" fmla="*/ 39 h 85"/>
                <a:gd name="T6" fmla="*/ 63 w 88"/>
                <a:gd name="T7" fmla="*/ 27 h 85"/>
                <a:gd name="T8" fmla="*/ 44 w 88"/>
                <a:gd name="T9" fmla="*/ 0 h 85"/>
                <a:gd name="T10" fmla="*/ 25 w 88"/>
                <a:gd name="T11" fmla="*/ 27 h 85"/>
                <a:gd name="T12" fmla="*/ 28 w 88"/>
                <a:gd name="T13" fmla="*/ 39 h 85"/>
                <a:gd name="T14" fmla="*/ 36 w 88"/>
                <a:gd name="T15" fmla="*/ 54 h 85"/>
                <a:gd name="T16" fmla="*/ 33 w 88"/>
                <a:gd name="T17" fmla="*/ 60 h 85"/>
                <a:gd name="T18" fmla="*/ 0 w 88"/>
                <a:gd name="T19" fmla="*/ 85 h 85"/>
                <a:gd name="T20" fmla="*/ 44 w 88"/>
                <a:gd name="T21" fmla="*/ 85 h 85"/>
                <a:gd name="T22" fmla="*/ 88 w 88"/>
                <a:gd name="T23" fmla="*/ 85 h 85"/>
                <a:gd name="T24" fmla="*/ 55 w 88"/>
                <a:gd name="T25" fmla="*/ 6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85">
                  <a:moveTo>
                    <a:pt x="55" y="60"/>
                  </a:moveTo>
                  <a:cubicBezTo>
                    <a:pt x="53" y="60"/>
                    <a:pt x="53" y="54"/>
                    <a:pt x="53" y="54"/>
                  </a:cubicBezTo>
                  <a:cubicBezTo>
                    <a:pt x="53" y="54"/>
                    <a:pt x="59" y="47"/>
                    <a:pt x="61" y="39"/>
                  </a:cubicBezTo>
                  <a:cubicBezTo>
                    <a:pt x="64" y="39"/>
                    <a:pt x="67" y="30"/>
                    <a:pt x="63" y="27"/>
                  </a:cubicBezTo>
                  <a:cubicBezTo>
                    <a:pt x="63" y="23"/>
                    <a:pt x="68" y="0"/>
                    <a:pt x="44" y="0"/>
                  </a:cubicBezTo>
                  <a:cubicBezTo>
                    <a:pt x="21" y="0"/>
                    <a:pt x="25" y="23"/>
                    <a:pt x="25" y="27"/>
                  </a:cubicBezTo>
                  <a:cubicBezTo>
                    <a:pt x="22" y="30"/>
                    <a:pt x="24" y="39"/>
                    <a:pt x="28" y="39"/>
                  </a:cubicBezTo>
                  <a:cubicBezTo>
                    <a:pt x="29" y="47"/>
                    <a:pt x="36" y="54"/>
                    <a:pt x="36" y="54"/>
                  </a:cubicBezTo>
                  <a:cubicBezTo>
                    <a:pt x="36" y="54"/>
                    <a:pt x="35" y="60"/>
                    <a:pt x="33" y="60"/>
                  </a:cubicBezTo>
                  <a:cubicBezTo>
                    <a:pt x="26" y="61"/>
                    <a:pt x="0" y="73"/>
                    <a:pt x="0" y="85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88" y="85"/>
                    <a:pt x="88" y="85"/>
                    <a:pt x="88" y="85"/>
                  </a:cubicBezTo>
                  <a:cubicBezTo>
                    <a:pt x="88" y="73"/>
                    <a:pt x="62" y="61"/>
                    <a:pt x="55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3" name="Freeform 105"/>
            <p:cNvSpPr>
              <a:spLocks noEditPoints="1"/>
            </p:cNvSpPr>
            <p:nvPr/>
          </p:nvSpPr>
          <p:spPr bwMode="auto">
            <a:xfrm>
              <a:off x="3158" y="2380"/>
              <a:ext cx="100" cy="102"/>
            </a:xfrm>
            <a:custGeom>
              <a:avLst/>
              <a:gdLst>
                <a:gd name="T0" fmla="*/ 0 w 82"/>
                <a:gd name="T1" fmla="*/ 42 h 83"/>
                <a:gd name="T2" fmla="*/ 82 w 82"/>
                <a:gd name="T3" fmla="*/ 42 h 83"/>
                <a:gd name="T4" fmla="*/ 64 w 82"/>
                <a:gd name="T5" fmla="*/ 55 h 83"/>
                <a:gd name="T6" fmla="*/ 77 w 82"/>
                <a:gd name="T7" fmla="*/ 44 h 83"/>
                <a:gd name="T8" fmla="*/ 64 w 82"/>
                <a:gd name="T9" fmla="*/ 55 h 83"/>
                <a:gd name="T10" fmla="*/ 16 w 82"/>
                <a:gd name="T11" fmla="*/ 39 h 83"/>
                <a:gd name="T12" fmla="*/ 8 w 82"/>
                <a:gd name="T13" fmla="*/ 28 h 83"/>
                <a:gd name="T14" fmla="*/ 59 w 82"/>
                <a:gd name="T15" fmla="*/ 28 h 83"/>
                <a:gd name="T16" fmla="*/ 44 w 82"/>
                <a:gd name="T17" fmla="*/ 39 h 83"/>
                <a:gd name="T18" fmla="*/ 59 w 82"/>
                <a:gd name="T19" fmla="*/ 28 h 83"/>
                <a:gd name="T20" fmla="*/ 44 w 82"/>
                <a:gd name="T21" fmla="*/ 6 h 83"/>
                <a:gd name="T22" fmla="*/ 54 w 82"/>
                <a:gd name="T23" fmla="*/ 15 h 83"/>
                <a:gd name="T24" fmla="*/ 44 w 82"/>
                <a:gd name="T25" fmla="*/ 22 h 83"/>
                <a:gd name="T26" fmla="*/ 35 w 82"/>
                <a:gd name="T27" fmla="*/ 8 h 83"/>
                <a:gd name="T28" fmla="*/ 38 w 82"/>
                <a:gd name="T29" fmla="*/ 22 h 83"/>
                <a:gd name="T30" fmla="*/ 28 w 82"/>
                <a:gd name="T31" fmla="*/ 15 h 83"/>
                <a:gd name="T32" fmla="*/ 38 w 82"/>
                <a:gd name="T33" fmla="*/ 39 h 83"/>
                <a:gd name="T34" fmla="*/ 23 w 82"/>
                <a:gd name="T35" fmla="*/ 28 h 83"/>
                <a:gd name="T36" fmla="*/ 8 w 82"/>
                <a:gd name="T37" fmla="*/ 55 h 83"/>
                <a:gd name="T38" fmla="*/ 16 w 82"/>
                <a:gd name="T39" fmla="*/ 44 h 83"/>
                <a:gd name="T40" fmla="*/ 8 w 82"/>
                <a:gd name="T41" fmla="*/ 55 h 83"/>
                <a:gd name="T42" fmla="*/ 38 w 82"/>
                <a:gd name="T43" fmla="*/ 44 h 83"/>
                <a:gd name="T44" fmla="*/ 23 w 82"/>
                <a:gd name="T45" fmla="*/ 55 h 83"/>
                <a:gd name="T46" fmla="*/ 38 w 82"/>
                <a:gd name="T47" fmla="*/ 61 h 83"/>
                <a:gd name="T48" fmla="*/ 35 w 82"/>
                <a:gd name="T49" fmla="*/ 75 h 83"/>
                <a:gd name="T50" fmla="*/ 25 w 82"/>
                <a:gd name="T51" fmla="*/ 61 h 83"/>
                <a:gd name="T52" fmla="*/ 54 w 82"/>
                <a:gd name="T53" fmla="*/ 68 h 83"/>
                <a:gd name="T54" fmla="*/ 44 w 82"/>
                <a:gd name="T55" fmla="*/ 77 h 83"/>
                <a:gd name="T56" fmla="*/ 57 w 82"/>
                <a:gd name="T57" fmla="*/ 61 h 83"/>
                <a:gd name="T58" fmla="*/ 44 w 82"/>
                <a:gd name="T59" fmla="*/ 55 h 83"/>
                <a:gd name="T60" fmla="*/ 60 w 82"/>
                <a:gd name="T61" fmla="*/ 44 h 83"/>
                <a:gd name="T62" fmla="*/ 44 w 82"/>
                <a:gd name="T63" fmla="*/ 55 h 83"/>
                <a:gd name="T64" fmla="*/ 64 w 82"/>
                <a:gd name="T65" fmla="*/ 28 h 83"/>
                <a:gd name="T66" fmla="*/ 77 w 82"/>
                <a:gd name="T67" fmla="*/ 39 h 83"/>
                <a:gd name="T68" fmla="*/ 71 w 82"/>
                <a:gd name="T69" fmla="*/ 22 h 83"/>
                <a:gd name="T70" fmla="*/ 57 w 82"/>
                <a:gd name="T71" fmla="*/ 9 h 83"/>
                <a:gd name="T72" fmla="*/ 71 w 82"/>
                <a:gd name="T73" fmla="*/ 22 h 83"/>
                <a:gd name="T74" fmla="*/ 26 w 82"/>
                <a:gd name="T75" fmla="*/ 9 h 83"/>
                <a:gd name="T76" fmla="*/ 11 w 82"/>
                <a:gd name="T77" fmla="*/ 22 h 83"/>
                <a:gd name="T78" fmla="*/ 11 w 82"/>
                <a:gd name="T79" fmla="*/ 61 h 83"/>
                <a:gd name="T80" fmla="*/ 26 w 82"/>
                <a:gd name="T81" fmla="*/ 74 h 83"/>
                <a:gd name="T82" fmla="*/ 11 w 82"/>
                <a:gd name="T83" fmla="*/ 61 h 83"/>
                <a:gd name="T84" fmla="*/ 57 w 82"/>
                <a:gd name="T85" fmla="*/ 74 h 83"/>
                <a:gd name="T86" fmla="*/ 71 w 82"/>
                <a:gd name="T87" fmla="*/ 6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2" h="83">
                  <a:moveTo>
                    <a:pt x="41" y="0"/>
                  </a:moveTo>
                  <a:cubicBezTo>
                    <a:pt x="18" y="0"/>
                    <a:pt x="0" y="19"/>
                    <a:pt x="0" y="42"/>
                  </a:cubicBezTo>
                  <a:cubicBezTo>
                    <a:pt x="0" y="64"/>
                    <a:pt x="18" y="83"/>
                    <a:pt x="41" y="83"/>
                  </a:cubicBezTo>
                  <a:cubicBezTo>
                    <a:pt x="64" y="83"/>
                    <a:pt x="82" y="64"/>
                    <a:pt x="82" y="42"/>
                  </a:cubicBezTo>
                  <a:cubicBezTo>
                    <a:pt x="82" y="19"/>
                    <a:pt x="64" y="0"/>
                    <a:pt x="41" y="0"/>
                  </a:cubicBezTo>
                  <a:close/>
                  <a:moveTo>
                    <a:pt x="64" y="55"/>
                  </a:moveTo>
                  <a:cubicBezTo>
                    <a:pt x="65" y="52"/>
                    <a:pt x="66" y="48"/>
                    <a:pt x="66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76" y="48"/>
                    <a:pt x="76" y="52"/>
                    <a:pt x="74" y="55"/>
                  </a:cubicBezTo>
                  <a:lnTo>
                    <a:pt x="64" y="55"/>
                  </a:lnTo>
                  <a:close/>
                  <a:moveTo>
                    <a:pt x="18" y="28"/>
                  </a:moveTo>
                  <a:cubicBezTo>
                    <a:pt x="17" y="31"/>
                    <a:pt x="17" y="35"/>
                    <a:pt x="16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5"/>
                    <a:pt x="7" y="31"/>
                    <a:pt x="8" y="28"/>
                  </a:cubicBezTo>
                  <a:lnTo>
                    <a:pt x="18" y="28"/>
                  </a:lnTo>
                  <a:close/>
                  <a:moveTo>
                    <a:pt x="59" y="28"/>
                  </a:moveTo>
                  <a:cubicBezTo>
                    <a:pt x="60" y="31"/>
                    <a:pt x="60" y="35"/>
                    <a:pt x="60" y="39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44" y="28"/>
                    <a:pt x="44" y="28"/>
                    <a:pt x="44" y="28"/>
                  </a:cubicBezTo>
                  <a:lnTo>
                    <a:pt x="59" y="28"/>
                  </a:lnTo>
                  <a:close/>
                  <a:moveTo>
                    <a:pt x="44" y="22"/>
                  </a:moveTo>
                  <a:cubicBezTo>
                    <a:pt x="44" y="6"/>
                    <a:pt x="44" y="6"/>
                    <a:pt x="44" y="6"/>
                  </a:cubicBezTo>
                  <a:cubicBezTo>
                    <a:pt x="45" y="7"/>
                    <a:pt x="46" y="7"/>
                    <a:pt x="48" y="8"/>
                  </a:cubicBezTo>
                  <a:cubicBezTo>
                    <a:pt x="50" y="10"/>
                    <a:pt x="52" y="12"/>
                    <a:pt x="54" y="15"/>
                  </a:cubicBezTo>
                  <a:cubicBezTo>
                    <a:pt x="55" y="17"/>
                    <a:pt x="56" y="20"/>
                    <a:pt x="57" y="22"/>
                  </a:cubicBezTo>
                  <a:cubicBezTo>
                    <a:pt x="44" y="22"/>
                    <a:pt x="44" y="22"/>
                    <a:pt x="44" y="22"/>
                  </a:cubicBezTo>
                  <a:close/>
                  <a:moveTo>
                    <a:pt x="28" y="15"/>
                  </a:moveTo>
                  <a:cubicBezTo>
                    <a:pt x="30" y="12"/>
                    <a:pt x="32" y="10"/>
                    <a:pt x="35" y="8"/>
                  </a:cubicBezTo>
                  <a:cubicBezTo>
                    <a:pt x="36" y="7"/>
                    <a:pt x="37" y="7"/>
                    <a:pt x="38" y="6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6" y="20"/>
                    <a:pt x="27" y="17"/>
                    <a:pt x="28" y="15"/>
                  </a:cubicBezTo>
                  <a:close/>
                  <a:moveTo>
                    <a:pt x="38" y="28"/>
                  </a:moveTo>
                  <a:cubicBezTo>
                    <a:pt x="38" y="39"/>
                    <a:pt x="38" y="39"/>
                    <a:pt x="38" y="39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2" y="35"/>
                    <a:pt x="23" y="31"/>
                    <a:pt x="23" y="28"/>
                  </a:cubicBezTo>
                  <a:lnTo>
                    <a:pt x="38" y="28"/>
                  </a:lnTo>
                  <a:close/>
                  <a:moveTo>
                    <a:pt x="8" y="55"/>
                  </a:moveTo>
                  <a:cubicBezTo>
                    <a:pt x="7" y="52"/>
                    <a:pt x="6" y="48"/>
                    <a:pt x="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7" y="48"/>
                    <a:pt x="17" y="52"/>
                    <a:pt x="18" y="55"/>
                  </a:cubicBezTo>
                  <a:lnTo>
                    <a:pt x="8" y="55"/>
                  </a:lnTo>
                  <a:close/>
                  <a:moveTo>
                    <a:pt x="22" y="44"/>
                  </a:moveTo>
                  <a:cubicBezTo>
                    <a:pt x="38" y="44"/>
                    <a:pt x="38" y="44"/>
                    <a:pt x="38" y="44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2"/>
                    <a:pt x="22" y="48"/>
                    <a:pt x="22" y="44"/>
                  </a:cubicBezTo>
                  <a:close/>
                  <a:moveTo>
                    <a:pt x="38" y="61"/>
                  </a:moveTo>
                  <a:cubicBezTo>
                    <a:pt x="38" y="77"/>
                    <a:pt x="38" y="77"/>
                    <a:pt x="38" y="77"/>
                  </a:cubicBezTo>
                  <a:cubicBezTo>
                    <a:pt x="37" y="77"/>
                    <a:pt x="36" y="76"/>
                    <a:pt x="35" y="75"/>
                  </a:cubicBezTo>
                  <a:cubicBezTo>
                    <a:pt x="32" y="74"/>
                    <a:pt x="30" y="71"/>
                    <a:pt x="28" y="68"/>
                  </a:cubicBezTo>
                  <a:cubicBezTo>
                    <a:pt x="27" y="66"/>
                    <a:pt x="26" y="63"/>
                    <a:pt x="25" y="61"/>
                  </a:cubicBezTo>
                  <a:cubicBezTo>
                    <a:pt x="38" y="61"/>
                    <a:pt x="38" y="61"/>
                    <a:pt x="38" y="61"/>
                  </a:cubicBezTo>
                  <a:close/>
                  <a:moveTo>
                    <a:pt x="54" y="68"/>
                  </a:moveTo>
                  <a:cubicBezTo>
                    <a:pt x="52" y="71"/>
                    <a:pt x="50" y="74"/>
                    <a:pt x="48" y="75"/>
                  </a:cubicBezTo>
                  <a:cubicBezTo>
                    <a:pt x="46" y="76"/>
                    <a:pt x="45" y="77"/>
                    <a:pt x="44" y="77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57" y="61"/>
                    <a:pt x="57" y="61"/>
                    <a:pt x="57" y="61"/>
                  </a:cubicBezTo>
                  <a:cubicBezTo>
                    <a:pt x="56" y="63"/>
                    <a:pt x="55" y="66"/>
                    <a:pt x="54" y="68"/>
                  </a:cubicBezTo>
                  <a:close/>
                  <a:moveTo>
                    <a:pt x="44" y="55"/>
                  </a:moveTo>
                  <a:cubicBezTo>
                    <a:pt x="44" y="44"/>
                    <a:pt x="44" y="44"/>
                    <a:pt x="44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8"/>
                    <a:pt x="60" y="52"/>
                    <a:pt x="59" y="55"/>
                  </a:cubicBezTo>
                  <a:lnTo>
                    <a:pt x="44" y="55"/>
                  </a:lnTo>
                  <a:close/>
                  <a:moveTo>
                    <a:pt x="66" y="39"/>
                  </a:moveTo>
                  <a:cubicBezTo>
                    <a:pt x="66" y="35"/>
                    <a:pt x="65" y="31"/>
                    <a:pt x="64" y="28"/>
                  </a:cubicBezTo>
                  <a:cubicBezTo>
                    <a:pt x="74" y="28"/>
                    <a:pt x="74" y="28"/>
                    <a:pt x="74" y="28"/>
                  </a:cubicBezTo>
                  <a:cubicBezTo>
                    <a:pt x="76" y="31"/>
                    <a:pt x="76" y="35"/>
                    <a:pt x="77" y="39"/>
                  </a:cubicBezTo>
                  <a:lnTo>
                    <a:pt x="66" y="39"/>
                  </a:lnTo>
                  <a:close/>
                  <a:moveTo>
                    <a:pt x="71" y="22"/>
                  </a:moveTo>
                  <a:cubicBezTo>
                    <a:pt x="63" y="22"/>
                    <a:pt x="63" y="22"/>
                    <a:pt x="63" y="22"/>
                  </a:cubicBezTo>
                  <a:cubicBezTo>
                    <a:pt x="61" y="17"/>
                    <a:pt x="59" y="13"/>
                    <a:pt x="57" y="9"/>
                  </a:cubicBezTo>
                  <a:cubicBezTo>
                    <a:pt x="60" y="11"/>
                    <a:pt x="63" y="14"/>
                    <a:pt x="66" y="16"/>
                  </a:cubicBezTo>
                  <a:cubicBezTo>
                    <a:pt x="68" y="18"/>
                    <a:pt x="70" y="20"/>
                    <a:pt x="71" y="22"/>
                  </a:cubicBezTo>
                  <a:close/>
                  <a:moveTo>
                    <a:pt x="16" y="16"/>
                  </a:moveTo>
                  <a:cubicBezTo>
                    <a:pt x="19" y="14"/>
                    <a:pt x="22" y="11"/>
                    <a:pt x="26" y="9"/>
                  </a:cubicBezTo>
                  <a:cubicBezTo>
                    <a:pt x="23" y="13"/>
                    <a:pt x="21" y="17"/>
                    <a:pt x="19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0"/>
                    <a:pt x="14" y="18"/>
                    <a:pt x="16" y="16"/>
                  </a:cubicBezTo>
                  <a:close/>
                  <a:moveTo>
                    <a:pt x="11" y="61"/>
                  </a:moveTo>
                  <a:cubicBezTo>
                    <a:pt x="19" y="61"/>
                    <a:pt x="19" y="61"/>
                    <a:pt x="19" y="61"/>
                  </a:cubicBezTo>
                  <a:cubicBezTo>
                    <a:pt x="21" y="66"/>
                    <a:pt x="23" y="70"/>
                    <a:pt x="26" y="74"/>
                  </a:cubicBezTo>
                  <a:cubicBezTo>
                    <a:pt x="22" y="72"/>
                    <a:pt x="19" y="70"/>
                    <a:pt x="16" y="67"/>
                  </a:cubicBezTo>
                  <a:cubicBezTo>
                    <a:pt x="14" y="65"/>
                    <a:pt x="12" y="63"/>
                    <a:pt x="11" y="61"/>
                  </a:cubicBezTo>
                  <a:close/>
                  <a:moveTo>
                    <a:pt x="66" y="67"/>
                  </a:moveTo>
                  <a:cubicBezTo>
                    <a:pt x="63" y="70"/>
                    <a:pt x="60" y="72"/>
                    <a:pt x="57" y="74"/>
                  </a:cubicBezTo>
                  <a:cubicBezTo>
                    <a:pt x="59" y="70"/>
                    <a:pt x="61" y="66"/>
                    <a:pt x="63" y="61"/>
                  </a:cubicBezTo>
                  <a:cubicBezTo>
                    <a:pt x="71" y="61"/>
                    <a:pt x="71" y="61"/>
                    <a:pt x="71" y="61"/>
                  </a:cubicBezTo>
                  <a:cubicBezTo>
                    <a:pt x="70" y="63"/>
                    <a:pt x="68" y="65"/>
                    <a:pt x="66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4" name="Freeform 106"/>
            <p:cNvSpPr>
              <a:spLocks noEditPoints="1"/>
            </p:cNvSpPr>
            <p:nvPr/>
          </p:nvSpPr>
          <p:spPr bwMode="auto">
            <a:xfrm>
              <a:off x="3457" y="1747"/>
              <a:ext cx="85" cy="90"/>
            </a:xfrm>
            <a:custGeom>
              <a:avLst/>
              <a:gdLst>
                <a:gd name="T0" fmla="*/ 62 w 69"/>
                <a:gd name="T1" fmla="*/ 0 h 73"/>
                <a:gd name="T2" fmla="*/ 7 w 69"/>
                <a:gd name="T3" fmla="*/ 0 h 73"/>
                <a:gd name="T4" fmla="*/ 0 w 69"/>
                <a:gd name="T5" fmla="*/ 7 h 73"/>
                <a:gd name="T6" fmla="*/ 0 w 69"/>
                <a:gd name="T7" fmla="*/ 66 h 73"/>
                <a:gd name="T8" fmla="*/ 7 w 69"/>
                <a:gd name="T9" fmla="*/ 73 h 73"/>
                <a:gd name="T10" fmla="*/ 62 w 69"/>
                <a:gd name="T11" fmla="*/ 73 h 73"/>
                <a:gd name="T12" fmla="*/ 69 w 69"/>
                <a:gd name="T13" fmla="*/ 66 h 73"/>
                <a:gd name="T14" fmla="*/ 69 w 69"/>
                <a:gd name="T15" fmla="*/ 7 h 73"/>
                <a:gd name="T16" fmla="*/ 62 w 69"/>
                <a:gd name="T17" fmla="*/ 0 h 73"/>
                <a:gd name="T18" fmla="*/ 60 w 69"/>
                <a:gd name="T19" fmla="*/ 64 h 73"/>
                <a:gd name="T20" fmla="*/ 10 w 69"/>
                <a:gd name="T21" fmla="*/ 64 h 73"/>
                <a:gd name="T22" fmla="*/ 10 w 69"/>
                <a:gd name="T23" fmla="*/ 9 h 73"/>
                <a:gd name="T24" fmla="*/ 60 w 69"/>
                <a:gd name="T25" fmla="*/ 9 h 73"/>
                <a:gd name="T26" fmla="*/ 60 w 69"/>
                <a:gd name="T27" fmla="*/ 64 h 73"/>
                <a:gd name="T28" fmla="*/ 19 w 69"/>
                <a:gd name="T29" fmla="*/ 32 h 73"/>
                <a:gd name="T30" fmla="*/ 51 w 69"/>
                <a:gd name="T31" fmla="*/ 32 h 73"/>
                <a:gd name="T32" fmla="*/ 51 w 69"/>
                <a:gd name="T33" fmla="*/ 36 h 73"/>
                <a:gd name="T34" fmla="*/ 19 w 69"/>
                <a:gd name="T35" fmla="*/ 36 h 73"/>
                <a:gd name="T36" fmla="*/ 19 w 69"/>
                <a:gd name="T37" fmla="*/ 32 h 73"/>
                <a:gd name="T38" fmla="*/ 19 w 69"/>
                <a:gd name="T39" fmla="*/ 41 h 73"/>
                <a:gd name="T40" fmla="*/ 51 w 69"/>
                <a:gd name="T41" fmla="*/ 41 h 73"/>
                <a:gd name="T42" fmla="*/ 51 w 69"/>
                <a:gd name="T43" fmla="*/ 46 h 73"/>
                <a:gd name="T44" fmla="*/ 19 w 69"/>
                <a:gd name="T45" fmla="*/ 46 h 73"/>
                <a:gd name="T46" fmla="*/ 19 w 69"/>
                <a:gd name="T47" fmla="*/ 41 h 73"/>
                <a:gd name="T48" fmla="*/ 19 w 69"/>
                <a:gd name="T49" fmla="*/ 50 h 73"/>
                <a:gd name="T50" fmla="*/ 51 w 69"/>
                <a:gd name="T51" fmla="*/ 50 h 73"/>
                <a:gd name="T52" fmla="*/ 51 w 69"/>
                <a:gd name="T53" fmla="*/ 55 h 73"/>
                <a:gd name="T54" fmla="*/ 19 w 69"/>
                <a:gd name="T55" fmla="*/ 55 h 73"/>
                <a:gd name="T56" fmla="*/ 19 w 69"/>
                <a:gd name="T57" fmla="*/ 50 h 73"/>
                <a:gd name="T58" fmla="*/ 19 w 69"/>
                <a:gd name="T59" fmla="*/ 23 h 73"/>
                <a:gd name="T60" fmla="*/ 51 w 69"/>
                <a:gd name="T61" fmla="*/ 23 h 73"/>
                <a:gd name="T62" fmla="*/ 51 w 69"/>
                <a:gd name="T63" fmla="*/ 27 h 73"/>
                <a:gd name="T64" fmla="*/ 19 w 69"/>
                <a:gd name="T65" fmla="*/ 27 h 73"/>
                <a:gd name="T66" fmla="*/ 19 w 69"/>
                <a:gd name="T67" fmla="*/ 2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9" h="73">
                  <a:moveTo>
                    <a:pt x="62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70"/>
                    <a:pt x="4" y="73"/>
                    <a:pt x="7" y="73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66" y="73"/>
                    <a:pt x="69" y="70"/>
                    <a:pt x="69" y="66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69" y="3"/>
                    <a:pt x="66" y="0"/>
                    <a:pt x="62" y="0"/>
                  </a:cubicBezTo>
                  <a:close/>
                  <a:moveTo>
                    <a:pt x="60" y="64"/>
                  </a:moveTo>
                  <a:cubicBezTo>
                    <a:pt x="10" y="64"/>
                    <a:pt x="10" y="64"/>
                    <a:pt x="10" y="64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60" y="9"/>
                    <a:pt x="60" y="9"/>
                    <a:pt x="60" y="9"/>
                  </a:cubicBezTo>
                  <a:lnTo>
                    <a:pt x="60" y="64"/>
                  </a:lnTo>
                  <a:close/>
                  <a:moveTo>
                    <a:pt x="19" y="32"/>
                  </a:moveTo>
                  <a:cubicBezTo>
                    <a:pt x="51" y="32"/>
                    <a:pt x="51" y="32"/>
                    <a:pt x="51" y="32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19" y="36"/>
                    <a:pt x="19" y="36"/>
                    <a:pt x="19" y="36"/>
                  </a:cubicBezTo>
                  <a:lnTo>
                    <a:pt x="19" y="32"/>
                  </a:lnTo>
                  <a:close/>
                  <a:moveTo>
                    <a:pt x="19" y="41"/>
                  </a:moveTo>
                  <a:cubicBezTo>
                    <a:pt x="51" y="41"/>
                    <a:pt x="51" y="41"/>
                    <a:pt x="51" y="41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19" y="46"/>
                    <a:pt x="19" y="46"/>
                    <a:pt x="19" y="46"/>
                  </a:cubicBezTo>
                  <a:lnTo>
                    <a:pt x="19" y="41"/>
                  </a:lnTo>
                  <a:close/>
                  <a:moveTo>
                    <a:pt x="19" y="50"/>
                  </a:moveTo>
                  <a:cubicBezTo>
                    <a:pt x="51" y="50"/>
                    <a:pt x="51" y="50"/>
                    <a:pt x="51" y="50"/>
                  </a:cubicBezTo>
                  <a:cubicBezTo>
                    <a:pt x="51" y="55"/>
                    <a:pt x="51" y="55"/>
                    <a:pt x="51" y="55"/>
                  </a:cubicBezTo>
                  <a:cubicBezTo>
                    <a:pt x="19" y="55"/>
                    <a:pt x="19" y="55"/>
                    <a:pt x="19" y="55"/>
                  </a:cubicBezTo>
                  <a:lnTo>
                    <a:pt x="19" y="50"/>
                  </a:lnTo>
                  <a:close/>
                  <a:moveTo>
                    <a:pt x="19" y="23"/>
                  </a:moveTo>
                  <a:cubicBezTo>
                    <a:pt x="51" y="23"/>
                    <a:pt x="51" y="23"/>
                    <a:pt x="51" y="23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9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5" name="Freeform 107"/>
            <p:cNvSpPr>
              <a:spLocks noEditPoints="1"/>
            </p:cNvSpPr>
            <p:nvPr/>
          </p:nvSpPr>
          <p:spPr bwMode="auto">
            <a:xfrm>
              <a:off x="3526" y="1211"/>
              <a:ext cx="93" cy="109"/>
            </a:xfrm>
            <a:custGeom>
              <a:avLst/>
              <a:gdLst>
                <a:gd name="T0" fmla="*/ 54 w 76"/>
                <a:gd name="T1" fmla="*/ 0 h 88"/>
                <a:gd name="T2" fmla="*/ 14 w 76"/>
                <a:gd name="T3" fmla="*/ 28 h 88"/>
                <a:gd name="T4" fmla="*/ 17 w 76"/>
                <a:gd name="T5" fmla="*/ 65 h 88"/>
                <a:gd name="T6" fmla="*/ 49 w 76"/>
                <a:gd name="T7" fmla="*/ 27 h 88"/>
                <a:gd name="T8" fmla="*/ 33 w 76"/>
                <a:gd name="T9" fmla="*/ 74 h 88"/>
                <a:gd name="T10" fmla="*/ 70 w 76"/>
                <a:gd name="T11" fmla="*/ 57 h 88"/>
                <a:gd name="T12" fmla="*/ 54 w 76"/>
                <a:gd name="T13" fmla="*/ 0 h 88"/>
                <a:gd name="T14" fmla="*/ 4 w 76"/>
                <a:gd name="T15" fmla="*/ 78 h 88"/>
                <a:gd name="T16" fmla="*/ 10 w 76"/>
                <a:gd name="T17" fmla="*/ 83 h 88"/>
                <a:gd name="T18" fmla="*/ 47 w 76"/>
                <a:gd name="T19" fmla="*/ 41 h 88"/>
                <a:gd name="T20" fmla="*/ 4 w 76"/>
                <a:gd name="T21" fmla="*/ 7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88">
                  <a:moveTo>
                    <a:pt x="54" y="0"/>
                  </a:moveTo>
                  <a:cubicBezTo>
                    <a:pt x="41" y="22"/>
                    <a:pt x="30" y="11"/>
                    <a:pt x="14" y="28"/>
                  </a:cubicBezTo>
                  <a:cubicBezTo>
                    <a:pt x="0" y="42"/>
                    <a:pt x="5" y="59"/>
                    <a:pt x="17" y="65"/>
                  </a:cubicBezTo>
                  <a:cubicBezTo>
                    <a:pt x="28" y="59"/>
                    <a:pt x="40" y="46"/>
                    <a:pt x="49" y="27"/>
                  </a:cubicBezTo>
                  <a:cubicBezTo>
                    <a:pt x="49" y="27"/>
                    <a:pt x="57" y="51"/>
                    <a:pt x="33" y="74"/>
                  </a:cubicBezTo>
                  <a:cubicBezTo>
                    <a:pt x="45" y="88"/>
                    <a:pt x="64" y="79"/>
                    <a:pt x="70" y="57"/>
                  </a:cubicBezTo>
                  <a:cubicBezTo>
                    <a:pt x="76" y="33"/>
                    <a:pt x="60" y="9"/>
                    <a:pt x="54" y="0"/>
                  </a:cubicBezTo>
                  <a:close/>
                  <a:moveTo>
                    <a:pt x="4" y="78"/>
                  </a:moveTo>
                  <a:cubicBezTo>
                    <a:pt x="4" y="78"/>
                    <a:pt x="5" y="83"/>
                    <a:pt x="10" y="83"/>
                  </a:cubicBezTo>
                  <a:cubicBezTo>
                    <a:pt x="15" y="83"/>
                    <a:pt x="36" y="71"/>
                    <a:pt x="47" y="41"/>
                  </a:cubicBezTo>
                  <a:cubicBezTo>
                    <a:pt x="30" y="70"/>
                    <a:pt x="6" y="78"/>
                    <a:pt x="4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6" name="Freeform 108"/>
            <p:cNvSpPr>
              <a:spLocks noEditPoints="1"/>
            </p:cNvSpPr>
            <p:nvPr/>
          </p:nvSpPr>
          <p:spPr bwMode="auto">
            <a:xfrm>
              <a:off x="3406" y="1914"/>
              <a:ext cx="94" cy="95"/>
            </a:xfrm>
            <a:custGeom>
              <a:avLst/>
              <a:gdLst>
                <a:gd name="T0" fmla="*/ 53 w 77"/>
                <a:gd name="T1" fmla="*/ 30 h 77"/>
                <a:gd name="T2" fmla="*/ 25 w 77"/>
                <a:gd name="T3" fmla="*/ 2 h 77"/>
                <a:gd name="T4" fmla="*/ 38 w 77"/>
                <a:gd name="T5" fmla="*/ 0 h 77"/>
                <a:gd name="T6" fmla="*/ 53 w 77"/>
                <a:gd name="T7" fmla="*/ 3 h 77"/>
                <a:gd name="T8" fmla="*/ 53 w 77"/>
                <a:gd name="T9" fmla="*/ 30 h 77"/>
                <a:gd name="T10" fmla="*/ 58 w 77"/>
                <a:gd name="T11" fmla="*/ 53 h 77"/>
                <a:gd name="T12" fmla="*/ 58 w 77"/>
                <a:gd name="T13" fmla="*/ 5 h 77"/>
                <a:gd name="T14" fmla="*/ 77 w 77"/>
                <a:gd name="T15" fmla="*/ 39 h 77"/>
                <a:gd name="T16" fmla="*/ 74 w 77"/>
                <a:gd name="T17" fmla="*/ 53 h 77"/>
                <a:gd name="T18" fmla="*/ 58 w 77"/>
                <a:gd name="T19" fmla="*/ 53 h 77"/>
                <a:gd name="T20" fmla="*/ 24 w 77"/>
                <a:gd name="T21" fmla="*/ 58 h 77"/>
                <a:gd name="T22" fmla="*/ 72 w 77"/>
                <a:gd name="T23" fmla="*/ 58 h 77"/>
                <a:gd name="T24" fmla="*/ 38 w 77"/>
                <a:gd name="T25" fmla="*/ 77 h 77"/>
                <a:gd name="T26" fmla="*/ 24 w 77"/>
                <a:gd name="T27" fmla="*/ 74 h 77"/>
                <a:gd name="T28" fmla="*/ 24 w 77"/>
                <a:gd name="T29" fmla="*/ 58 h 77"/>
                <a:gd name="T30" fmla="*/ 32 w 77"/>
                <a:gd name="T31" fmla="*/ 17 h 77"/>
                <a:gd name="T32" fmla="*/ 1 w 77"/>
                <a:gd name="T33" fmla="*/ 48 h 77"/>
                <a:gd name="T34" fmla="*/ 0 w 77"/>
                <a:gd name="T35" fmla="*/ 39 h 77"/>
                <a:gd name="T36" fmla="*/ 20 w 77"/>
                <a:gd name="T37" fmla="*/ 5 h 77"/>
                <a:gd name="T38" fmla="*/ 32 w 77"/>
                <a:gd name="T39" fmla="*/ 17 h 77"/>
                <a:gd name="T40" fmla="*/ 19 w 77"/>
                <a:gd name="T41" fmla="*/ 38 h 77"/>
                <a:gd name="T42" fmla="*/ 19 w 77"/>
                <a:gd name="T43" fmla="*/ 72 h 77"/>
                <a:gd name="T44" fmla="*/ 3 w 77"/>
                <a:gd name="T45" fmla="*/ 54 h 77"/>
                <a:gd name="T46" fmla="*/ 19 w 77"/>
                <a:gd name="T47" fmla="*/ 3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7" h="77">
                  <a:moveTo>
                    <a:pt x="53" y="30"/>
                  </a:moveTo>
                  <a:cubicBezTo>
                    <a:pt x="25" y="2"/>
                    <a:pt x="25" y="2"/>
                    <a:pt x="25" y="2"/>
                  </a:cubicBezTo>
                  <a:cubicBezTo>
                    <a:pt x="29" y="1"/>
                    <a:pt x="34" y="0"/>
                    <a:pt x="38" y="0"/>
                  </a:cubicBezTo>
                  <a:cubicBezTo>
                    <a:pt x="43" y="0"/>
                    <a:pt x="48" y="1"/>
                    <a:pt x="53" y="3"/>
                  </a:cubicBezTo>
                  <a:lnTo>
                    <a:pt x="53" y="30"/>
                  </a:lnTo>
                  <a:close/>
                  <a:moveTo>
                    <a:pt x="58" y="53"/>
                  </a:moveTo>
                  <a:cubicBezTo>
                    <a:pt x="58" y="5"/>
                    <a:pt x="58" y="5"/>
                    <a:pt x="58" y="5"/>
                  </a:cubicBezTo>
                  <a:cubicBezTo>
                    <a:pt x="69" y="12"/>
                    <a:pt x="77" y="24"/>
                    <a:pt x="77" y="39"/>
                  </a:cubicBezTo>
                  <a:cubicBezTo>
                    <a:pt x="77" y="44"/>
                    <a:pt x="76" y="48"/>
                    <a:pt x="74" y="53"/>
                  </a:cubicBezTo>
                  <a:lnTo>
                    <a:pt x="58" y="53"/>
                  </a:lnTo>
                  <a:close/>
                  <a:moveTo>
                    <a:pt x="24" y="58"/>
                  </a:moveTo>
                  <a:cubicBezTo>
                    <a:pt x="72" y="58"/>
                    <a:pt x="72" y="58"/>
                    <a:pt x="72" y="58"/>
                  </a:cubicBezTo>
                  <a:cubicBezTo>
                    <a:pt x="65" y="69"/>
                    <a:pt x="53" y="77"/>
                    <a:pt x="38" y="77"/>
                  </a:cubicBezTo>
                  <a:cubicBezTo>
                    <a:pt x="33" y="77"/>
                    <a:pt x="28" y="76"/>
                    <a:pt x="24" y="74"/>
                  </a:cubicBezTo>
                  <a:lnTo>
                    <a:pt x="24" y="58"/>
                  </a:lnTo>
                  <a:close/>
                  <a:moveTo>
                    <a:pt x="32" y="17"/>
                  </a:moveTo>
                  <a:cubicBezTo>
                    <a:pt x="1" y="48"/>
                    <a:pt x="1" y="48"/>
                    <a:pt x="1" y="48"/>
                  </a:cubicBezTo>
                  <a:cubicBezTo>
                    <a:pt x="0" y="45"/>
                    <a:pt x="0" y="42"/>
                    <a:pt x="0" y="39"/>
                  </a:cubicBezTo>
                  <a:cubicBezTo>
                    <a:pt x="0" y="24"/>
                    <a:pt x="8" y="11"/>
                    <a:pt x="20" y="5"/>
                  </a:cubicBezTo>
                  <a:lnTo>
                    <a:pt x="32" y="17"/>
                  </a:lnTo>
                  <a:close/>
                  <a:moveTo>
                    <a:pt x="19" y="38"/>
                  </a:moveTo>
                  <a:cubicBezTo>
                    <a:pt x="19" y="72"/>
                    <a:pt x="19" y="72"/>
                    <a:pt x="19" y="72"/>
                  </a:cubicBezTo>
                  <a:cubicBezTo>
                    <a:pt x="12" y="68"/>
                    <a:pt x="6" y="61"/>
                    <a:pt x="3" y="54"/>
                  </a:cubicBezTo>
                  <a:lnTo>
                    <a:pt x="19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7" name="Freeform 109"/>
            <p:cNvSpPr>
              <a:spLocks noEditPoints="1"/>
            </p:cNvSpPr>
            <p:nvPr/>
          </p:nvSpPr>
          <p:spPr bwMode="auto">
            <a:xfrm>
              <a:off x="3242" y="2169"/>
              <a:ext cx="89" cy="77"/>
            </a:xfrm>
            <a:custGeom>
              <a:avLst/>
              <a:gdLst>
                <a:gd name="T0" fmla="*/ 18 w 72"/>
                <a:gd name="T1" fmla="*/ 0 h 63"/>
                <a:gd name="T2" fmla="*/ 54 w 72"/>
                <a:gd name="T3" fmla="*/ 0 h 63"/>
                <a:gd name="T4" fmla="*/ 54 w 72"/>
                <a:gd name="T5" fmla="*/ 9 h 63"/>
                <a:gd name="T6" fmla="*/ 18 w 72"/>
                <a:gd name="T7" fmla="*/ 9 h 63"/>
                <a:gd name="T8" fmla="*/ 18 w 72"/>
                <a:gd name="T9" fmla="*/ 0 h 63"/>
                <a:gd name="T10" fmla="*/ 67 w 72"/>
                <a:gd name="T11" fmla="*/ 14 h 63"/>
                <a:gd name="T12" fmla="*/ 4 w 72"/>
                <a:gd name="T13" fmla="*/ 14 h 63"/>
                <a:gd name="T14" fmla="*/ 0 w 72"/>
                <a:gd name="T15" fmla="*/ 18 h 63"/>
                <a:gd name="T16" fmla="*/ 0 w 72"/>
                <a:gd name="T17" fmla="*/ 41 h 63"/>
                <a:gd name="T18" fmla="*/ 4 w 72"/>
                <a:gd name="T19" fmla="*/ 45 h 63"/>
                <a:gd name="T20" fmla="*/ 18 w 72"/>
                <a:gd name="T21" fmla="*/ 45 h 63"/>
                <a:gd name="T22" fmla="*/ 18 w 72"/>
                <a:gd name="T23" fmla="*/ 63 h 63"/>
                <a:gd name="T24" fmla="*/ 54 w 72"/>
                <a:gd name="T25" fmla="*/ 63 h 63"/>
                <a:gd name="T26" fmla="*/ 54 w 72"/>
                <a:gd name="T27" fmla="*/ 45 h 63"/>
                <a:gd name="T28" fmla="*/ 67 w 72"/>
                <a:gd name="T29" fmla="*/ 45 h 63"/>
                <a:gd name="T30" fmla="*/ 72 w 72"/>
                <a:gd name="T31" fmla="*/ 41 h 63"/>
                <a:gd name="T32" fmla="*/ 72 w 72"/>
                <a:gd name="T33" fmla="*/ 18 h 63"/>
                <a:gd name="T34" fmla="*/ 67 w 72"/>
                <a:gd name="T35" fmla="*/ 14 h 63"/>
                <a:gd name="T36" fmla="*/ 49 w 72"/>
                <a:gd name="T37" fmla="*/ 59 h 63"/>
                <a:gd name="T38" fmla="*/ 22 w 72"/>
                <a:gd name="T39" fmla="*/ 59 h 63"/>
                <a:gd name="T40" fmla="*/ 22 w 72"/>
                <a:gd name="T41" fmla="*/ 36 h 63"/>
                <a:gd name="T42" fmla="*/ 49 w 72"/>
                <a:gd name="T43" fmla="*/ 36 h 63"/>
                <a:gd name="T44" fmla="*/ 49 w 72"/>
                <a:gd name="T45" fmla="*/ 59 h 63"/>
                <a:gd name="T46" fmla="*/ 68 w 72"/>
                <a:gd name="T47" fmla="*/ 21 h 63"/>
                <a:gd name="T48" fmla="*/ 65 w 72"/>
                <a:gd name="T49" fmla="*/ 24 h 63"/>
                <a:gd name="T50" fmla="*/ 62 w 72"/>
                <a:gd name="T51" fmla="*/ 21 h 63"/>
                <a:gd name="T52" fmla="*/ 65 w 72"/>
                <a:gd name="T53" fmla="*/ 17 h 63"/>
                <a:gd name="T54" fmla="*/ 68 w 72"/>
                <a:gd name="T55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2" h="63">
                  <a:moveTo>
                    <a:pt x="18" y="0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18" y="9"/>
                    <a:pt x="18" y="9"/>
                    <a:pt x="18" y="9"/>
                  </a:cubicBezTo>
                  <a:lnTo>
                    <a:pt x="18" y="0"/>
                  </a:lnTo>
                  <a:close/>
                  <a:moveTo>
                    <a:pt x="67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2" y="14"/>
                    <a:pt x="0" y="16"/>
                    <a:pt x="0" y="18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3"/>
                    <a:pt x="2" y="45"/>
                    <a:pt x="4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70" y="45"/>
                    <a:pt x="72" y="43"/>
                    <a:pt x="72" y="41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6"/>
                    <a:pt x="70" y="14"/>
                    <a:pt x="67" y="14"/>
                  </a:cubicBezTo>
                  <a:close/>
                  <a:moveTo>
                    <a:pt x="49" y="59"/>
                  </a:moveTo>
                  <a:cubicBezTo>
                    <a:pt x="22" y="59"/>
                    <a:pt x="22" y="59"/>
                    <a:pt x="22" y="59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49" y="36"/>
                    <a:pt x="49" y="36"/>
                    <a:pt x="49" y="36"/>
                  </a:cubicBezTo>
                  <a:lnTo>
                    <a:pt x="49" y="59"/>
                  </a:lnTo>
                  <a:close/>
                  <a:moveTo>
                    <a:pt x="68" y="21"/>
                  </a:moveTo>
                  <a:cubicBezTo>
                    <a:pt x="68" y="22"/>
                    <a:pt x="67" y="24"/>
                    <a:pt x="65" y="24"/>
                  </a:cubicBezTo>
                  <a:cubicBezTo>
                    <a:pt x="63" y="24"/>
                    <a:pt x="62" y="22"/>
                    <a:pt x="62" y="21"/>
                  </a:cubicBezTo>
                  <a:cubicBezTo>
                    <a:pt x="62" y="19"/>
                    <a:pt x="63" y="17"/>
                    <a:pt x="65" y="17"/>
                  </a:cubicBezTo>
                  <a:cubicBezTo>
                    <a:pt x="67" y="17"/>
                    <a:pt x="68" y="19"/>
                    <a:pt x="68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8" name="Freeform 110"/>
            <p:cNvSpPr>
              <a:spLocks noEditPoints="1"/>
            </p:cNvSpPr>
            <p:nvPr/>
          </p:nvSpPr>
          <p:spPr bwMode="auto">
            <a:xfrm>
              <a:off x="3377" y="2097"/>
              <a:ext cx="89" cy="89"/>
            </a:xfrm>
            <a:custGeom>
              <a:avLst/>
              <a:gdLst>
                <a:gd name="T0" fmla="*/ 13 w 72"/>
                <a:gd name="T1" fmla="*/ 36 h 72"/>
                <a:gd name="T2" fmla="*/ 13 w 72"/>
                <a:gd name="T3" fmla="*/ 33 h 72"/>
                <a:gd name="T4" fmla="*/ 1 w 72"/>
                <a:gd name="T5" fmla="*/ 29 h 72"/>
                <a:gd name="T6" fmla="*/ 0 w 72"/>
                <a:gd name="T7" fmla="*/ 36 h 72"/>
                <a:gd name="T8" fmla="*/ 11 w 72"/>
                <a:gd name="T9" fmla="*/ 62 h 72"/>
                <a:gd name="T10" fmla="*/ 19 w 72"/>
                <a:gd name="T11" fmla="*/ 51 h 72"/>
                <a:gd name="T12" fmla="*/ 13 w 72"/>
                <a:gd name="T13" fmla="*/ 36 h 72"/>
                <a:gd name="T14" fmla="*/ 58 w 72"/>
                <a:gd name="T15" fmla="*/ 36 h 72"/>
                <a:gd name="T16" fmla="*/ 52 w 72"/>
                <a:gd name="T17" fmla="*/ 51 h 72"/>
                <a:gd name="T18" fmla="*/ 60 w 72"/>
                <a:gd name="T19" fmla="*/ 62 h 72"/>
                <a:gd name="T20" fmla="*/ 72 w 72"/>
                <a:gd name="T21" fmla="*/ 36 h 72"/>
                <a:gd name="T22" fmla="*/ 71 w 72"/>
                <a:gd name="T23" fmla="*/ 29 h 72"/>
                <a:gd name="T24" fmla="*/ 58 w 72"/>
                <a:gd name="T25" fmla="*/ 33 h 72"/>
                <a:gd name="T26" fmla="*/ 58 w 72"/>
                <a:gd name="T27" fmla="*/ 36 h 72"/>
                <a:gd name="T28" fmla="*/ 40 w 72"/>
                <a:gd name="T29" fmla="*/ 14 h 72"/>
                <a:gd name="T30" fmla="*/ 55 w 72"/>
                <a:gd name="T31" fmla="*/ 25 h 72"/>
                <a:gd name="T32" fmla="*/ 68 w 72"/>
                <a:gd name="T33" fmla="*/ 21 h 72"/>
                <a:gd name="T34" fmla="*/ 40 w 72"/>
                <a:gd name="T35" fmla="*/ 0 h 72"/>
                <a:gd name="T36" fmla="*/ 40 w 72"/>
                <a:gd name="T37" fmla="*/ 14 h 72"/>
                <a:gd name="T38" fmla="*/ 16 w 72"/>
                <a:gd name="T39" fmla="*/ 25 h 72"/>
                <a:gd name="T40" fmla="*/ 31 w 72"/>
                <a:gd name="T41" fmla="*/ 14 h 72"/>
                <a:gd name="T42" fmla="*/ 31 w 72"/>
                <a:gd name="T43" fmla="*/ 0 h 72"/>
                <a:gd name="T44" fmla="*/ 3 w 72"/>
                <a:gd name="T45" fmla="*/ 21 h 72"/>
                <a:gd name="T46" fmla="*/ 16 w 72"/>
                <a:gd name="T47" fmla="*/ 25 h 72"/>
                <a:gd name="T48" fmla="*/ 45 w 72"/>
                <a:gd name="T49" fmla="*/ 56 h 72"/>
                <a:gd name="T50" fmla="*/ 36 w 72"/>
                <a:gd name="T51" fmla="*/ 58 h 72"/>
                <a:gd name="T52" fmla="*/ 26 w 72"/>
                <a:gd name="T53" fmla="*/ 56 h 72"/>
                <a:gd name="T54" fmla="*/ 18 w 72"/>
                <a:gd name="T55" fmla="*/ 67 h 72"/>
                <a:gd name="T56" fmla="*/ 36 w 72"/>
                <a:gd name="T57" fmla="*/ 72 h 72"/>
                <a:gd name="T58" fmla="*/ 53 w 72"/>
                <a:gd name="T59" fmla="*/ 67 h 72"/>
                <a:gd name="T60" fmla="*/ 45 w 72"/>
                <a:gd name="T61" fmla="*/ 5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2" h="72">
                  <a:moveTo>
                    <a:pt x="13" y="36"/>
                  </a:moveTo>
                  <a:cubicBezTo>
                    <a:pt x="13" y="35"/>
                    <a:pt x="13" y="34"/>
                    <a:pt x="13" y="33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31"/>
                    <a:pt x="0" y="34"/>
                    <a:pt x="0" y="36"/>
                  </a:cubicBezTo>
                  <a:cubicBezTo>
                    <a:pt x="0" y="46"/>
                    <a:pt x="4" y="55"/>
                    <a:pt x="11" y="62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6" y="47"/>
                    <a:pt x="13" y="42"/>
                    <a:pt x="13" y="36"/>
                  </a:cubicBezTo>
                  <a:close/>
                  <a:moveTo>
                    <a:pt x="58" y="36"/>
                  </a:moveTo>
                  <a:cubicBezTo>
                    <a:pt x="58" y="42"/>
                    <a:pt x="56" y="47"/>
                    <a:pt x="52" y="51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7" y="55"/>
                    <a:pt x="72" y="46"/>
                    <a:pt x="72" y="36"/>
                  </a:cubicBezTo>
                  <a:cubicBezTo>
                    <a:pt x="72" y="34"/>
                    <a:pt x="71" y="31"/>
                    <a:pt x="71" y="29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4"/>
                    <a:pt x="58" y="35"/>
                    <a:pt x="58" y="36"/>
                  </a:cubicBezTo>
                  <a:close/>
                  <a:moveTo>
                    <a:pt x="40" y="14"/>
                  </a:moveTo>
                  <a:cubicBezTo>
                    <a:pt x="47" y="15"/>
                    <a:pt x="52" y="19"/>
                    <a:pt x="55" y="25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3" y="10"/>
                    <a:pt x="53" y="2"/>
                    <a:pt x="40" y="0"/>
                  </a:cubicBezTo>
                  <a:lnTo>
                    <a:pt x="40" y="14"/>
                  </a:lnTo>
                  <a:close/>
                  <a:moveTo>
                    <a:pt x="16" y="25"/>
                  </a:moveTo>
                  <a:cubicBezTo>
                    <a:pt x="19" y="19"/>
                    <a:pt x="25" y="15"/>
                    <a:pt x="31" y="14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9" y="2"/>
                    <a:pt x="8" y="10"/>
                    <a:pt x="3" y="21"/>
                  </a:cubicBezTo>
                  <a:lnTo>
                    <a:pt x="16" y="25"/>
                  </a:lnTo>
                  <a:close/>
                  <a:moveTo>
                    <a:pt x="45" y="56"/>
                  </a:moveTo>
                  <a:cubicBezTo>
                    <a:pt x="42" y="58"/>
                    <a:pt x="39" y="58"/>
                    <a:pt x="36" y="58"/>
                  </a:cubicBezTo>
                  <a:cubicBezTo>
                    <a:pt x="32" y="58"/>
                    <a:pt x="29" y="58"/>
                    <a:pt x="26" y="56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24" y="70"/>
                    <a:pt x="30" y="72"/>
                    <a:pt x="36" y="72"/>
                  </a:cubicBezTo>
                  <a:cubicBezTo>
                    <a:pt x="42" y="72"/>
                    <a:pt x="48" y="70"/>
                    <a:pt x="53" y="67"/>
                  </a:cubicBezTo>
                  <a:lnTo>
                    <a:pt x="45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9" name="Freeform 111"/>
            <p:cNvSpPr>
              <a:spLocks noEditPoints="1"/>
            </p:cNvSpPr>
            <p:nvPr/>
          </p:nvSpPr>
          <p:spPr bwMode="auto">
            <a:xfrm>
              <a:off x="3557" y="1037"/>
              <a:ext cx="85" cy="85"/>
            </a:xfrm>
            <a:custGeom>
              <a:avLst/>
              <a:gdLst>
                <a:gd name="T0" fmla="*/ 35 w 69"/>
                <a:gd name="T1" fmla="*/ 0 h 69"/>
                <a:gd name="T2" fmla="*/ 0 w 69"/>
                <a:gd name="T3" fmla="*/ 34 h 69"/>
                <a:gd name="T4" fmla="*/ 35 w 69"/>
                <a:gd name="T5" fmla="*/ 69 h 69"/>
                <a:gd name="T6" fmla="*/ 69 w 69"/>
                <a:gd name="T7" fmla="*/ 34 h 69"/>
                <a:gd name="T8" fmla="*/ 35 w 69"/>
                <a:gd name="T9" fmla="*/ 0 h 69"/>
                <a:gd name="T10" fmla="*/ 35 w 69"/>
                <a:gd name="T11" fmla="*/ 62 h 69"/>
                <a:gd name="T12" fmla="*/ 7 w 69"/>
                <a:gd name="T13" fmla="*/ 34 h 69"/>
                <a:gd name="T14" fmla="*/ 35 w 69"/>
                <a:gd name="T15" fmla="*/ 7 h 69"/>
                <a:gd name="T16" fmla="*/ 62 w 69"/>
                <a:gd name="T17" fmla="*/ 34 h 69"/>
                <a:gd name="T18" fmla="*/ 35 w 69"/>
                <a:gd name="T19" fmla="*/ 62 h 69"/>
                <a:gd name="T20" fmla="*/ 22 w 69"/>
                <a:gd name="T21" fmla="*/ 24 h 69"/>
                <a:gd name="T22" fmla="*/ 37 w 69"/>
                <a:gd name="T23" fmla="*/ 34 h 69"/>
                <a:gd name="T24" fmla="*/ 22 w 69"/>
                <a:gd name="T25" fmla="*/ 45 h 69"/>
                <a:gd name="T26" fmla="*/ 22 w 69"/>
                <a:gd name="T27" fmla="*/ 24 h 69"/>
                <a:gd name="T28" fmla="*/ 39 w 69"/>
                <a:gd name="T29" fmla="*/ 24 h 69"/>
                <a:gd name="T30" fmla="*/ 54 w 69"/>
                <a:gd name="T31" fmla="*/ 34 h 69"/>
                <a:gd name="T32" fmla="*/ 39 w 69"/>
                <a:gd name="T33" fmla="*/ 45 h 69"/>
                <a:gd name="T34" fmla="*/ 39 w 69"/>
                <a:gd name="T35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69">
                  <a:moveTo>
                    <a:pt x="35" y="0"/>
                  </a:moveTo>
                  <a:cubicBezTo>
                    <a:pt x="16" y="0"/>
                    <a:pt x="0" y="16"/>
                    <a:pt x="0" y="34"/>
                  </a:cubicBezTo>
                  <a:cubicBezTo>
                    <a:pt x="0" y="53"/>
                    <a:pt x="16" y="69"/>
                    <a:pt x="35" y="69"/>
                  </a:cubicBezTo>
                  <a:cubicBezTo>
                    <a:pt x="53" y="69"/>
                    <a:pt x="69" y="53"/>
                    <a:pt x="69" y="34"/>
                  </a:cubicBezTo>
                  <a:cubicBezTo>
                    <a:pt x="69" y="16"/>
                    <a:pt x="53" y="0"/>
                    <a:pt x="35" y="0"/>
                  </a:cubicBezTo>
                  <a:close/>
                  <a:moveTo>
                    <a:pt x="35" y="62"/>
                  </a:moveTo>
                  <a:cubicBezTo>
                    <a:pt x="19" y="62"/>
                    <a:pt x="7" y="50"/>
                    <a:pt x="7" y="34"/>
                  </a:cubicBezTo>
                  <a:cubicBezTo>
                    <a:pt x="7" y="19"/>
                    <a:pt x="19" y="7"/>
                    <a:pt x="35" y="7"/>
                  </a:cubicBezTo>
                  <a:cubicBezTo>
                    <a:pt x="50" y="7"/>
                    <a:pt x="62" y="19"/>
                    <a:pt x="62" y="34"/>
                  </a:cubicBezTo>
                  <a:cubicBezTo>
                    <a:pt x="62" y="50"/>
                    <a:pt x="50" y="62"/>
                    <a:pt x="35" y="62"/>
                  </a:cubicBezTo>
                  <a:close/>
                  <a:moveTo>
                    <a:pt x="22" y="24"/>
                  </a:moveTo>
                  <a:cubicBezTo>
                    <a:pt x="37" y="34"/>
                    <a:pt x="37" y="34"/>
                    <a:pt x="37" y="34"/>
                  </a:cubicBezTo>
                  <a:cubicBezTo>
                    <a:pt x="22" y="45"/>
                    <a:pt x="22" y="45"/>
                    <a:pt x="22" y="45"/>
                  </a:cubicBezTo>
                  <a:lnTo>
                    <a:pt x="22" y="24"/>
                  </a:lnTo>
                  <a:close/>
                  <a:moveTo>
                    <a:pt x="39" y="24"/>
                  </a:moveTo>
                  <a:cubicBezTo>
                    <a:pt x="54" y="34"/>
                    <a:pt x="54" y="34"/>
                    <a:pt x="54" y="34"/>
                  </a:cubicBezTo>
                  <a:cubicBezTo>
                    <a:pt x="39" y="45"/>
                    <a:pt x="39" y="45"/>
                    <a:pt x="39" y="45"/>
                  </a:cubicBezTo>
                  <a:lnTo>
                    <a:pt x="39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0" name="Freeform 112"/>
            <p:cNvSpPr>
              <a:spLocks/>
            </p:cNvSpPr>
            <p:nvPr/>
          </p:nvSpPr>
          <p:spPr bwMode="auto">
            <a:xfrm>
              <a:off x="3274" y="1807"/>
              <a:ext cx="94" cy="97"/>
            </a:xfrm>
            <a:custGeom>
              <a:avLst/>
              <a:gdLst>
                <a:gd name="T0" fmla="*/ 44 w 94"/>
                <a:gd name="T1" fmla="*/ 97 h 97"/>
                <a:gd name="T2" fmla="*/ 44 w 94"/>
                <a:gd name="T3" fmla="*/ 53 h 97"/>
                <a:gd name="T4" fmla="*/ 0 w 94"/>
                <a:gd name="T5" fmla="*/ 97 h 97"/>
                <a:gd name="T6" fmla="*/ 0 w 94"/>
                <a:gd name="T7" fmla="*/ 0 h 97"/>
                <a:gd name="T8" fmla="*/ 44 w 94"/>
                <a:gd name="T9" fmla="*/ 45 h 97"/>
                <a:gd name="T10" fmla="*/ 44 w 94"/>
                <a:gd name="T11" fmla="*/ 0 h 97"/>
                <a:gd name="T12" fmla="*/ 94 w 94"/>
                <a:gd name="T13" fmla="*/ 49 h 97"/>
                <a:gd name="T14" fmla="*/ 44 w 94"/>
                <a:gd name="T15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97">
                  <a:moveTo>
                    <a:pt x="44" y="97"/>
                  </a:moveTo>
                  <a:lnTo>
                    <a:pt x="44" y="53"/>
                  </a:lnTo>
                  <a:lnTo>
                    <a:pt x="0" y="97"/>
                  </a:lnTo>
                  <a:lnTo>
                    <a:pt x="0" y="0"/>
                  </a:lnTo>
                  <a:lnTo>
                    <a:pt x="44" y="45"/>
                  </a:lnTo>
                  <a:lnTo>
                    <a:pt x="44" y="0"/>
                  </a:lnTo>
                  <a:lnTo>
                    <a:pt x="94" y="49"/>
                  </a:lnTo>
                  <a:lnTo>
                    <a:pt x="44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1" name="Freeform 113"/>
            <p:cNvSpPr>
              <a:spLocks noEditPoints="1"/>
            </p:cNvSpPr>
            <p:nvPr/>
          </p:nvSpPr>
          <p:spPr bwMode="auto">
            <a:xfrm>
              <a:off x="3364" y="1468"/>
              <a:ext cx="98" cy="99"/>
            </a:xfrm>
            <a:custGeom>
              <a:avLst/>
              <a:gdLst>
                <a:gd name="T0" fmla="*/ 0 w 98"/>
                <a:gd name="T1" fmla="*/ 99 h 99"/>
                <a:gd name="T2" fmla="*/ 49 w 98"/>
                <a:gd name="T3" fmla="*/ 99 h 99"/>
                <a:gd name="T4" fmla="*/ 49 w 98"/>
                <a:gd name="T5" fmla="*/ 0 h 99"/>
                <a:gd name="T6" fmla="*/ 0 w 98"/>
                <a:gd name="T7" fmla="*/ 0 h 99"/>
                <a:gd name="T8" fmla="*/ 0 w 98"/>
                <a:gd name="T9" fmla="*/ 99 h 99"/>
                <a:gd name="T10" fmla="*/ 31 w 98"/>
                <a:gd name="T11" fmla="*/ 13 h 99"/>
                <a:gd name="T12" fmla="*/ 43 w 98"/>
                <a:gd name="T13" fmla="*/ 13 h 99"/>
                <a:gd name="T14" fmla="*/ 43 w 98"/>
                <a:gd name="T15" fmla="*/ 25 h 99"/>
                <a:gd name="T16" fmla="*/ 31 w 98"/>
                <a:gd name="T17" fmla="*/ 25 h 99"/>
                <a:gd name="T18" fmla="*/ 31 w 98"/>
                <a:gd name="T19" fmla="*/ 13 h 99"/>
                <a:gd name="T20" fmla="*/ 31 w 98"/>
                <a:gd name="T21" fmla="*/ 37 h 99"/>
                <a:gd name="T22" fmla="*/ 43 w 98"/>
                <a:gd name="T23" fmla="*/ 37 h 99"/>
                <a:gd name="T24" fmla="*/ 43 w 98"/>
                <a:gd name="T25" fmla="*/ 49 h 99"/>
                <a:gd name="T26" fmla="*/ 31 w 98"/>
                <a:gd name="T27" fmla="*/ 49 h 99"/>
                <a:gd name="T28" fmla="*/ 31 w 98"/>
                <a:gd name="T29" fmla="*/ 37 h 99"/>
                <a:gd name="T30" fmla="*/ 31 w 98"/>
                <a:gd name="T31" fmla="*/ 62 h 99"/>
                <a:gd name="T32" fmla="*/ 43 w 98"/>
                <a:gd name="T33" fmla="*/ 62 h 99"/>
                <a:gd name="T34" fmla="*/ 43 w 98"/>
                <a:gd name="T35" fmla="*/ 74 h 99"/>
                <a:gd name="T36" fmla="*/ 31 w 98"/>
                <a:gd name="T37" fmla="*/ 74 h 99"/>
                <a:gd name="T38" fmla="*/ 31 w 98"/>
                <a:gd name="T39" fmla="*/ 62 h 99"/>
                <a:gd name="T40" fmla="*/ 6 w 98"/>
                <a:gd name="T41" fmla="*/ 13 h 99"/>
                <a:gd name="T42" fmla="*/ 18 w 98"/>
                <a:gd name="T43" fmla="*/ 13 h 99"/>
                <a:gd name="T44" fmla="*/ 18 w 98"/>
                <a:gd name="T45" fmla="*/ 25 h 99"/>
                <a:gd name="T46" fmla="*/ 6 w 98"/>
                <a:gd name="T47" fmla="*/ 25 h 99"/>
                <a:gd name="T48" fmla="*/ 6 w 98"/>
                <a:gd name="T49" fmla="*/ 13 h 99"/>
                <a:gd name="T50" fmla="*/ 6 w 98"/>
                <a:gd name="T51" fmla="*/ 37 h 99"/>
                <a:gd name="T52" fmla="*/ 18 w 98"/>
                <a:gd name="T53" fmla="*/ 37 h 99"/>
                <a:gd name="T54" fmla="*/ 18 w 98"/>
                <a:gd name="T55" fmla="*/ 49 h 99"/>
                <a:gd name="T56" fmla="*/ 6 w 98"/>
                <a:gd name="T57" fmla="*/ 49 h 99"/>
                <a:gd name="T58" fmla="*/ 6 w 98"/>
                <a:gd name="T59" fmla="*/ 37 h 99"/>
                <a:gd name="T60" fmla="*/ 6 w 98"/>
                <a:gd name="T61" fmla="*/ 62 h 99"/>
                <a:gd name="T62" fmla="*/ 18 w 98"/>
                <a:gd name="T63" fmla="*/ 62 h 99"/>
                <a:gd name="T64" fmla="*/ 18 w 98"/>
                <a:gd name="T65" fmla="*/ 74 h 99"/>
                <a:gd name="T66" fmla="*/ 6 w 98"/>
                <a:gd name="T67" fmla="*/ 74 h 99"/>
                <a:gd name="T68" fmla="*/ 6 w 98"/>
                <a:gd name="T69" fmla="*/ 62 h 99"/>
                <a:gd name="T70" fmla="*/ 55 w 98"/>
                <a:gd name="T71" fmla="*/ 31 h 99"/>
                <a:gd name="T72" fmla="*/ 98 w 98"/>
                <a:gd name="T73" fmla="*/ 31 h 99"/>
                <a:gd name="T74" fmla="*/ 98 w 98"/>
                <a:gd name="T75" fmla="*/ 37 h 99"/>
                <a:gd name="T76" fmla="*/ 55 w 98"/>
                <a:gd name="T77" fmla="*/ 37 h 99"/>
                <a:gd name="T78" fmla="*/ 55 w 98"/>
                <a:gd name="T79" fmla="*/ 31 h 99"/>
                <a:gd name="T80" fmla="*/ 55 w 98"/>
                <a:gd name="T81" fmla="*/ 99 h 99"/>
                <a:gd name="T82" fmla="*/ 67 w 98"/>
                <a:gd name="T83" fmla="*/ 99 h 99"/>
                <a:gd name="T84" fmla="*/ 67 w 98"/>
                <a:gd name="T85" fmla="*/ 74 h 99"/>
                <a:gd name="T86" fmla="*/ 86 w 98"/>
                <a:gd name="T87" fmla="*/ 74 h 99"/>
                <a:gd name="T88" fmla="*/ 86 w 98"/>
                <a:gd name="T89" fmla="*/ 99 h 99"/>
                <a:gd name="T90" fmla="*/ 98 w 98"/>
                <a:gd name="T91" fmla="*/ 99 h 99"/>
                <a:gd name="T92" fmla="*/ 98 w 98"/>
                <a:gd name="T93" fmla="*/ 43 h 99"/>
                <a:gd name="T94" fmla="*/ 55 w 98"/>
                <a:gd name="T95" fmla="*/ 43 h 99"/>
                <a:gd name="T96" fmla="*/ 55 w 98"/>
                <a:gd name="T9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99">
                  <a:moveTo>
                    <a:pt x="0" y="99"/>
                  </a:moveTo>
                  <a:lnTo>
                    <a:pt x="49" y="99"/>
                  </a:lnTo>
                  <a:lnTo>
                    <a:pt x="49" y="0"/>
                  </a:lnTo>
                  <a:lnTo>
                    <a:pt x="0" y="0"/>
                  </a:lnTo>
                  <a:lnTo>
                    <a:pt x="0" y="99"/>
                  </a:lnTo>
                  <a:close/>
                  <a:moveTo>
                    <a:pt x="31" y="13"/>
                  </a:moveTo>
                  <a:lnTo>
                    <a:pt x="43" y="13"/>
                  </a:lnTo>
                  <a:lnTo>
                    <a:pt x="43" y="25"/>
                  </a:lnTo>
                  <a:lnTo>
                    <a:pt x="31" y="25"/>
                  </a:lnTo>
                  <a:lnTo>
                    <a:pt x="31" y="13"/>
                  </a:lnTo>
                  <a:close/>
                  <a:moveTo>
                    <a:pt x="31" y="37"/>
                  </a:moveTo>
                  <a:lnTo>
                    <a:pt x="43" y="37"/>
                  </a:lnTo>
                  <a:lnTo>
                    <a:pt x="43" y="49"/>
                  </a:lnTo>
                  <a:lnTo>
                    <a:pt x="31" y="49"/>
                  </a:lnTo>
                  <a:lnTo>
                    <a:pt x="31" y="37"/>
                  </a:lnTo>
                  <a:close/>
                  <a:moveTo>
                    <a:pt x="31" y="62"/>
                  </a:moveTo>
                  <a:lnTo>
                    <a:pt x="43" y="62"/>
                  </a:lnTo>
                  <a:lnTo>
                    <a:pt x="43" y="74"/>
                  </a:lnTo>
                  <a:lnTo>
                    <a:pt x="31" y="74"/>
                  </a:lnTo>
                  <a:lnTo>
                    <a:pt x="31" y="62"/>
                  </a:lnTo>
                  <a:close/>
                  <a:moveTo>
                    <a:pt x="6" y="13"/>
                  </a:moveTo>
                  <a:lnTo>
                    <a:pt x="18" y="13"/>
                  </a:lnTo>
                  <a:lnTo>
                    <a:pt x="18" y="25"/>
                  </a:lnTo>
                  <a:lnTo>
                    <a:pt x="6" y="25"/>
                  </a:lnTo>
                  <a:lnTo>
                    <a:pt x="6" y="13"/>
                  </a:lnTo>
                  <a:close/>
                  <a:moveTo>
                    <a:pt x="6" y="37"/>
                  </a:moveTo>
                  <a:lnTo>
                    <a:pt x="18" y="37"/>
                  </a:lnTo>
                  <a:lnTo>
                    <a:pt x="18" y="49"/>
                  </a:lnTo>
                  <a:lnTo>
                    <a:pt x="6" y="49"/>
                  </a:lnTo>
                  <a:lnTo>
                    <a:pt x="6" y="37"/>
                  </a:lnTo>
                  <a:close/>
                  <a:moveTo>
                    <a:pt x="6" y="62"/>
                  </a:moveTo>
                  <a:lnTo>
                    <a:pt x="18" y="62"/>
                  </a:lnTo>
                  <a:lnTo>
                    <a:pt x="18" y="74"/>
                  </a:lnTo>
                  <a:lnTo>
                    <a:pt x="6" y="74"/>
                  </a:lnTo>
                  <a:lnTo>
                    <a:pt x="6" y="62"/>
                  </a:lnTo>
                  <a:close/>
                  <a:moveTo>
                    <a:pt x="55" y="31"/>
                  </a:moveTo>
                  <a:lnTo>
                    <a:pt x="98" y="31"/>
                  </a:lnTo>
                  <a:lnTo>
                    <a:pt x="98" y="37"/>
                  </a:lnTo>
                  <a:lnTo>
                    <a:pt x="55" y="37"/>
                  </a:lnTo>
                  <a:lnTo>
                    <a:pt x="55" y="31"/>
                  </a:lnTo>
                  <a:close/>
                  <a:moveTo>
                    <a:pt x="55" y="99"/>
                  </a:moveTo>
                  <a:lnTo>
                    <a:pt x="67" y="99"/>
                  </a:lnTo>
                  <a:lnTo>
                    <a:pt x="67" y="74"/>
                  </a:lnTo>
                  <a:lnTo>
                    <a:pt x="86" y="74"/>
                  </a:lnTo>
                  <a:lnTo>
                    <a:pt x="86" y="99"/>
                  </a:lnTo>
                  <a:lnTo>
                    <a:pt x="98" y="99"/>
                  </a:lnTo>
                  <a:lnTo>
                    <a:pt x="98" y="43"/>
                  </a:lnTo>
                  <a:lnTo>
                    <a:pt x="55" y="43"/>
                  </a:lnTo>
                  <a:lnTo>
                    <a:pt x="55" y="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2" name="Freeform 114"/>
            <p:cNvSpPr>
              <a:spLocks noEditPoints="1"/>
            </p:cNvSpPr>
            <p:nvPr/>
          </p:nvSpPr>
          <p:spPr bwMode="auto">
            <a:xfrm>
              <a:off x="3407" y="1634"/>
              <a:ext cx="56" cy="59"/>
            </a:xfrm>
            <a:custGeom>
              <a:avLst/>
              <a:gdLst>
                <a:gd name="T0" fmla="*/ 43 w 46"/>
                <a:gd name="T1" fmla="*/ 28 h 48"/>
                <a:gd name="T2" fmla="*/ 46 w 46"/>
                <a:gd name="T3" fmla="*/ 16 h 48"/>
                <a:gd name="T4" fmla="*/ 41 w 46"/>
                <a:gd name="T5" fmla="*/ 8 h 48"/>
                <a:gd name="T6" fmla="*/ 37 w 46"/>
                <a:gd name="T7" fmla="*/ 9 h 48"/>
                <a:gd name="T8" fmla="*/ 28 w 46"/>
                <a:gd name="T9" fmla="*/ 0 h 48"/>
                <a:gd name="T10" fmla="*/ 18 w 46"/>
                <a:gd name="T11" fmla="*/ 0 h 48"/>
                <a:gd name="T12" fmla="*/ 17 w 46"/>
                <a:gd name="T13" fmla="*/ 4 h 48"/>
                <a:gd name="T14" fmla="*/ 4 w 46"/>
                <a:gd name="T15" fmla="*/ 8 h 48"/>
                <a:gd name="T16" fmla="*/ 0 w 46"/>
                <a:gd name="T17" fmla="*/ 16 h 48"/>
                <a:gd name="T18" fmla="*/ 3 w 46"/>
                <a:gd name="T19" fmla="*/ 19 h 48"/>
                <a:gd name="T20" fmla="*/ 0 w 46"/>
                <a:gd name="T21" fmla="*/ 32 h 48"/>
                <a:gd name="T22" fmla="*/ 4 w 46"/>
                <a:gd name="T23" fmla="*/ 40 h 48"/>
                <a:gd name="T24" fmla="*/ 9 w 46"/>
                <a:gd name="T25" fmla="*/ 39 h 48"/>
                <a:gd name="T26" fmla="*/ 18 w 46"/>
                <a:gd name="T27" fmla="*/ 48 h 48"/>
                <a:gd name="T28" fmla="*/ 28 w 46"/>
                <a:gd name="T29" fmla="*/ 48 h 48"/>
                <a:gd name="T30" fmla="*/ 29 w 46"/>
                <a:gd name="T31" fmla="*/ 43 h 48"/>
                <a:gd name="T32" fmla="*/ 41 w 46"/>
                <a:gd name="T33" fmla="*/ 40 h 48"/>
                <a:gd name="T34" fmla="*/ 46 w 46"/>
                <a:gd name="T35" fmla="*/ 32 h 48"/>
                <a:gd name="T36" fmla="*/ 43 w 46"/>
                <a:gd name="T37" fmla="*/ 28 h 48"/>
                <a:gd name="T38" fmla="*/ 23 w 46"/>
                <a:gd name="T39" fmla="*/ 34 h 48"/>
                <a:gd name="T40" fmla="*/ 13 w 46"/>
                <a:gd name="T41" fmla="*/ 24 h 48"/>
                <a:gd name="T42" fmla="*/ 23 w 46"/>
                <a:gd name="T43" fmla="*/ 14 h 48"/>
                <a:gd name="T44" fmla="*/ 33 w 46"/>
                <a:gd name="T45" fmla="*/ 24 h 48"/>
                <a:gd name="T46" fmla="*/ 23 w 46"/>
                <a:gd name="T47" fmla="*/ 3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" h="48">
                  <a:moveTo>
                    <a:pt x="43" y="28"/>
                  </a:moveTo>
                  <a:cubicBezTo>
                    <a:pt x="40" y="24"/>
                    <a:pt x="42" y="18"/>
                    <a:pt x="46" y="16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39" y="9"/>
                    <a:pt x="37" y="9"/>
                  </a:cubicBezTo>
                  <a:cubicBezTo>
                    <a:pt x="32" y="9"/>
                    <a:pt x="28" y="5"/>
                    <a:pt x="2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3"/>
                    <a:pt x="17" y="4"/>
                  </a:cubicBezTo>
                  <a:cubicBezTo>
                    <a:pt x="14" y="9"/>
                    <a:pt x="9" y="10"/>
                    <a:pt x="4" y="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" y="17"/>
                    <a:pt x="2" y="18"/>
                    <a:pt x="3" y="19"/>
                  </a:cubicBezTo>
                  <a:cubicBezTo>
                    <a:pt x="6" y="24"/>
                    <a:pt x="4" y="29"/>
                    <a:pt x="0" y="32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6" y="39"/>
                    <a:pt x="7" y="39"/>
                    <a:pt x="9" y="39"/>
                  </a:cubicBezTo>
                  <a:cubicBezTo>
                    <a:pt x="14" y="39"/>
                    <a:pt x="18" y="43"/>
                    <a:pt x="1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6"/>
                    <a:pt x="28" y="45"/>
                    <a:pt x="29" y="43"/>
                  </a:cubicBezTo>
                  <a:cubicBezTo>
                    <a:pt x="31" y="39"/>
                    <a:pt x="37" y="38"/>
                    <a:pt x="41" y="40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5" y="31"/>
                    <a:pt x="44" y="30"/>
                    <a:pt x="43" y="28"/>
                  </a:cubicBezTo>
                  <a:close/>
                  <a:moveTo>
                    <a:pt x="23" y="34"/>
                  </a:moveTo>
                  <a:cubicBezTo>
                    <a:pt x="18" y="34"/>
                    <a:pt x="13" y="29"/>
                    <a:pt x="13" y="24"/>
                  </a:cubicBezTo>
                  <a:cubicBezTo>
                    <a:pt x="13" y="18"/>
                    <a:pt x="18" y="14"/>
                    <a:pt x="23" y="14"/>
                  </a:cubicBezTo>
                  <a:cubicBezTo>
                    <a:pt x="28" y="14"/>
                    <a:pt x="33" y="18"/>
                    <a:pt x="33" y="24"/>
                  </a:cubicBezTo>
                  <a:cubicBezTo>
                    <a:pt x="33" y="29"/>
                    <a:pt x="28" y="34"/>
                    <a:pt x="23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3" name="Freeform 115"/>
            <p:cNvSpPr>
              <a:spLocks noEditPoints="1"/>
            </p:cNvSpPr>
            <p:nvPr/>
          </p:nvSpPr>
          <p:spPr bwMode="auto">
            <a:xfrm>
              <a:off x="3217" y="1628"/>
              <a:ext cx="90" cy="102"/>
            </a:xfrm>
            <a:custGeom>
              <a:avLst/>
              <a:gdLst>
                <a:gd name="T0" fmla="*/ 58 w 74"/>
                <a:gd name="T1" fmla="*/ 25 h 83"/>
                <a:gd name="T2" fmla="*/ 62 w 74"/>
                <a:gd name="T3" fmla="*/ 21 h 83"/>
                <a:gd name="T4" fmla="*/ 68 w 74"/>
                <a:gd name="T5" fmla="*/ 12 h 83"/>
                <a:gd name="T6" fmla="*/ 65 w 74"/>
                <a:gd name="T7" fmla="*/ 2 h 83"/>
                <a:gd name="T8" fmla="*/ 58 w 74"/>
                <a:gd name="T9" fmla="*/ 0 h 83"/>
                <a:gd name="T10" fmla="*/ 46 w 74"/>
                <a:gd name="T11" fmla="*/ 5 h 83"/>
                <a:gd name="T12" fmla="*/ 36 w 74"/>
                <a:gd name="T13" fmla="*/ 23 h 83"/>
                <a:gd name="T14" fmla="*/ 27 w 74"/>
                <a:gd name="T15" fmla="*/ 6 h 83"/>
                <a:gd name="T16" fmla="*/ 18 w 74"/>
                <a:gd name="T17" fmla="*/ 2 h 83"/>
                <a:gd name="T18" fmla="*/ 11 w 74"/>
                <a:gd name="T19" fmla="*/ 5 h 83"/>
                <a:gd name="T20" fmla="*/ 12 w 74"/>
                <a:gd name="T21" fmla="*/ 21 h 83"/>
                <a:gd name="T22" fmla="*/ 18 w 74"/>
                <a:gd name="T23" fmla="*/ 25 h 83"/>
                <a:gd name="T24" fmla="*/ 0 w 74"/>
                <a:gd name="T25" fmla="*/ 25 h 83"/>
                <a:gd name="T26" fmla="*/ 0 w 74"/>
                <a:gd name="T27" fmla="*/ 46 h 83"/>
                <a:gd name="T28" fmla="*/ 5 w 74"/>
                <a:gd name="T29" fmla="*/ 46 h 83"/>
                <a:gd name="T30" fmla="*/ 5 w 74"/>
                <a:gd name="T31" fmla="*/ 83 h 83"/>
                <a:gd name="T32" fmla="*/ 68 w 74"/>
                <a:gd name="T33" fmla="*/ 83 h 83"/>
                <a:gd name="T34" fmla="*/ 68 w 74"/>
                <a:gd name="T35" fmla="*/ 46 h 83"/>
                <a:gd name="T36" fmla="*/ 74 w 74"/>
                <a:gd name="T37" fmla="*/ 46 h 83"/>
                <a:gd name="T38" fmla="*/ 74 w 74"/>
                <a:gd name="T39" fmla="*/ 25 h 83"/>
                <a:gd name="T40" fmla="*/ 58 w 74"/>
                <a:gd name="T41" fmla="*/ 25 h 83"/>
                <a:gd name="T42" fmla="*/ 50 w 74"/>
                <a:gd name="T43" fmla="*/ 9 h 83"/>
                <a:gd name="T44" fmla="*/ 58 w 74"/>
                <a:gd name="T45" fmla="*/ 6 h 83"/>
                <a:gd name="T46" fmla="*/ 61 w 74"/>
                <a:gd name="T47" fmla="*/ 7 h 83"/>
                <a:gd name="T48" fmla="*/ 58 w 74"/>
                <a:gd name="T49" fmla="*/ 17 h 83"/>
                <a:gd name="T50" fmla="*/ 46 w 74"/>
                <a:gd name="T51" fmla="*/ 25 h 83"/>
                <a:gd name="T52" fmla="*/ 41 w 74"/>
                <a:gd name="T53" fmla="*/ 25 h 83"/>
                <a:gd name="T54" fmla="*/ 50 w 74"/>
                <a:gd name="T55" fmla="*/ 9 h 83"/>
                <a:gd name="T56" fmla="*/ 14 w 74"/>
                <a:gd name="T57" fmla="*/ 12 h 83"/>
                <a:gd name="T58" fmla="*/ 15 w 74"/>
                <a:gd name="T59" fmla="*/ 9 h 83"/>
                <a:gd name="T60" fmla="*/ 18 w 74"/>
                <a:gd name="T61" fmla="*/ 8 h 83"/>
                <a:gd name="T62" fmla="*/ 18 w 74"/>
                <a:gd name="T63" fmla="*/ 8 h 83"/>
                <a:gd name="T64" fmla="*/ 23 w 74"/>
                <a:gd name="T65" fmla="*/ 10 h 83"/>
                <a:gd name="T66" fmla="*/ 29 w 74"/>
                <a:gd name="T67" fmla="*/ 23 h 83"/>
                <a:gd name="T68" fmla="*/ 29 w 74"/>
                <a:gd name="T69" fmla="*/ 23 h 83"/>
                <a:gd name="T70" fmla="*/ 29 w 74"/>
                <a:gd name="T71" fmla="*/ 23 h 83"/>
                <a:gd name="T72" fmla="*/ 16 w 74"/>
                <a:gd name="T73" fmla="*/ 16 h 83"/>
                <a:gd name="T74" fmla="*/ 14 w 74"/>
                <a:gd name="T75" fmla="*/ 12 h 83"/>
                <a:gd name="T76" fmla="*/ 32 w 74"/>
                <a:gd name="T77" fmla="*/ 78 h 83"/>
                <a:gd name="T78" fmla="*/ 11 w 74"/>
                <a:gd name="T79" fmla="*/ 78 h 83"/>
                <a:gd name="T80" fmla="*/ 11 w 74"/>
                <a:gd name="T81" fmla="*/ 43 h 83"/>
                <a:gd name="T82" fmla="*/ 32 w 74"/>
                <a:gd name="T83" fmla="*/ 43 h 83"/>
                <a:gd name="T84" fmla="*/ 32 w 74"/>
                <a:gd name="T85" fmla="*/ 78 h 83"/>
                <a:gd name="T86" fmla="*/ 32 w 74"/>
                <a:gd name="T87" fmla="*/ 41 h 83"/>
                <a:gd name="T88" fmla="*/ 5 w 74"/>
                <a:gd name="T89" fmla="*/ 41 h 83"/>
                <a:gd name="T90" fmla="*/ 5 w 74"/>
                <a:gd name="T91" fmla="*/ 30 h 83"/>
                <a:gd name="T92" fmla="*/ 32 w 74"/>
                <a:gd name="T93" fmla="*/ 30 h 83"/>
                <a:gd name="T94" fmla="*/ 32 w 74"/>
                <a:gd name="T95" fmla="*/ 41 h 83"/>
                <a:gd name="T96" fmla="*/ 63 w 74"/>
                <a:gd name="T97" fmla="*/ 78 h 83"/>
                <a:gd name="T98" fmla="*/ 42 w 74"/>
                <a:gd name="T99" fmla="*/ 78 h 83"/>
                <a:gd name="T100" fmla="*/ 42 w 74"/>
                <a:gd name="T101" fmla="*/ 43 h 83"/>
                <a:gd name="T102" fmla="*/ 63 w 74"/>
                <a:gd name="T103" fmla="*/ 43 h 83"/>
                <a:gd name="T104" fmla="*/ 63 w 74"/>
                <a:gd name="T105" fmla="*/ 78 h 83"/>
                <a:gd name="T106" fmla="*/ 68 w 74"/>
                <a:gd name="T107" fmla="*/ 41 h 83"/>
                <a:gd name="T108" fmla="*/ 42 w 74"/>
                <a:gd name="T109" fmla="*/ 41 h 83"/>
                <a:gd name="T110" fmla="*/ 42 w 74"/>
                <a:gd name="T111" fmla="*/ 30 h 83"/>
                <a:gd name="T112" fmla="*/ 68 w 74"/>
                <a:gd name="T113" fmla="*/ 30 h 83"/>
                <a:gd name="T114" fmla="*/ 68 w 74"/>
                <a:gd name="T115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4" h="83">
                  <a:moveTo>
                    <a:pt x="58" y="25"/>
                  </a:moveTo>
                  <a:cubicBezTo>
                    <a:pt x="60" y="24"/>
                    <a:pt x="61" y="23"/>
                    <a:pt x="62" y="21"/>
                  </a:cubicBezTo>
                  <a:cubicBezTo>
                    <a:pt x="65" y="19"/>
                    <a:pt x="67" y="15"/>
                    <a:pt x="68" y="12"/>
                  </a:cubicBezTo>
                  <a:cubicBezTo>
                    <a:pt x="68" y="8"/>
                    <a:pt x="67" y="5"/>
                    <a:pt x="65" y="2"/>
                  </a:cubicBezTo>
                  <a:cubicBezTo>
                    <a:pt x="63" y="1"/>
                    <a:pt x="61" y="0"/>
                    <a:pt x="58" y="0"/>
                  </a:cubicBezTo>
                  <a:cubicBezTo>
                    <a:pt x="54" y="0"/>
                    <a:pt x="49" y="2"/>
                    <a:pt x="46" y="5"/>
                  </a:cubicBezTo>
                  <a:cubicBezTo>
                    <a:pt x="41" y="10"/>
                    <a:pt x="37" y="18"/>
                    <a:pt x="36" y="23"/>
                  </a:cubicBezTo>
                  <a:cubicBezTo>
                    <a:pt x="34" y="18"/>
                    <a:pt x="32" y="11"/>
                    <a:pt x="27" y="6"/>
                  </a:cubicBezTo>
                  <a:cubicBezTo>
                    <a:pt x="24" y="3"/>
                    <a:pt x="21" y="2"/>
                    <a:pt x="18" y="2"/>
                  </a:cubicBezTo>
                  <a:cubicBezTo>
                    <a:pt x="15" y="2"/>
                    <a:pt x="13" y="3"/>
                    <a:pt x="11" y="5"/>
                  </a:cubicBezTo>
                  <a:cubicBezTo>
                    <a:pt x="7" y="9"/>
                    <a:pt x="7" y="16"/>
                    <a:pt x="12" y="21"/>
                  </a:cubicBezTo>
                  <a:cubicBezTo>
                    <a:pt x="14" y="22"/>
                    <a:pt x="16" y="24"/>
                    <a:pt x="18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68" y="83"/>
                    <a:pt x="68" y="83"/>
                    <a:pt x="68" y="83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4" y="25"/>
                    <a:pt x="74" y="25"/>
                    <a:pt x="74" y="25"/>
                  </a:cubicBezTo>
                  <a:lnTo>
                    <a:pt x="58" y="25"/>
                  </a:lnTo>
                  <a:close/>
                  <a:moveTo>
                    <a:pt x="50" y="9"/>
                  </a:moveTo>
                  <a:cubicBezTo>
                    <a:pt x="52" y="7"/>
                    <a:pt x="55" y="6"/>
                    <a:pt x="58" y="6"/>
                  </a:cubicBezTo>
                  <a:cubicBezTo>
                    <a:pt x="59" y="6"/>
                    <a:pt x="60" y="6"/>
                    <a:pt x="61" y="7"/>
                  </a:cubicBezTo>
                  <a:cubicBezTo>
                    <a:pt x="63" y="9"/>
                    <a:pt x="62" y="14"/>
                    <a:pt x="58" y="17"/>
                  </a:cubicBezTo>
                  <a:cubicBezTo>
                    <a:pt x="55" y="21"/>
                    <a:pt x="50" y="23"/>
                    <a:pt x="46" y="25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3" y="20"/>
                    <a:pt x="46" y="14"/>
                    <a:pt x="50" y="9"/>
                  </a:cubicBezTo>
                  <a:close/>
                  <a:moveTo>
                    <a:pt x="14" y="12"/>
                  </a:moveTo>
                  <a:cubicBezTo>
                    <a:pt x="14" y="11"/>
                    <a:pt x="14" y="10"/>
                    <a:pt x="15" y="9"/>
                  </a:cubicBezTo>
                  <a:cubicBezTo>
                    <a:pt x="16" y="8"/>
                    <a:pt x="17" y="8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9" y="8"/>
                    <a:pt x="21" y="9"/>
                    <a:pt x="23" y="10"/>
                  </a:cubicBezTo>
                  <a:cubicBezTo>
                    <a:pt x="25" y="13"/>
                    <a:pt x="28" y="17"/>
                    <a:pt x="29" y="23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3" y="22"/>
                    <a:pt x="19" y="19"/>
                    <a:pt x="16" y="16"/>
                  </a:cubicBezTo>
                  <a:cubicBezTo>
                    <a:pt x="15" y="15"/>
                    <a:pt x="14" y="13"/>
                    <a:pt x="14" y="12"/>
                  </a:cubicBezTo>
                  <a:close/>
                  <a:moveTo>
                    <a:pt x="32" y="78"/>
                  </a:moveTo>
                  <a:cubicBezTo>
                    <a:pt x="11" y="78"/>
                    <a:pt x="11" y="78"/>
                    <a:pt x="11" y="78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32" y="43"/>
                    <a:pt x="32" y="43"/>
                    <a:pt x="32" y="43"/>
                  </a:cubicBezTo>
                  <a:lnTo>
                    <a:pt x="32" y="78"/>
                  </a:lnTo>
                  <a:close/>
                  <a:moveTo>
                    <a:pt x="32" y="41"/>
                  </a:moveTo>
                  <a:cubicBezTo>
                    <a:pt x="5" y="41"/>
                    <a:pt x="5" y="41"/>
                    <a:pt x="5" y="4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32" y="30"/>
                    <a:pt x="32" y="30"/>
                    <a:pt x="32" y="30"/>
                  </a:cubicBezTo>
                  <a:lnTo>
                    <a:pt x="32" y="41"/>
                  </a:lnTo>
                  <a:close/>
                  <a:moveTo>
                    <a:pt x="63" y="78"/>
                  </a:moveTo>
                  <a:cubicBezTo>
                    <a:pt x="42" y="78"/>
                    <a:pt x="42" y="78"/>
                    <a:pt x="42" y="7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63" y="43"/>
                    <a:pt x="63" y="43"/>
                    <a:pt x="63" y="43"/>
                  </a:cubicBezTo>
                  <a:lnTo>
                    <a:pt x="63" y="78"/>
                  </a:lnTo>
                  <a:close/>
                  <a:moveTo>
                    <a:pt x="68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68" y="30"/>
                    <a:pt x="68" y="30"/>
                    <a:pt x="68" y="30"/>
                  </a:cubicBezTo>
                  <a:lnTo>
                    <a:pt x="6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4" name="Freeform 116"/>
            <p:cNvSpPr>
              <a:spLocks noEditPoints="1"/>
            </p:cNvSpPr>
            <p:nvPr/>
          </p:nvSpPr>
          <p:spPr bwMode="auto">
            <a:xfrm>
              <a:off x="3285" y="1992"/>
              <a:ext cx="42" cy="79"/>
            </a:xfrm>
            <a:custGeom>
              <a:avLst/>
              <a:gdLst>
                <a:gd name="T0" fmla="*/ 23 w 34"/>
                <a:gd name="T1" fmla="*/ 64 h 65"/>
                <a:gd name="T2" fmla="*/ 23 w 34"/>
                <a:gd name="T3" fmla="*/ 64 h 65"/>
                <a:gd name="T4" fmla="*/ 33 w 34"/>
                <a:gd name="T5" fmla="*/ 49 h 65"/>
                <a:gd name="T6" fmla="*/ 30 w 34"/>
                <a:gd name="T7" fmla="*/ 34 h 65"/>
                <a:gd name="T8" fmla="*/ 15 w 34"/>
                <a:gd name="T9" fmla="*/ 24 h 65"/>
                <a:gd name="T10" fmla="*/ 15 w 34"/>
                <a:gd name="T11" fmla="*/ 24 h 65"/>
                <a:gd name="T12" fmla="*/ 14 w 34"/>
                <a:gd name="T13" fmla="*/ 25 h 65"/>
                <a:gd name="T14" fmla="*/ 15 w 34"/>
                <a:gd name="T15" fmla="*/ 30 h 65"/>
                <a:gd name="T16" fmla="*/ 16 w 34"/>
                <a:gd name="T17" fmla="*/ 30 h 65"/>
                <a:gd name="T18" fmla="*/ 17 w 34"/>
                <a:gd name="T19" fmla="*/ 30 h 65"/>
                <a:gd name="T20" fmla="*/ 24 w 34"/>
                <a:gd name="T21" fmla="*/ 35 h 65"/>
                <a:gd name="T22" fmla="*/ 27 w 34"/>
                <a:gd name="T23" fmla="*/ 51 h 65"/>
                <a:gd name="T24" fmla="*/ 22 w 34"/>
                <a:gd name="T25" fmla="*/ 58 h 65"/>
                <a:gd name="T26" fmla="*/ 22 w 34"/>
                <a:gd name="T27" fmla="*/ 58 h 65"/>
                <a:gd name="T28" fmla="*/ 14 w 34"/>
                <a:gd name="T29" fmla="*/ 53 h 65"/>
                <a:gd name="T30" fmla="*/ 13 w 34"/>
                <a:gd name="T31" fmla="*/ 46 h 65"/>
                <a:gd name="T32" fmla="*/ 6 w 34"/>
                <a:gd name="T33" fmla="*/ 43 h 65"/>
                <a:gd name="T34" fmla="*/ 8 w 34"/>
                <a:gd name="T35" fmla="*/ 54 h 65"/>
                <a:gd name="T36" fmla="*/ 23 w 34"/>
                <a:gd name="T37" fmla="*/ 64 h 65"/>
                <a:gd name="T38" fmla="*/ 19 w 34"/>
                <a:gd name="T39" fmla="*/ 41 h 65"/>
                <a:gd name="T40" fmla="*/ 20 w 34"/>
                <a:gd name="T41" fmla="*/ 41 h 65"/>
                <a:gd name="T42" fmla="*/ 19 w 34"/>
                <a:gd name="T43" fmla="*/ 35 h 65"/>
                <a:gd name="T44" fmla="*/ 18 w 34"/>
                <a:gd name="T45" fmla="*/ 36 h 65"/>
                <a:gd name="T46" fmla="*/ 17 w 34"/>
                <a:gd name="T47" fmla="*/ 36 h 65"/>
                <a:gd name="T48" fmla="*/ 10 w 34"/>
                <a:gd name="T49" fmla="*/ 31 h 65"/>
                <a:gd name="T50" fmla="*/ 7 w 34"/>
                <a:gd name="T51" fmla="*/ 15 h 65"/>
                <a:gd name="T52" fmla="*/ 12 w 34"/>
                <a:gd name="T53" fmla="*/ 7 h 65"/>
                <a:gd name="T54" fmla="*/ 12 w 34"/>
                <a:gd name="T55" fmla="*/ 7 h 65"/>
                <a:gd name="T56" fmla="*/ 20 w 34"/>
                <a:gd name="T57" fmla="*/ 12 h 65"/>
                <a:gd name="T58" fmla="*/ 21 w 34"/>
                <a:gd name="T59" fmla="*/ 19 h 65"/>
                <a:gd name="T60" fmla="*/ 28 w 34"/>
                <a:gd name="T61" fmla="*/ 22 h 65"/>
                <a:gd name="T62" fmla="*/ 26 w 34"/>
                <a:gd name="T63" fmla="*/ 11 h 65"/>
                <a:gd name="T64" fmla="*/ 11 w 34"/>
                <a:gd name="T65" fmla="*/ 2 h 65"/>
                <a:gd name="T66" fmla="*/ 11 w 34"/>
                <a:gd name="T67" fmla="*/ 2 h 65"/>
                <a:gd name="T68" fmla="*/ 1 w 34"/>
                <a:gd name="T69" fmla="*/ 16 h 65"/>
                <a:gd name="T70" fmla="*/ 4 w 34"/>
                <a:gd name="T71" fmla="*/ 32 h 65"/>
                <a:gd name="T72" fmla="*/ 19 w 34"/>
                <a:gd name="T73" fmla="*/ 4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65">
                  <a:moveTo>
                    <a:pt x="23" y="64"/>
                  </a:moveTo>
                  <a:cubicBezTo>
                    <a:pt x="23" y="64"/>
                    <a:pt x="23" y="64"/>
                    <a:pt x="23" y="64"/>
                  </a:cubicBezTo>
                  <a:cubicBezTo>
                    <a:pt x="30" y="63"/>
                    <a:pt x="34" y="56"/>
                    <a:pt x="33" y="49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9" y="27"/>
                    <a:pt x="22" y="23"/>
                    <a:pt x="1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4"/>
                    <a:pt x="14" y="25"/>
                    <a:pt x="14" y="25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6" y="30"/>
                    <a:pt x="16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29"/>
                    <a:pt x="24" y="31"/>
                    <a:pt x="24" y="35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8" y="54"/>
                    <a:pt x="26" y="58"/>
                    <a:pt x="22" y="5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8" y="59"/>
                    <a:pt x="15" y="57"/>
                    <a:pt x="14" y="53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0" y="46"/>
                    <a:pt x="8" y="45"/>
                    <a:pt x="6" y="43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10" y="61"/>
                    <a:pt x="16" y="65"/>
                    <a:pt x="23" y="64"/>
                  </a:cubicBezTo>
                  <a:close/>
                  <a:moveTo>
                    <a:pt x="19" y="41"/>
                  </a:moveTo>
                  <a:cubicBezTo>
                    <a:pt x="19" y="41"/>
                    <a:pt x="20" y="41"/>
                    <a:pt x="20" y="41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4" y="37"/>
                    <a:pt x="10" y="34"/>
                    <a:pt x="10" y="3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6" y="11"/>
                    <a:pt x="8" y="8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6" y="6"/>
                    <a:pt x="19" y="9"/>
                    <a:pt x="20" y="12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4" y="20"/>
                    <a:pt x="26" y="21"/>
                    <a:pt x="28" y="22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4" y="5"/>
                    <a:pt x="18" y="0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4" y="3"/>
                    <a:pt x="0" y="10"/>
                    <a:pt x="1" y="16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5" y="38"/>
                    <a:pt x="12" y="43"/>
                    <a:pt x="19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5" name="Freeform 117"/>
            <p:cNvSpPr>
              <a:spLocks/>
            </p:cNvSpPr>
            <p:nvPr/>
          </p:nvSpPr>
          <p:spPr bwMode="auto">
            <a:xfrm>
              <a:off x="3315" y="1226"/>
              <a:ext cx="113" cy="113"/>
            </a:xfrm>
            <a:custGeom>
              <a:avLst/>
              <a:gdLst>
                <a:gd name="T0" fmla="*/ 29 w 92"/>
                <a:gd name="T1" fmla="*/ 17 h 92"/>
                <a:gd name="T2" fmla="*/ 92 w 92"/>
                <a:gd name="T3" fmla="*/ 0 h 92"/>
                <a:gd name="T4" fmla="*/ 92 w 92"/>
                <a:gd name="T5" fmla="*/ 6 h 92"/>
                <a:gd name="T6" fmla="*/ 92 w 92"/>
                <a:gd name="T7" fmla="*/ 17 h 92"/>
                <a:gd name="T8" fmla="*/ 92 w 92"/>
                <a:gd name="T9" fmla="*/ 66 h 92"/>
                <a:gd name="T10" fmla="*/ 72 w 92"/>
                <a:gd name="T11" fmla="*/ 80 h 92"/>
                <a:gd name="T12" fmla="*/ 52 w 92"/>
                <a:gd name="T13" fmla="*/ 66 h 92"/>
                <a:gd name="T14" fmla="*/ 72 w 92"/>
                <a:gd name="T15" fmla="*/ 52 h 92"/>
                <a:gd name="T16" fmla="*/ 81 w 92"/>
                <a:gd name="T17" fmla="*/ 53 h 92"/>
                <a:gd name="T18" fmla="*/ 81 w 92"/>
                <a:gd name="T19" fmla="*/ 23 h 92"/>
                <a:gd name="T20" fmla="*/ 41 w 92"/>
                <a:gd name="T21" fmla="*/ 34 h 92"/>
                <a:gd name="T22" fmla="*/ 41 w 92"/>
                <a:gd name="T23" fmla="*/ 77 h 92"/>
                <a:gd name="T24" fmla="*/ 21 w 92"/>
                <a:gd name="T25" fmla="*/ 92 h 92"/>
                <a:gd name="T26" fmla="*/ 0 w 92"/>
                <a:gd name="T27" fmla="*/ 77 h 92"/>
                <a:gd name="T28" fmla="*/ 21 w 92"/>
                <a:gd name="T29" fmla="*/ 63 h 92"/>
                <a:gd name="T30" fmla="*/ 29 w 92"/>
                <a:gd name="T31" fmla="*/ 64 h 92"/>
                <a:gd name="T32" fmla="*/ 29 w 92"/>
                <a:gd name="T33" fmla="*/ 34 h 92"/>
                <a:gd name="T34" fmla="*/ 29 w 92"/>
                <a:gd name="T35" fmla="*/ 1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92">
                  <a:moveTo>
                    <a:pt x="29" y="17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2" y="66"/>
                    <a:pt x="92" y="66"/>
                    <a:pt x="92" y="66"/>
                  </a:cubicBezTo>
                  <a:cubicBezTo>
                    <a:pt x="92" y="74"/>
                    <a:pt x="83" y="80"/>
                    <a:pt x="72" y="80"/>
                  </a:cubicBezTo>
                  <a:cubicBezTo>
                    <a:pt x="61" y="80"/>
                    <a:pt x="52" y="74"/>
                    <a:pt x="52" y="66"/>
                  </a:cubicBezTo>
                  <a:cubicBezTo>
                    <a:pt x="52" y="58"/>
                    <a:pt x="61" y="52"/>
                    <a:pt x="72" y="52"/>
                  </a:cubicBezTo>
                  <a:cubicBezTo>
                    <a:pt x="75" y="52"/>
                    <a:pt x="78" y="52"/>
                    <a:pt x="81" y="53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1" y="85"/>
                    <a:pt x="32" y="92"/>
                    <a:pt x="21" y="92"/>
                  </a:cubicBezTo>
                  <a:cubicBezTo>
                    <a:pt x="9" y="92"/>
                    <a:pt x="0" y="85"/>
                    <a:pt x="0" y="77"/>
                  </a:cubicBezTo>
                  <a:cubicBezTo>
                    <a:pt x="0" y="70"/>
                    <a:pt x="9" y="63"/>
                    <a:pt x="21" y="63"/>
                  </a:cubicBezTo>
                  <a:cubicBezTo>
                    <a:pt x="24" y="63"/>
                    <a:pt x="27" y="64"/>
                    <a:pt x="29" y="64"/>
                  </a:cubicBezTo>
                  <a:cubicBezTo>
                    <a:pt x="29" y="34"/>
                    <a:pt x="29" y="34"/>
                    <a:pt x="29" y="34"/>
                  </a:cubicBezTo>
                  <a:lnTo>
                    <a:pt x="29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6" name="Freeform 118"/>
            <p:cNvSpPr>
              <a:spLocks noEditPoints="1"/>
            </p:cNvSpPr>
            <p:nvPr/>
          </p:nvSpPr>
          <p:spPr bwMode="auto">
            <a:xfrm>
              <a:off x="3052" y="2198"/>
              <a:ext cx="87" cy="77"/>
            </a:xfrm>
            <a:custGeom>
              <a:avLst/>
              <a:gdLst>
                <a:gd name="T0" fmla="*/ 30 w 71"/>
                <a:gd name="T1" fmla="*/ 0 h 63"/>
                <a:gd name="T2" fmla="*/ 30 w 71"/>
                <a:gd name="T3" fmla="*/ 0 h 63"/>
                <a:gd name="T4" fmla="*/ 59 w 71"/>
                <a:gd name="T5" fmla="*/ 24 h 63"/>
                <a:gd name="T6" fmla="*/ 30 w 71"/>
                <a:gd name="T7" fmla="*/ 48 h 63"/>
                <a:gd name="T8" fmla="*/ 25 w 71"/>
                <a:gd name="T9" fmla="*/ 48 h 63"/>
                <a:gd name="T10" fmla="*/ 4 w 71"/>
                <a:gd name="T11" fmla="*/ 56 h 63"/>
                <a:gd name="T12" fmla="*/ 4 w 71"/>
                <a:gd name="T13" fmla="*/ 54 h 63"/>
                <a:gd name="T14" fmla="*/ 11 w 71"/>
                <a:gd name="T15" fmla="*/ 45 h 63"/>
                <a:gd name="T16" fmla="*/ 11 w 71"/>
                <a:gd name="T17" fmla="*/ 43 h 63"/>
                <a:gd name="T18" fmla="*/ 0 w 71"/>
                <a:gd name="T19" fmla="*/ 24 h 63"/>
                <a:gd name="T20" fmla="*/ 30 w 71"/>
                <a:gd name="T21" fmla="*/ 0 h 63"/>
                <a:gd name="T22" fmla="*/ 62 w 71"/>
                <a:gd name="T23" fmla="*/ 54 h 63"/>
                <a:gd name="T24" fmla="*/ 67 w 71"/>
                <a:gd name="T25" fmla="*/ 62 h 63"/>
                <a:gd name="T26" fmla="*/ 67 w 71"/>
                <a:gd name="T27" fmla="*/ 63 h 63"/>
                <a:gd name="T28" fmla="*/ 50 w 71"/>
                <a:gd name="T29" fmla="*/ 57 h 63"/>
                <a:gd name="T30" fmla="*/ 46 w 71"/>
                <a:gd name="T31" fmla="*/ 57 h 63"/>
                <a:gd name="T32" fmla="*/ 30 w 71"/>
                <a:gd name="T33" fmla="*/ 53 h 63"/>
                <a:gd name="T34" fmla="*/ 54 w 71"/>
                <a:gd name="T35" fmla="*/ 45 h 63"/>
                <a:gd name="T36" fmla="*/ 61 w 71"/>
                <a:gd name="T37" fmla="*/ 36 h 63"/>
                <a:gd name="T38" fmla="*/ 64 w 71"/>
                <a:gd name="T39" fmla="*/ 24 h 63"/>
                <a:gd name="T40" fmla="*/ 64 w 71"/>
                <a:gd name="T41" fmla="*/ 22 h 63"/>
                <a:gd name="T42" fmla="*/ 71 w 71"/>
                <a:gd name="T43" fmla="*/ 37 h 63"/>
                <a:gd name="T44" fmla="*/ 62 w 71"/>
                <a:gd name="T45" fmla="*/ 53 h 63"/>
                <a:gd name="T46" fmla="*/ 62 w 71"/>
                <a:gd name="T47" fmla="*/ 5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" h="63"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46" y="0"/>
                    <a:pt x="59" y="11"/>
                    <a:pt x="59" y="24"/>
                  </a:cubicBezTo>
                  <a:cubicBezTo>
                    <a:pt x="59" y="38"/>
                    <a:pt x="46" y="48"/>
                    <a:pt x="30" y="48"/>
                  </a:cubicBezTo>
                  <a:cubicBezTo>
                    <a:pt x="28" y="48"/>
                    <a:pt x="27" y="48"/>
                    <a:pt x="25" y="48"/>
                  </a:cubicBezTo>
                  <a:cubicBezTo>
                    <a:pt x="19" y="54"/>
                    <a:pt x="11" y="55"/>
                    <a:pt x="4" y="56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8" y="52"/>
                    <a:pt x="11" y="49"/>
                    <a:pt x="11" y="45"/>
                  </a:cubicBezTo>
                  <a:cubicBezTo>
                    <a:pt x="11" y="44"/>
                    <a:pt x="11" y="43"/>
                    <a:pt x="11" y="43"/>
                  </a:cubicBezTo>
                  <a:cubicBezTo>
                    <a:pt x="4" y="39"/>
                    <a:pt x="0" y="32"/>
                    <a:pt x="0" y="24"/>
                  </a:cubicBezTo>
                  <a:cubicBezTo>
                    <a:pt x="0" y="11"/>
                    <a:pt x="13" y="0"/>
                    <a:pt x="30" y="0"/>
                  </a:cubicBezTo>
                  <a:close/>
                  <a:moveTo>
                    <a:pt x="62" y="54"/>
                  </a:moveTo>
                  <a:cubicBezTo>
                    <a:pt x="62" y="57"/>
                    <a:pt x="64" y="60"/>
                    <a:pt x="67" y="62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1" y="63"/>
                    <a:pt x="55" y="62"/>
                    <a:pt x="50" y="57"/>
                  </a:cubicBezTo>
                  <a:cubicBezTo>
                    <a:pt x="48" y="57"/>
                    <a:pt x="47" y="57"/>
                    <a:pt x="46" y="57"/>
                  </a:cubicBezTo>
                  <a:cubicBezTo>
                    <a:pt x="40" y="57"/>
                    <a:pt x="34" y="56"/>
                    <a:pt x="30" y="53"/>
                  </a:cubicBezTo>
                  <a:cubicBezTo>
                    <a:pt x="39" y="53"/>
                    <a:pt x="47" y="50"/>
                    <a:pt x="54" y="45"/>
                  </a:cubicBezTo>
                  <a:cubicBezTo>
                    <a:pt x="57" y="42"/>
                    <a:pt x="59" y="39"/>
                    <a:pt x="61" y="36"/>
                  </a:cubicBezTo>
                  <a:cubicBezTo>
                    <a:pt x="63" y="32"/>
                    <a:pt x="64" y="28"/>
                    <a:pt x="64" y="24"/>
                  </a:cubicBezTo>
                  <a:cubicBezTo>
                    <a:pt x="64" y="24"/>
                    <a:pt x="64" y="23"/>
                    <a:pt x="64" y="22"/>
                  </a:cubicBezTo>
                  <a:cubicBezTo>
                    <a:pt x="68" y="26"/>
                    <a:pt x="71" y="31"/>
                    <a:pt x="71" y="37"/>
                  </a:cubicBezTo>
                  <a:cubicBezTo>
                    <a:pt x="71" y="43"/>
                    <a:pt x="67" y="49"/>
                    <a:pt x="62" y="53"/>
                  </a:cubicBezTo>
                  <a:cubicBezTo>
                    <a:pt x="62" y="53"/>
                    <a:pt x="62" y="54"/>
                    <a:pt x="62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7" name="Freeform 119"/>
            <p:cNvSpPr>
              <a:spLocks/>
            </p:cNvSpPr>
            <p:nvPr/>
          </p:nvSpPr>
          <p:spPr bwMode="auto">
            <a:xfrm>
              <a:off x="3122" y="2035"/>
              <a:ext cx="80" cy="78"/>
            </a:xfrm>
            <a:custGeom>
              <a:avLst/>
              <a:gdLst>
                <a:gd name="T0" fmla="*/ 65 w 65"/>
                <a:gd name="T1" fmla="*/ 24 h 64"/>
                <a:gd name="T2" fmla="*/ 41 w 65"/>
                <a:gd name="T3" fmla="*/ 24 h 64"/>
                <a:gd name="T4" fmla="*/ 50 w 65"/>
                <a:gd name="T5" fmla="*/ 15 h 64"/>
                <a:gd name="T6" fmla="*/ 33 w 65"/>
                <a:gd name="T7" fmla="*/ 8 h 64"/>
                <a:gd name="T8" fmla="*/ 16 w 65"/>
                <a:gd name="T9" fmla="*/ 15 h 64"/>
                <a:gd name="T10" fmla="*/ 9 w 65"/>
                <a:gd name="T11" fmla="*/ 32 h 64"/>
                <a:gd name="T12" fmla="*/ 16 w 65"/>
                <a:gd name="T13" fmla="*/ 49 h 64"/>
                <a:gd name="T14" fmla="*/ 33 w 65"/>
                <a:gd name="T15" fmla="*/ 56 h 64"/>
                <a:gd name="T16" fmla="*/ 50 w 65"/>
                <a:gd name="T17" fmla="*/ 49 h 64"/>
                <a:gd name="T18" fmla="*/ 51 w 65"/>
                <a:gd name="T19" fmla="*/ 48 h 64"/>
                <a:gd name="T20" fmla="*/ 57 w 65"/>
                <a:gd name="T21" fmla="*/ 53 h 64"/>
                <a:gd name="T22" fmla="*/ 33 w 65"/>
                <a:gd name="T23" fmla="*/ 64 h 64"/>
                <a:gd name="T24" fmla="*/ 0 w 65"/>
                <a:gd name="T25" fmla="*/ 32 h 64"/>
                <a:gd name="T26" fmla="*/ 33 w 65"/>
                <a:gd name="T27" fmla="*/ 0 h 64"/>
                <a:gd name="T28" fmla="*/ 56 w 65"/>
                <a:gd name="T29" fmla="*/ 9 h 64"/>
                <a:gd name="T30" fmla="*/ 65 w 65"/>
                <a:gd name="T31" fmla="*/ 0 h 64"/>
                <a:gd name="T32" fmla="*/ 65 w 65"/>
                <a:gd name="T33" fmla="*/ 2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" h="64">
                  <a:moveTo>
                    <a:pt x="65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5" y="10"/>
                    <a:pt x="39" y="8"/>
                    <a:pt x="33" y="8"/>
                  </a:cubicBezTo>
                  <a:cubicBezTo>
                    <a:pt x="26" y="8"/>
                    <a:pt x="20" y="10"/>
                    <a:pt x="16" y="15"/>
                  </a:cubicBezTo>
                  <a:cubicBezTo>
                    <a:pt x="11" y="20"/>
                    <a:pt x="9" y="26"/>
                    <a:pt x="9" y="32"/>
                  </a:cubicBezTo>
                  <a:cubicBezTo>
                    <a:pt x="9" y="39"/>
                    <a:pt x="11" y="45"/>
                    <a:pt x="16" y="49"/>
                  </a:cubicBezTo>
                  <a:cubicBezTo>
                    <a:pt x="20" y="54"/>
                    <a:pt x="26" y="56"/>
                    <a:pt x="33" y="56"/>
                  </a:cubicBezTo>
                  <a:cubicBezTo>
                    <a:pt x="39" y="56"/>
                    <a:pt x="45" y="54"/>
                    <a:pt x="50" y="49"/>
                  </a:cubicBezTo>
                  <a:cubicBezTo>
                    <a:pt x="50" y="49"/>
                    <a:pt x="51" y="48"/>
                    <a:pt x="51" y="48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1" y="60"/>
                    <a:pt x="43" y="64"/>
                    <a:pt x="33" y="64"/>
                  </a:cubicBezTo>
                  <a:cubicBezTo>
                    <a:pt x="15" y="64"/>
                    <a:pt x="0" y="50"/>
                    <a:pt x="0" y="32"/>
                  </a:cubicBezTo>
                  <a:cubicBezTo>
                    <a:pt x="0" y="14"/>
                    <a:pt x="15" y="0"/>
                    <a:pt x="33" y="0"/>
                  </a:cubicBezTo>
                  <a:cubicBezTo>
                    <a:pt x="42" y="0"/>
                    <a:pt x="50" y="3"/>
                    <a:pt x="56" y="9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8" name="Freeform 120"/>
            <p:cNvSpPr>
              <a:spLocks noEditPoints="1"/>
            </p:cNvSpPr>
            <p:nvPr/>
          </p:nvSpPr>
          <p:spPr bwMode="auto">
            <a:xfrm>
              <a:off x="3175" y="1404"/>
              <a:ext cx="116" cy="102"/>
            </a:xfrm>
            <a:custGeom>
              <a:avLst/>
              <a:gdLst>
                <a:gd name="T0" fmla="*/ 95 w 95"/>
                <a:gd name="T1" fmla="*/ 34 h 83"/>
                <a:gd name="T2" fmla="*/ 83 w 95"/>
                <a:gd name="T3" fmla="*/ 0 h 83"/>
                <a:gd name="T4" fmla="*/ 83 w 95"/>
                <a:gd name="T5" fmla="*/ 0 h 83"/>
                <a:gd name="T6" fmla="*/ 75 w 95"/>
                <a:gd name="T7" fmla="*/ 0 h 83"/>
                <a:gd name="T8" fmla="*/ 31 w 95"/>
                <a:gd name="T9" fmla="*/ 19 h 83"/>
                <a:gd name="T10" fmla="*/ 30 w 95"/>
                <a:gd name="T11" fmla="*/ 34 h 83"/>
                <a:gd name="T12" fmla="*/ 31 w 95"/>
                <a:gd name="T13" fmla="*/ 49 h 83"/>
                <a:gd name="T14" fmla="*/ 75 w 95"/>
                <a:gd name="T15" fmla="*/ 68 h 83"/>
                <a:gd name="T16" fmla="*/ 83 w 95"/>
                <a:gd name="T17" fmla="*/ 68 h 83"/>
                <a:gd name="T18" fmla="*/ 83 w 95"/>
                <a:gd name="T19" fmla="*/ 68 h 83"/>
                <a:gd name="T20" fmla="*/ 95 w 95"/>
                <a:gd name="T21" fmla="*/ 34 h 83"/>
                <a:gd name="T22" fmla="*/ 80 w 95"/>
                <a:gd name="T23" fmla="*/ 63 h 83"/>
                <a:gd name="T24" fmla="*/ 78 w 95"/>
                <a:gd name="T25" fmla="*/ 61 h 83"/>
                <a:gd name="T26" fmla="*/ 75 w 95"/>
                <a:gd name="T27" fmla="*/ 55 h 83"/>
                <a:gd name="T28" fmla="*/ 71 w 95"/>
                <a:gd name="T29" fmla="*/ 34 h 83"/>
                <a:gd name="T30" fmla="*/ 75 w 95"/>
                <a:gd name="T31" fmla="*/ 13 h 83"/>
                <a:gd name="T32" fmla="*/ 78 w 95"/>
                <a:gd name="T33" fmla="*/ 7 h 83"/>
                <a:gd name="T34" fmla="*/ 80 w 95"/>
                <a:gd name="T35" fmla="*/ 5 h 83"/>
                <a:gd name="T36" fmla="*/ 83 w 95"/>
                <a:gd name="T37" fmla="*/ 7 h 83"/>
                <a:gd name="T38" fmla="*/ 86 w 95"/>
                <a:gd name="T39" fmla="*/ 13 h 83"/>
                <a:gd name="T40" fmla="*/ 89 w 95"/>
                <a:gd name="T41" fmla="*/ 34 h 83"/>
                <a:gd name="T42" fmla="*/ 86 w 95"/>
                <a:gd name="T43" fmla="*/ 55 h 83"/>
                <a:gd name="T44" fmla="*/ 83 w 95"/>
                <a:gd name="T45" fmla="*/ 61 h 83"/>
                <a:gd name="T46" fmla="*/ 80 w 95"/>
                <a:gd name="T47" fmla="*/ 63 h 83"/>
                <a:gd name="T48" fmla="*/ 24 w 95"/>
                <a:gd name="T49" fmla="*/ 34 h 83"/>
                <a:gd name="T50" fmla="*/ 25 w 95"/>
                <a:gd name="T51" fmla="*/ 20 h 83"/>
                <a:gd name="T52" fmla="*/ 12 w 95"/>
                <a:gd name="T53" fmla="*/ 21 h 83"/>
                <a:gd name="T54" fmla="*/ 5 w 95"/>
                <a:gd name="T55" fmla="*/ 21 h 83"/>
                <a:gd name="T56" fmla="*/ 0 w 95"/>
                <a:gd name="T57" fmla="*/ 30 h 83"/>
                <a:gd name="T58" fmla="*/ 0 w 95"/>
                <a:gd name="T59" fmla="*/ 38 h 83"/>
                <a:gd name="T60" fmla="*/ 5 w 95"/>
                <a:gd name="T61" fmla="*/ 47 h 83"/>
                <a:gd name="T62" fmla="*/ 12 w 95"/>
                <a:gd name="T63" fmla="*/ 47 h 83"/>
                <a:gd name="T64" fmla="*/ 25 w 95"/>
                <a:gd name="T65" fmla="*/ 48 h 83"/>
                <a:gd name="T66" fmla="*/ 24 w 95"/>
                <a:gd name="T67" fmla="*/ 34 h 83"/>
                <a:gd name="T68" fmla="*/ 34 w 95"/>
                <a:gd name="T69" fmla="*/ 54 h 83"/>
                <a:gd name="T70" fmla="*/ 23 w 95"/>
                <a:gd name="T71" fmla="*/ 51 h 83"/>
                <a:gd name="T72" fmla="*/ 30 w 95"/>
                <a:gd name="T73" fmla="*/ 81 h 83"/>
                <a:gd name="T74" fmla="*/ 34 w 95"/>
                <a:gd name="T75" fmla="*/ 83 h 83"/>
                <a:gd name="T76" fmla="*/ 44 w 95"/>
                <a:gd name="T77" fmla="*/ 78 h 83"/>
                <a:gd name="T78" fmla="*/ 46 w 95"/>
                <a:gd name="T79" fmla="*/ 75 h 83"/>
                <a:gd name="T80" fmla="*/ 34 w 95"/>
                <a:gd name="T81" fmla="*/ 54 h 83"/>
                <a:gd name="T82" fmla="*/ 80 w 95"/>
                <a:gd name="T83" fmla="*/ 45 h 83"/>
                <a:gd name="T84" fmla="*/ 79 w 95"/>
                <a:gd name="T85" fmla="*/ 44 h 83"/>
                <a:gd name="T86" fmla="*/ 78 w 95"/>
                <a:gd name="T87" fmla="*/ 42 h 83"/>
                <a:gd name="T88" fmla="*/ 77 w 95"/>
                <a:gd name="T89" fmla="*/ 34 h 83"/>
                <a:gd name="T90" fmla="*/ 78 w 95"/>
                <a:gd name="T91" fmla="*/ 26 h 83"/>
                <a:gd name="T92" fmla="*/ 79 w 95"/>
                <a:gd name="T93" fmla="*/ 23 h 83"/>
                <a:gd name="T94" fmla="*/ 80 w 95"/>
                <a:gd name="T95" fmla="*/ 23 h 83"/>
                <a:gd name="T96" fmla="*/ 81 w 95"/>
                <a:gd name="T97" fmla="*/ 23 h 83"/>
                <a:gd name="T98" fmla="*/ 82 w 95"/>
                <a:gd name="T99" fmla="*/ 26 h 83"/>
                <a:gd name="T100" fmla="*/ 84 w 95"/>
                <a:gd name="T101" fmla="*/ 34 h 83"/>
                <a:gd name="T102" fmla="*/ 82 w 95"/>
                <a:gd name="T103" fmla="*/ 42 h 83"/>
                <a:gd name="T104" fmla="*/ 81 w 95"/>
                <a:gd name="T105" fmla="*/ 44 h 83"/>
                <a:gd name="T106" fmla="*/ 80 w 95"/>
                <a:gd name="T107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5" h="83">
                  <a:moveTo>
                    <a:pt x="95" y="34"/>
                  </a:moveTo>
                  <a:cubicBezTo>
                    <a:pt x="95" y="15"/>
                    <a:pt x="90" y="0"/>
                    <a:pt x="83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57" y="14"/>
                    <a:pt x="31" y="19"/>
                  </a:cubicBezTo>
                  <a:cubicBezTo>
                    <a:pt x="31" y="23"/>
                    <a:pt x="30" y="28"/>
                    <a:pt x="30" y="34"/>
                  </a:cubicBezTo>
                  <a:cubicBezTo>
                    <a:pt x="30" y="40"/>
                    <a:pt x="31" y="45"/>
                    <a:pt x="31" y="49"/>
                  </a:cubicBezTo>
                  <a:cubicBezTo>
                    <a:pt x="57" y="54"/>
                    <a:pt x="75" y="68"/>
                    <a:pt x="75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90" y="68"/>
                    <a:pt x="95" y="52"/>
                    <a:pt x="95" y="34"/>
                  </a:cubicBezTo>
                  <a:close/>
                  <a:moveTo>
                    <a:pt x="80" y="63"/>
                  </a:moveTo>
                  <a:cubicBezTo>
                    <a:pt x="79" y="63"/>
                    <a:pt x="78" y="62"/>
                    <a:pt x="78" y="61"/>
                  </a:cubicBezTo>
                  <a:cubicBezTo>
                    <a:pt x="77" y="60"/>
                    <a:pt x="76" y="58"/>
                    <a:pt x="75" y="55"/>
                  </a:cubicBezTo>
                  <a:cubicBezTo>
                    <a:pt x="73" y="50"/>
                    <a:pt x="71" y="42"/>
                    <a:pt x="71" y="34"/>
                  </a:cubicBezTo>
                  <a:cubicBezTo>
                    <a:pt x="71" y="26"/>
                    <a:pt x="73" y="18"/>
                    <a:pt x="75" y="13"/>
                  </a:cubicBezTo>
                  <a:cubicBezTo>
                    <a:pt x="76" y="10"/>
                    <a:pt x="77" y="8"/>
                    <a:pt x="78" y="7"/>
                  </a:cubicBezTo>
                  <a:cubicBezTo>
                    <a:pt x="78" y="6"/>
                    <a:pt x="79" y="5"/>
                    <a:pt x="80" y="5"/>
                  </a:cubicBezTo>
                  <a:cubicBezTo>
                    <a:pt x="81" y="5"/>
                    <a:pt x="82" y="6"/>
                    <a:pt x="83" y="7"/>
                  </a:cubicBezTo>
                  <a:cubicBezTo>
                    <a:pt x="84" y="8"/>
                    <a:pt x="85" y="10"/>
                    <a:pt x="86" y="13"/>
                  </a:cubicBezTo>
                  <a:cubicBezTo>
                    <a:pt x="88" y="18"/>
                    <a:pt x="89" y="26"/>
                    <a:pt x="89" y="34"/>
                  </a:cubicBezTo>
                  <a:cubicBezTo>
                    <a:pt x="89" y="42"/>
                    <a:pt x="88" y="50"/>
                    <a:pt x="86" y="55"/>
                  </a:cubicBezTo>
                  <a:cubicBezTo>
                    <a:pt x="85" y="58"/>
                    <a:pt x="84" y="60"/>
                    <a:pt x="83" y="61"/>
                  </a:cubicBezTo>
                  <a:cubicBezTo>
                    <a:pt x="82" y="62"/>
                    <a:pt x="81" y="63"/>
                    <a:pt x="80" y="63"/>
                  </a:cubicBezTo>
                  <a:close/>
                  <a:moveTo>
                    <a:pt x="24" y="34"/>
                  </a:moveTo>
                  <a:cubicBezTo>
                    <a:pt x="24" y="29"/>
                    <a:pt x="24" y="24"/>
                    <a:pt x="25" y="20"/>
                  </a:cubicBezTo>
                  <a:cubicBezTo>
                    <a:pt x="20" y="21"/>
                    <a:pt x="16" y="21"/>
                    <a:pt x="12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5" y="47"/>
                    <a:pt x="5" y="47"/>
                    <a:pt x="12" y="47"/>
                  </a:cubicBezTo>
                  <a:cubicBezTo>
                    <a:pt x="16" y="47"/>
                    <a:pt x="20" y="47"/>
                    <a:pt x="25" y="48"/>
                  </a:cubicBezTo>
                  <a:cubicBezTo>
                    <a:pt x="24" y="43"/>
                    <a:pt x="24" y="39"/>
                    <a:pt x="24" y="34"/>
                  </a:cubicBezTo>
                  <a:close/>
                  <a:moveTo>
                    <a:pt x="34" y="54"/>
                  </a:moveTo>
                  <a:cubicBezTo>
                    <a:pt x="23" y="51"/>
                    <a:pt x="23" y="51"/>
                    <a:pt x="23" y="5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1" y="83"/>
                    <a:pt x="32" y="83"/>
                    <a:pt x="34" y="83"/>
                  </a:cubicBezTo>
                  <a:cubicBezTo>
                    <a:pt x="44" y="78"/>
                    <a:pt x="44" y="78"/>
                    <a:pt x="44" y="78"/>
                  </a:cubicBezTo>
                  <a:cubicBezTo>
                    <a:pt x="46" y="78"/>
                    <a:pt x="47" y="76"/>
                    <a:pt x="46" y="75"/>
                  </a:cubicBezTo>
                  <a:lnTo>
                    <a:pt x="34" y="54"/>
                  </a:lnTo>
                  <a:close/>
                  <a:moveTo>
                    <a:pt x="80" y="45"/>
                  </a:moveTo>
                  <a:cubicBezTo>
                    <a:pt x="80" y="45"/>
                    <a:pt x="80" y="45"/>
                    <a:pt x="79" y="44"/>
                  </a:cubicBezTo>
                  <a:cubicBezTo>
                    <a:pt x="79" y="44"/>
                    <a:pt x="79" y="43"/>
                    <a:pt x="78" y="42"/>
                  </a:cubicBezTo>
                  <a:cubicBezTo>
                    <a:pt x="77" y="40"/>
                    <a:pt x="77" y="37"/>
                    <a:pt x="77" y="34"/>
                  </a:cubicBezTo>
                  <a:cubicBezTo>
                    <a:pt x="77" y="31"/>
                    <a:pt x="77" y="28"/>
                    <a:pt x="78" y="26"/>
                  </a:cubicBezTo>
                  <a:cubicBezTo>
                    <a:pt x="79" y="25"/>
                    <a:pt x="79" y="24"/>
                    <a:pt x="79" y="23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82" y="24"/>
                    <a:pt x="82" y="25"/>
                    <a:pt x="82" y="26"/>
                  </a:cubicBezTo>
                  <a:cubicBezTo>
                    <a:pt x="83" y="28"/>
                    <a:pt x="84" y="31"/>
                    <a:pt x="84" y="34"/>
                  </a:cubicBezTo>
                  <a:cubicBezTo>
                    <a:pt x="84" y="37"/>
                    <a:pt x="83" y="40"/>
                    <a:pt x="82" y="42"/>
                  </a:cubicBezTo>
                  <a:cubicBezTo>
                    <a:pt x="82" y="43"/>
                    <a:pt x="82" y="44"/>
                    <a:pt x="81" y="44"/>
                  </a:cubicBezTo>
                  <a:cubicBezTo>
                    <a:pt x="81" y="45"/>
                    <a:pt x="81" y="45"/>
                    <a:pt x="8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9" name="Freeform 121"/>
            <p:cNvSpPr>
              <a:spLocks noEditPoints="1"/>
            </p:cNvSpPr>
            <p:nvPr/>
          </p:nvSpPr>
          <p:spPr bwMode="auto">
            <a:xfrm>
              <a:off x="3413" y="1074"/>
              <a:ext cx="66" cy="65"/>
            </a:xfrm>
            <a:custGeom>
              <a:avLst/>
              <a:gdLst>
                <a:gd name="T0" fmla="*/ 27 w 54"/>
                <a:gd name="T1" fmla="*/ 0 h 53"/>
                <a:gd name="T2" fmla="*/ 0 w 54"/>
                <a:gd name="T3" fmla="*/ 26 h 53"/>
                <a:gd name="T4" fmla="*/ 27 w 54"/>
                <a:gd name="T5" fmla="*/ 53 h 53"/>
                <a:gd name="T6" fmla="*/ 54 w 54"/>
                <a:gd name="T7" fmla="*/ 26 h 53"/>
                <a:gd name="T8" fmla="*/ 27 w 54"/>
                <a:gd name="T9" fmla="*/ 0 h 53"/>
                <a:gd name="T10" fmla="*/ 16 w 54"/>
                <a:gd name="T11" fmla="*/ 43 h 53"/>
                <a:gd name="T12" fmla="*/ 17 w 54"/>
                <a:gd name="T13" fmla="*/ 38 h 53"/>
                <a:gd name="T14" fmla="*/ 7 w 54"/>
                <a:gd name="T15" fmla="*/ 24 h 53"/>
                <a:gd name="T16" fmla="*/ 13 w 54"/>
                <a:gd name="T17" fmla="*/ 12 h 53"/>
                <a:gd name="T18" fmla="*/ 27 w 54"/>
                <a:gd name="T19" fmla="*/ 6 h 53"/>
                <a:gd name="T20" fmla="*/ 41 w 54"/>
                <a:gd name="T21" fmla="*/ 12 h 53"/>
                <a:gd name="T22" fmla="*/ 47 w 54"/>
                <a:gd name="T23" fmla="*/ 24 h 53"/>
                <a:gd name="T24" fmla="*/ 37 w 54"/>
                <a:gd name="T25" fmla="*/ 38 h 53"/>
                <a:gd name="T26" fmla="*/ 38 w 54"/>
                <a:gd name="T27" fmla="*/ 43 h 53"/>
                <a:gd name="T28" fmla="*/ 27 w 54"/>
                <a:gd name="T29" fmla="*/ 46 h 53"/>
                <a:gd name="T30" fmla="*/ 16 w 54"/>
                <a:gd name="T31" fmla="*/ 43 h 53"/>
                <a:gd name="T32" fmla="*/ 29 w 54"/>
                <a:gd name="T33" fmla="*/ 33 h 53"/>
                <a:gd name="T34" fmla="*/ 30 w 54"/>
                <a:gd name="T35" fmla="*/ 35 h 53"/>
                <a:gd name="T36" fmla="*/ 30 w 54"/>
                <a:gd name="T37" fmla="*/ 38 h 53"/>
                <a:gd name="T38" fmla="*/ 28 w 54"/>
                <a:gd name="T39" fmla="*/ 40 h 53"/>
                <a:gd name="T40" fmla="*/ 25 w 54"/>
                <a:gd name="T41" fmla="*/ 40 h 53"/>
                <a:gd name="T42" fmla="*/ 23 w 54"/>
                <a:gd name="T43" fmla="*/ 38 h 53"/>
                <a:gd name="T44" fmla="*/ 23 w 54"/>
                <a:gd name="T45" fmla="*/ 35 h 53"/>
                <a:gd name="T46" fmla="*/ 25 w 54"/>
                <a:gd name="T47" fmla="*/ 33 h 53"/>
                <a:gd name="T48" fmla="*/ 26 w 54"/>
                <a:gd name="T49" fmla="*/ 10 h 53"/>
                <a:gd name="T50" fmla="*/ 28 w 54"/>
                <a:gd name="T51" fmla="*/ 10 h 53"/>
                <a:gd name="T52" fmla="*/ 29 w 54"/>
                <a:gd name="T53" fmla="*/ 3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53">
                  <a:moveTo>
                    <a:pt x="27" y="0"/>
                  </a:moveTo>
                  <a:cubicBezTo>
                    <a:pt x="12" y="0"/>
                    <a:pt x="0" y="11"/>
                    <a:pt x="0" y="26"/>
                  </a:cubicBezTo>
                  <a:cubicBezTo>
                    <a:pt x="0" y="41"/>
                    <a:pt x="12" y="53"/>
                    <a:pt x="27" y="53"/>
                  </a:cubicBezTo>
                  <a:cubicBezTo>
                    <a:pt x="42" y="53"/>
                    <a:pt x="54" y="41"/>
                    <a:pt x="54" y="26"/>
                  </a:cubicBezTo>
                  <a:cubicBezTo>
                    <a:pt x="54" y="11"/>
                    <a:pt x="42" y="0"/>
                    <a:pt x="27" y="0"/>
                  </a:cubicBezTo>
                  <a:close/>
                  <a:moveTo>
                    <a:pt x="16" y="43"/>
                  </a:moveTo>
                  <a:cubicBezTo>
                    <a:pt x="16" y="41"/>
                    <a:pt x="17" y="40"/>
                    <a:pt x="17" y="38"/>
                  </a:cubicBezTo>
                  <a:cubicBezTo>
                    <a:pt x="17" y="31"/>
                    <a:pt x="13" y="26"/>
                    <a:pt x="7" y="24"/>
                  </a:cubicBezTo>
                  <a:cubicBezTo>
                    <a:pt x="7" y="19"/>
                    <a:pt x="9" y="15"/>
                    <a:pt x="13" y="12"/>
                  </a:cubicBezTo>
                  <a:cubicBezTo>
                    <a:pt x="16" y="8"/>
                    <a:pt x="21" y="6"/>
                    <a:pt x="27" y="6"/>
                  </a:cubicBezTo>
                  <a:cubicBezTo>
                    <a:pt x="32" y="6"/>
                    <a:pt x="37" y="8"/>
                    <a:pt x="41" y="12"/>
                  </a:cubicBezTo>
                  <a:cubicBezTo>
                    <a:pt x="44" y="15"/>
                    <a:pt x="46" y="19"/>
                    <a:pt x="47" y="24"/>
                  </a:cubicBezTo>
                  <a:cubicBezTo>
                    <a:pt x="41" y="26"/>
                    <a:pt x="37" y="31"/>
                    <a:pt x="37" y="38"/>
                  </a:cubicBezTo>
                  <a:cubicBezTo>
                    <a:pt x="37" y="40"/>
                    <a:pt x="37" y="41"/>
                    <a:pt x="38" y="43"/>
                  </a:cubicBezTo>
                  <a:cubicBezTo>
                    <a:pt x="35" y="45"/>
                    <a:pt x="31" y="46"/>
                    <a:pt x="27" y="46"/>
                  </a:cubicBezTo>
                  <a:cubicBezTo>
                    <a:pt x="23" y="46"/>
                    <a:pt x="19" y="45"/>
                    <a:pt x="16" y="43"/>
                  </a:cubicBezTo>
                  <a:close/>
                  <a:moveTo>
                    <a:pt x="29" y="33"/>
                  </a:moveTo>
                  <a:cubicBezTo>
                    <a:pt x="30" y="33"/>
                    <a:pt x="30" y="34"/>
                    <a:pt x="30" y="35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9"/>
                    <a:pt x="29" y="40"/>
                    <a:pt x="28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3" y="39"/>
                    <a:pt x="23" y="38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4"/>
                    <a:pt x="24" y="33"/>
                    <a:pt x="25" y="33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8" y="10"/>
                    <a:pt x="28" y="10"/>
                    <a:pt x="28" y="10"/>
                  </a:cubicBezTo>
                  <a:lnTo>
                    <a:pt x="29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0" name="Freeform 122"/>
            <p:cNvSpPr>
              <a:spLocks noEditPoints="1"/>
            </p:cNvSpPr>
            <p:nvPr/>
          </p:nvSpPr>
          <p:spPr bwMode="auto">
            <a:xfrm>
              <a:off x="2859" y="740"/>
              <a:ext cx="295" cy="1141"/>
            </a:xfrm>
            <a:custGeom>
              <a:avLst/>
              <a:gdLst>
                <a:gd name="T0" fmla="*/ 187 w 240"/>
                <a:gd name="T1" fmla="*/ 868 h 929"/>
                <a:gd name="T2" fmla="*/ 198 w 240"/>
                <a:gd name="T3" fmla="*/ 838 h 929"/>
                <a:gd name="T4" fmla="*/ 221 w 240"/>
                <a:gd name="T5" fmla="*/ 871 h 929"/>
                <a:gd name="T6" fmla="*/ 222 w 240"/>
                <a:gd name="T7" fmla="*/ 863 h 929"/>
                <a:gd name="T8" fmla="*/ 237 w 240"/>
                <a:gd name="T9" fmla="*/ 925 h 929"/>
                <a:gd name="T10" fmla="*/ 219 w 240"/>
                <a:gd name="T11" fmla="*/ 919 h 929"/>
                <a:gd name="T12" fmla="*/ 202 w 240"/>
                <a:gd name="T13" fmla="*/ 927 h 929"/>
                <a:gd name="T14" fmla="*/ 182 w 240"/>
                <a:gd name="T15" fmla="*/ 929 h 929"/>
                <a:gd name="T16" fmla="*/ 170 w 240"/>
                <a:gd name="T17" fmla="*/ 918 h 929"/>
                <a:gd name="T18" fmla="*/ 168 w 240"/>
                <a:gd name="T19" fmla="*/ 907 h 929"/>
                <a:gd name="T20" fmla="*/ 166 w 240"/>
                <a:gd name="T21" fmla="*/ 896 h 929"/>
                <a:gd name="T22" fmla="*/ 153 w 240"/>
                <a:gd name="T23" fmla="*/ 891 h 929"/>
                <a:gd name="T24" fmla="*/ 154 w 240"/>
                <a:gd name="T25" fmla="*/ 867 h 929"/>
                <a:gd name="T26" fmla="*/ 232 w 240"/>
                <a:gd name="T27" fmla="*/ 916 h 929"/>
                <a:gd name="T28" fmla="*/ 226 w 240"/>
                <a:gd name="T29" fmla="*/ 915 h 929"/>
                <a:gd name="T30" fmla="*/ 154 w 240"/>
                <a:gd name="T31" fmla="*/ 885 h 929"/>
                <a:gd name="T32" fmla="*/ 179 w 240"/>
                <a:gd name="T33" fmla="*/ 886 h 929"/>
                <a:gd name="T34" fmla="*/ 178 w 240"/>
                <a:gd name="T35" fmla="*/ 892 h 929"/>
                <a:gd name="T36" fmla="*/ 175 w 240"/>
                <a:gd name="T37" fmla="*/ 901 h 929"/>
                <a:gd name="T38" fmla="*/ 176 w 240"/>
                <a:gd name="T39" fmla="*/ 905 h 929"/>
                <a:gd name="T40" fmla="*/ 177 w 240"/>
                <a:gd name="T41" fmla="*/ 911 h 929"/>
                <a:gd name="T42" fmla="*/ 178 w 240"/>
                <a:gd name="T43" fmla="*/ 915 h 929"/>
                <a:gd name="T44" fmla="*/ 182 w 240"/>
                <a:gd name="T45" fmla="*/ 923 h 929"/>
                <a:gd name="T46" fmla="*/ 188 w 240"/>
                <a:gd name="T47" fmla="*/ 923 h 929"/>
                <a:gd name="T48" fmla="*/ 220 w 240"/>
                <a:gd name="T49" fmla="*/ 912 h 929"/>
                <a:gd name="T50" fmla="*/ 217 w 240"/>
                <a:gd name="T51" fmla="*/ 877 h 929"/>
                <a:gd name="T52" fmla="*/ 198 w 240"/>
                <a:gd name="T53" fmla="*/ 845 h 929"/>
                <a:gd name="T54" fmla="*/ 195 w 240"/>
                <a:gd name="T55" fmla="*/ 868 h 929"/>
                <a:gd name="T56" fmla="*/ 155 w 240"/>
                <a:gd name="T57" fmla="*/ 873 h 929"/>
                <a:gd name="T58" fmla="*/ 154 w 240"/>
                <a:gd name="T59" fmla="*/ 885 h 929"/>
                <a:gd name="T60" fmla="*/ 75 w 240"/>
                <a:gd name="T61" fmla="*/ 0 h 929"/>
                <a:gd name="T62" fmla="*/ 75 w 240"/>
                <a:gd name="T63" fmla="*/ 14 h 929"/>
                <a:gd name="T64" fmla="*/ 59 w 240"/>
                <a:gd name="T65" fmla="*/ 66 h 929"/>
                <a:gd name="T66" fmla="*/ 59 w 240"/>
                <a:gd name="T67" fmla="*/ 42 h 929"/>
                <a:gd name="T68" fmla="*/ 66 w 240"/>
                <a:gd name="T69" fmla="*/ 19 h 929"/>
                <a:gd name="T70" fmla="*/ 33 w 240"/>
                <a:gd name="T71" fmla="*/ 64 h 929"/>
                <a:gd name="T72" fmla="*/ 0 w 240"/>
                <a:gd name="T73" fmla="*/ 64 h 929"/>
                <a:gd name="T74" fmla="*/ 24 w 240"/>
                <a:gd name="T75" fmla="*/ 53 h 929"/>
                <a:gd name="T76" fmla="*/ 24 w 240"/>
                <a:gd name="T77" fmla="*/ 14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40" h="929">
                  <a:moveTo>
                    <a:pt x="154" y="867"/>
                  </a:moveTo>
                  <a:cubicBezTo>
                    <a:pt x="187" y="868"/>
                    <a:pt x="187" y="868"/>
                    <a:pt x="187" y="868"/>
                  </a:cubicBezTo>
                  <a:cubicBezTo>
                    <a:pt x="186" y="860"/>
                    <a:pt x="185" y="858"/>
                    <a:pt x="185" y="850"/>
                  </a:cubicBezTo>
                  <a:cubicBezTo>
                    <a:pt x="185" y="843"/>
                    <a:pt x="191" y="838"/>
                    <a:pt x="198" y="838"/>
                  </a:cubicBezTo>
                  <a:cubicBezTo>
                    <a:pt x="205" y="838"/>
                    <a:pt x="211" y="844"/>
                    <a:pt x="210" y="851"/>
                  </a:cubicBezTo>
                  <a:cubicBezTo>
                    <a:pt x="210" y="861"/>
                    <a:pt x="214" y="866"/>
                    <a:pt x="221" y="871"/>
                  </a:cubicBezTo>
                  <a:cubicBezTo>
                    <a:pt x="221" y="871"/>
                    <a:pt x="221" y="872"/>
                    <a:pt x="221" y="872"/>
                  </a:cubicBezTo>
                  <a:cubicBezTo>
                    <a:pt x="222" y="863"/>
                    <a:pt x="222" y="863"/>
                    <a:pt x="222" y="863"/>
                  </a:cubicBezTo>
                  <a:cubicBezTo>
                    <a:pt x="240" y="864"/>
                    <a:pt x="240" y="864"/>
                    <a:pt x="240" y="864"/>
                  </a:cubicBezTo>
                  <a:cubicBezTo>
                    <a:pt x="237" y="925"/>
                    <a:pt x="237" y="925"/>
                    <a:pt x="237" y="925"/>
                  </a:cubicBezTo>
                  <a:cubicBezTo>
                    <a:pt x="219" y="924"/>
                    <a:pt x="219" y="924"/>
                    <a:pt x="219" y="924"/>
                  </a:cubicBezTo>
                  <a:cubicBezTo>
                    <a:pt x="219" y="919"/>
                    <a:pt x="219" y="919"/>
                    <a:pt x="219" y="919"/>
                  </a:cubicBezTo>
                  <a:cubicBezTo>
                    <a:pt x="213" y="919"/>
                    <a:pt x="212" y="921"/>
                    <a:pt x="209" y="923"/>
                  </a:cubicBezTo>
                  <a:cubicBezTo>
                    <a:pt x="208" y="924"/>
                    <a:pt x="206" y="926"/>
                    <a:pt x="202" y="927"/>
                  </a:cubicBezTo>
                  <a:cubicBezTo>
                    <a:pt x="198" y="929"/>
                    <a:pt x="194" y="929"/>
                    <a:pt x="187" y="929"/>
                  </a:cubicBezTo>
                  <a:cubicBezTo>
                    <a:pt x="182" y="929"/>
                    <a:pt x="182" y="929"/>
                    <a:pt x="182" y="929"/>
                  </a:cubicBezTo>
                  <a:cubicBezTo>
                    <a:pt x="181" y="929"/>
                    <a:pt x="181" y="929"/>
                    <a:pt x="181" y="929"/>
                  </a:cubicBezTo>
                  <a:cubicBezTo>
                    <a:pt x="175" y="929"/>
                    <a:pt x="170" y="924"/>
                    <a:pt x="170" y="918"/>
                  </a:cubicBezTo>
                  <a:cubicBezTo>
                    <a:pt x="170" y="917"/>
                    <a:pt x="171" y="916"/>
                    <a:pt x="171" y="915"/>
                  </a:cubicBezTo>
                  <a:cubicBezTo>
                    <a:pt x="169" y="913"/>
                    <a:pt x="168" y="910"/>
                    <a:pt x="168" y="907"/>
                  </a:cubicBezTo>
                  <a:cubicBezTo>
                    <a:pt x="168" y="906"/>
                    <a:pt x="169" y="905"/>
                    <a:pt x="169" y="904"/>
                  </a:cubicBezTo>
                  <a:cubicBezTo>
                    <a:pt x="167" y="902"/>
                    <a:pt x="166" y="899"/>
                    <a:pt x="166" y="896"/>
                  </a:cubicBezTo>
                  <a:cubicBezTo>
                    <a:pt x="166" y="895"/>
                    <a:pt x="167" y="893"/>
                    <a:pt x="167" y="892"/>
                  </a:cubicBezTo>
                  <a:cubicBezTo>
                    <a:pt x="153" y="891"/>
                    <a:pt x="153" y="891"/>
                    <a:pt x="153" y="891"/>
                  </a:cubicBezTo>
                  <a:cubicBezTo>
                    <a:pt x="147" y="891"/>
                    <a:pt x="141" y="885"/>
                    <a:pt x="142" y="878"/>
                  </a:cubicBezTo>
                  <a:cubicBezTo>
                    <a:pt x="142" y="872"/>
                    <a:pt x="148" y="866"/>
                    <a:pt x="154" y="867"/>
                  </a:cubicBezTo>
                  <a:close/>
                  <a:moveTo>
                    <a:pt x="229" y="919"/>
                  </a:moveTo>
                  <a:cubicBezTo>
                    <a:pt x="230" y="919"/>
                    <a:pt x="232" y="917"/>
                    <a:pt x="232" y="916"/>
                  </a:cubicBezTo>
                  <a:cubicBezTo>
                    <a:pt x="232" y="914"/>
                    <a:pt x="230" y="913"/>
                    <a:pt x="229" y="913"/>
                  </a:cubicBezTo>
                  <a:cubicBezTo>
                    <a:pt x="227" y="912"/>
                    <a:pt x="226" y="914"/>
                    <a:pt x="226" y="915"/>
                  </a:cubicBezTo>
                  <a:cubicBezTo>
                    <a:pt x="226" y="917"/>
                    <a:pt x="227" y="919"/>
                    <a:pt x="229" y="919"/>
                  </a:cubicBezTo>
                  <a:close/>
                  <a:moveTo>
                    <a:pt x="154" y="885"/>
                  </a:moveTo>
                  <a:cubicBezTo>
                    <a:pt x="178" y="886"/>
                    <a:pt x="178" y="886"/>
                    <a:pt x="178" y="886"/>
                  </a:cubicBezTo>
                  <a:cubicBezTo>
                    <a:pt x="179" y="886"/>
                    <a:pt x="179" y="886"/>
                    <a:pt x="179" y="886"/>
                  </a:cubicBezTo>
                  <a:cubicBezTo>
                    <a:pt x="178" y="892"/>
                    <a:pt x="178" y="892"/>
                    <a:pt x="178" y="892"/>
                  </a:cubicBezTo>
                  <a:cubicBezTo>
                    <a:pt x="178" y="892"/>
                    <a:pt x="178" y="892"/>
                    <a:pt x="178" y="892"/>
                  </a:cubicBezTo>
                  <a:cubicBezTo>
                    <a:pt x="175" y="892"/>
                    <a:pt x="173" y="894"/>
                    <a:pt x="173" y="897"/>
                  </a:cubicBezTo>
                  <a:cubicBezTo>
                    <a:pt x="173" y="898"/>
                    <a:pt x="174" y="900"/>
                    <a:pt x="175" y="901"/>
                  </a:cubicBezTo>
                  <a:cubicBezTo>
                    <a:pt x="177" y="903"/>
                    <a:pt x="177" y="903"/>
                    <a:pt x="177" y="903"/>
                  </a:cubicBezTo>
                  <a:cubicBezTo>
                    <a:pt x="176" y="905"/>
                    <a:pt x="176" y="905"/>
                    <a:pt x="176" y="905"/>
                  </a:cubicBezTo>
                  <a:cubicBezTo>
                    <a:pt x="175" y="906"/>
                    <a:pt x="175" y="906"/>
                    <a:pt x="175" y="907"/>
                  </a:cubicBezTo>
                  <a:cubicBezTo>
                    <a:pt x="175" y="909"/>
                    <a:pt x="176" y="910"/>
                    <a:pt x="177" y="911"/>
                  </a:cubicBezTo>
                  <a:cubicBezTo>
                    <a:pt x="179" y="913"/>
                    <a:pt x="179" y="913"/>
                    <a:pt x="179" y="913"/>
                  </a:cubicBezTo>
                  <a:cubicBezTo>
                    <a:pt x="178" y="915"/>
                    <a:pt x="178" y="915"/>
                    <a:pt x="178" y="915"/>
                  </a:cubicBezTo>
                  <a:cubicBezTo>
                    <a:pt x="177" y="916"/>
                    <a:pt x="177" y="917"/>
                    <a:pt x="177" y="918"/>
                  </a:cubicBezTo>
                  <a:cubicBezTo>
                    <a:pt x="177" y="920"/>
                    <a:pt x="179" y="923"/>
                    <a:pt x="182" y="923"/>
                  </a:cubicBezTo>
                  <a:cubicBezTo>
                    <a:pt x="183" y="923"/>
                    <a:pt x="183" y="923"/>
                    <a:pt x="183" y="923"/>
                  </a:cubicBezTo>
                  <a:cubicBezTo>
                    <a:pt x="188" y="923"/>
                    <a:pt x="188" y="923"/>
                    <a:pt x="188" y="923"/>
                  </a:cubicBezTo>
                  <a:cubicBezTo>
                    <a:pt x="200" y="924"/>
                    <a:pt x="202" y="920"/>
                    <a:pt x="205" y="917"/>
                  </a:cubicBezTo>
                  <a:cubicBezTo>
                    <a:pt x="208" y="915"/>
                    <a:pt x="211" y="912"/>
                    <a:pt x="220" y="912"/>
                  </a:cubicBezTo>
                  <a:cubicBezTo>
                    <a:pt x="221" y="880"/>
                    <a:pt x="221" y="880"/>
                    <a:pt x="221" y="880"/>
                  </a:cubicBezTo>
                  <a:cubicBezTo>
                    <a:pt x="219" y="879"/>
                    <a:pt x="218" y="878"/>
                    <a:pt x="217" y="877"/>
                  </a:cubicBezTo>
                  <a:cubicBezTo>
                    <a:pt x="208" y="870"/>
                    <a:pt x="203" y="863"/>
                    <a:pt x="204" y="851"/>
                  </a:cubicBezTo>
                  <a:cubicBezTo>
                    <a:pt x="204" y="848"/>
                    <a:pt x="201" y="845"/>
                    <a:pt x="198" y="845"/>
                  </a:cubicBezTo>
                  <a:cubicBezTo>
                    <a:pt x="195" y="845"/>
                    <a:pt x="192" y="847"/>
                    <a:pt x="192" y="851"/>
                  </a:cubicBezTo>
                  <a:cubicBezTo>
                    <a:pt x="192" y="859"/>
                    <a:pt x="193" y="861"/>
                    <a:pt x="195" y="868"/>
                  </a:cubicBezTo>
                  <a:cubicBezTo>
                    <a:pt x="195" y="871"/>
                    <a:pt x="196" y="873"/>
                    <a:pt x="196" y="874"/>
                  </a:cubicBezTo>
                  <a:cubicBezTo>
                    <a:pt x="155" y="873"/>
                    <a:pt x="155" y="873"/>
                    <a:pt x="155" y="873"/>
                  </a:cubicBezTo>
                  <a:cubicBezTo>
                    <a:pt x="151" y="873"/>
                    <a:pt x="148" y="875"/>
                    <a:pt x="148" y="879"/>
                  </a:cubicBezTo>
                  <a:cubicBezTo>
                    <a:pt x="148" y="882"/>
                    <a:pt x="151" y="885"/>
                    <a:pt x="154" y="885"/>
                  </a:cubicBezTo>
                  <a:close/>
                  <a:moveTo>
                    <a:pt x="24" y="14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61"/>
                    <a:pt x="68" y="66"/>
                    <a:pt x="59" y="66"/>
                  </a:cubicBezTo>
                  <a:cubicBezTo>
                    <a:pt x="50" y="66"/>
                    <a:pt x="42" y="61"/>
                    <a:pt x="42" y="54"/>
                  </a:cubicBezTo>
                  <a:cubicBezTo>
                    <a:pt x="42" y="48"/>
                    <a:pt x="50" y="42"/>
                    <a:pt x="59" y="42"/>
                  </a:cubicBezTo>
                  <a:cubicBezTo>
                    <a:pt x="61" y="42"/>
                    <a:pt x="64" y="43"/>
                    <a:pt x="66" y="44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70"/>
                    <a:pt x="26" y="75"/>
                    <a:pt x="16" y="75"/>
                  </a:cubicBezTo>
                  <a:cubicBezTo>
                    <a:pt x="7" y="75"/>
                    <a:pt x="0" y="70"/>
                    <a:pt x="0" y="64"/>
                  </a:cubicBezTo>
                  <a:cubicBezTo>
                    <a:pt x="0" y="57"/>
                    <a:pt x="7" y="52"/>
                    <a:pt x="16" y="52"/>
                  </a:cubicBezTo>
                  <a:cubicBezTo>
                    <a:pt x="19" y="52"/>
                    <a:pt x="21" y="52"/>
                    <a:pt x="24" y="53"/>
                  </a:cubicBezTo>
                  <a:cubicBezTo>
                    <a:pt x="24" y="28"/>
                    <a:pt x="24" y="28"/>
                    <a:pt x="24" y="28"/>
                  </a:cubicBezTo>
                  <a:lnTo>
                    <a:pt x="2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1" name="Freeform 123"/>
            <p:cNvSpPr>
              <a:spLocks/>
            </p:cNvSpPr>
            <p:nvPr/>
          </p:nvSpPr>
          <p:spPr bwMode="auto">
            <a:xfrm>
              <a:off x="3047" y="1560"/>
              <a:ext cx="91" cy="91"/>
            </a:xfrm>
            <a:custGeom>
              <a:avLst/>
              <a:gdLst>
                <a:gd name="T0" fmla="*/ 45 w 91"/>
                <a:gd name="T1" fmla="*/ 91 h 91"/>
                <a:gd name="T2" fmla="*/ 91 w 91"/>
                <a:gd name="T3" fmla="*/ 46 h 91"/>
                <a:gd name="T4" fmla="*/ 63 w 91"/>
                <a:gd name="T5" fmla="*/ 46 h 91"/>
                <a:gd name="T6" fmla="*/ 63 w 91"/>
                <a:gd name="T7" fmla="*/ 0 h 91"/>
                <a:gd name="T8" fmla="*/ 28 w 91"/>
                <a:gd name="T9" fmla="*/ 0 h 91"/>
                <a:gd name="T10" fmla="*/ 28 w 91"/>
                <a:gd name="T11" fmla="*/ 46 h 91"/>
                <a:gd name="T12" fmla="*/ 0 w 91"/>
                <a:gd name="T13" fmla="*/ 46 h 91"/>
                <a:gd name="T14" fmla="*/ 45 w 91"/>
                <a:gd name="T1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" h="91">
                  <a:moveTo>
                    <a:pt x="45" y="91"/>
                  </a:moveTo>
                  <a:lnTo>
                    <a:pt x="91" y="46"/>
                  </a:lnTo>
                  <a:lnTo>
                    <a:pt x="63" y="46"/>
                  </a:lnTo>
                  <a:lnTo>
                    <a:pt x="63" y="0"/>
                  </a:lnTo>
                  <a:lnTo>
                    <a:pt x="28" y="0"/>
                  </a:lnTo>
                  <a:lnTo>
                    <a:pt x="28" y="46"/>
                  </a:lnTo>
                  <a:lnTo>
                    <a:pt x="0" y="46"/>
                  </a:lnTo>
                  <a:lnTo>
                    <a:pt x="45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2" name="Freeform 124"/>
            <p:cNvSpPr>
              <a:spLocks noEditPoints="1"/>
            </p:cNvSpPr>
            <p:nvPr/>
          </p:nvSpPr>
          <p:spPr bwMode="auto">
            <a:xfrm>
              <a:off x="2946" y="1963"/>
              <a:ext cx="78" cy="77"/>
            </a:xfrm>
            <a:custGeom>
              <a:avLst/>
              <a:gdLst>
                <a:gd name="T0" fmla="*/ 32 w 63"/>
                <a:gd name="T1" fmla="*/ 62 h 62"/>
                <a:gd name="T2" fmla="*/ 0 w 63"/>
                <a:gd name="T3" fmla="*/ 31 h 62"/>
                <a:gd name="T4" fmla="*/ 32 w 63"/>
                <a:gd name="T5" fmla="*/ 0 h 62"/>
                <a:gd name="T6" fmla="*/ 63 w 63"/>
                <a:gd name="T7" fmla="*/ 31 h 62"/>
                <a:gd name="T8" fmla="*/ 32 w 63"/>
                <a:gd name="T9" fmla="*/ 62 h 62"/>
                <a:gd name="T10" fmla="*/ 58 w 63"/>
                <a:gd name="T11" fmla="*/ 35 h 62"/>
                <a:gd name="T12" fmla="*/ 41 w 63"/>
                <a:gd name="T13" fmla="*/ 34 h 62"/>
                <a:gd name="T14" fmla="*/ 46 w 63"/>
                <a:gd name="T15" fmla="*/ 53 h 62"/>
                <a:gd name="T16" fmla="*/ 58 w 63"/>
                <a:gd name="T17" fmla="*/ 35 h 62"/>
                <a:gd name="T18" fmla="*/ 42 w 63"/>
                <a:gd name="T19" fmla="*/ 56 h 62"/>
                <a:gd name="T20" fmla="*/ 36 w 63"/>
                <a:gd name="T21" fmla="*/ 36 h 62"/>
                <a:gd name="T22" fmla="*/ 36 w 63"/>
                <a:gd name="T23" fmla="*/ 36 h 62"/>
                <a:gd name="T24" fmla="*/ 15 w 63"/>
                <a:gd name="T25" fmla="*/ 52 h 62"/>
                <a:gd name="T26" fmla="*/ 32 w 63"/>
                <a:gd name="T27" fmla="*/ 58 h 62"/>
                <a:gd name="T28" fmla="*/ 42 w 63"/>
                <a:gd name="T29" fmla="*/ 56 h 62"/>
                <a:gd name="T30" fmla="*/ 12 w 63"/>
                <a:gd name="T31" fmla="*/ 49 h 62"/>
                <a:gd name="T32" fmla="*/ 33 w 63"/>
                <a:gd name="T33" fmla="*/ 31 h 62"/>
                <a:gd name="T34" fmla="*/ 34 w 63"/>
                <a:gd name="T35" fmla="*/ 31 h 62"/>
                <a:gd name="T36" fmla="*/ 32 w 63"/>
                <a:gd name="T37" fmla="*/ 27 h 62"/>
                <a:gd name="T38" fmla="*/ 5 w 63"/>
                <a:gd name="T39" fmla="*/ 30 h 62"/>
                <a:gd name="T40" fmla="*/ 5 w 63"/>
                <a:gd name="T41" fmla="*/ 31 h 62"/>
                <a:gd name="T42" fmla="*/ 12 w 63"/>
                <a:gd name="T43" fmla="*/ 49 h 62"/>
                <a:gd name="T44" fmla="*/ 5 w 63"/>
                <a:gd name="T45" fmla="*/ 26 h 62"/>
                <a:gd name="T46" fmla="*/ 30 w 63"/>
                <a:gd name="T47" fmla="*/ 23 h 62"/>
                <a:gd name="T48" fmla="*/ 20 w 63"/>
                <a:gd name="T49" fmla="*/ 7 h 62"/>
                <a:gd name="T50" fmla="*/ 5 w 63"/>
                <a:gd name="T51" fmla="*/ 26 h 62"/>
                <a:gd name="T52" fmla="*/ 25 w 63"/>
                <a:gd name="T53" fmla="*/ 5 h 62"/>
                <a:gd name="T54" fmla="*/ 35 w 63"/>
                <a:gd name="T55" fmla="*/ 21 h 62"/>
                <a:gd name="T56" fmla="*/ 49 w 63"/>
                <a:gd name="T57" fmla="*/ 11 h 62"/>
                <a:gd name="T58" fmla="*/ 32 w 63"/>
                <a:gd name="T59" fmla="*/ 5 h 62"/>
                <a:gd name="T60" fmla="*/ 25 w 63"/>
                <a:gd name="T61" fmla="*/ 5 h 62"/>
                <a:gd name="T62" fmla="*/ 52 w 63"/>
                <a:gd name="T63" fmla="*/ 14 h 62"/>
                <a:gd name="T64" fmla="*/ 37 w 63"/>
                <a:gd name="T65" fmla="*/ 25 h 62"/>
                <a:gd name="T66" fmla="*/ 39 w 63"/>
                <a:gd name="T67" fmla="*/ 29 h 62"/>
                <a:gd name="T68" fmla="*/ 40 w 63"/>
                <a:gd name="T69" fmla="*/ 30 h 62"/>
                <a:gd name="T70" fmla="*/ 58 w 63"/>
                <a:gd name="T71" fmla="*/ 31 h 62"/>
                <a:gd name="T72" fmla="*/ 52 w 63"/>
                <a:gd name="T73" fmla="*/ 1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3" h="62">
                  <a:moveTo>
                    <a:pt x="32" y="62"/>
                  </a:moveTo>
                  <a:cubicBezTo>
                    <a:pt x="14" y="62"/>
                    <a:pt x="0" y="48"/>
                    <a:pt x="0" y="31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3" y="14"/>
                    <a:pt x="63" y="31"/>
                  </a:cubicBezTo>
                  <a:cubicBezTo>
                    <a:pt x="63" y="48"/>
                    <a:pt x="49" y="62"/>
                    <a:pt x="32" y="62"/>
                  </a:cubicBezTo>
                  <a:close/>
                  <a:moveTo>
                    <a:pt x="58" y="35"/>
                  </a:moveTo>
                  <a:cubicBezTo>
                    <a:pt x="57" y="35"/>
                    <a:pt x="50" y="33"/>
                    <a:pt x="41" y="34"/>
                  </a:cubicBezTo>
                  <a:cubicBezTo>
                    <a:pt x="45" y="44"/>
                    <a:pt x="46" y="52"/>
                    <a:pt x="46" y="53"/>
                  </a:cubicBezTo>
                  <a:cubicBezTo>
                    <a:pt x="52" y="49"/>
                    <a:pt x="57" y="43"/>
                    <a:pt x="58" y="35"/>
                  </a:cubicBezTo>
                  <a:close/>
                  <a:moveTo>
                    <a:pt x="42" y="56"/>
                  </a:moveTo>
                  <a:cubicBezTo>
                    <a:pt x="41" y="53"/>
                    <a:pt x="40" y="45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1" y="41"/>
                    <a:pt x="16" y="51"/>
                    <a:pt x="15" y="52"/>
                  </a:cubicBezTo>
                  <a:cubicBezTo>
                    <a:pt x="20" y="56"/>
                    <a:pt x="25" y="58"/>
                    <a:pt x="32" y="58"/>
                  </a:cubicBezTo>
                  <a:cubicBezTo>
                    <a:pt x="35" y="58"/>
                    <a:pt x="39" y="57"/>
                    <a:pt x="42" y="56"/>
                  </a:cubicBezTo>
                  <a:close/>
                  <a:moveTo>
                    <a:pt x="12" y="49"/>
                  </a:moveTo>
                  <a:cubicBezTo>
                    <a:pt x="12" y="48"/>
                    <a:pt x="20" y="36"/>
                    <a:pt x="33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0"/>
                    <a:pt x="33" y="28"/>
                    <a:pt x="32" y="27"/>
                  </a:cubicBezTo>
                  <a:cubicBezTo>
                    <a:pt x="19" y="31"/>
                    <a:pt x="6" y="30"/>
                    <a:pt x="5" y="30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8"/>
                    <a:pt x="8" y="44"/>
                    <a:pt x="12" y="49"/>
                  </a:cubicBezTo>
                  <a:close/>
                  <a:moveTo>
                    <a:pt x="5" y="26"/>
                  </a:moveTo>
                  <a:cubicBezTo>
                    <a:pt x="7" y="26"/>
                    <a:pt x="18" y="26"/>
                    <a:pt x="30" y="23"/>
                  </a:cubicBezTo>
                  <a:cubicBezTo>
                    <a:pt x="26" y="15"/>
                    <a:pt x="21" y="8"/>
                    <a:pt x="20" y="7"/>
                  </a:cubicBezTo>
                  <a:cubicBezTo>
                    <a:pt x="13" y="11"/>
                    <a:pt x="7" y="18"/>
                    <a:pt x="5" y="26"/>
                  </a:cubicBezTo>
                  <a:close/>
                  <a:moveTo>
                    <a:pt x="25" y="5"/>
                  </a:moveTo>
                  <a:cubicBezTo>
                    <a:pt x="26" y="6"/>
                    <a:pt x="31" y="13"/>
                    <a:pt x="35" y="21"/>
                  </a:cubicBezTo>
                  <a:cubicBezTo>
                    <a:pt x="45" y="17"/>
                    <a:pt x="49" y="12"/>
                    <a:pt x="49" y="11"/>
                  </a:cubicBezTo>
                  <a:cubicBezTo>
                    <a:pt x="44" y="7"/>
                    <a:pt x="38" y="5"/>
                    <a:pt x="32" y="5"/>
                  </a:cubicBezTo>
                  <a:cubicBezTo>
                    <a:pt x="29" y="5"/>
                    <a:pt x="27" y="5"/>
                    <a:pt x="25" y="5"/>
                  </a:cubicBezTo>
                  <a:close/>
                  <a:moveTo>
                    <a:pt x="52" y="14"/>
                  </a:moveTo>
                  <a:cubicBezTo>
                    <a:pt x="52" y="15"/>
                    <a:pt x="47" y="21"/>
                    <a:pt x="37" y="25"/>
                  </a:cubicBezTo>
                  <a:cubicBezTo>
                    <a:pt x="38" y="26"/>
                    <a:pt x="38" y="27"/>
                    <a:pt x="39" y="29"/>
                  </a:cubicBezTo>
                  <a:cubicBezTo>
                    <a:pt x="39" y="29"/>
                    <a:pt x="39" y="30"/>
                    <a:pt x="40" y="30"/>
                  </a:cubicBezTo>
                  <a:cubicBezTo>
                    <a:pt x="48" y="29"/>
                    <a:pt x="57" y="31"/>
                    <a:pt x="58" y="31"/>
                  </a:cubicBezTo>
                  <a:cubicBezTo>
                    <a:pt x="58" y="25"/>
                    <a:pt x="56" y="19"/>
                    <a:pt x="52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3" name="Freeform 125"/>
            <p:cNvSpPr>
              <a:spLocks noEditPoints="1"/>
            </p:cNvSpPr>
            <p:nvPr/>
          </p:nvSpPr>
          <p:spPr bwMode="auto">
            <a:xfrm>
              <a:off x="2922" y="2371"/>
              <a:ext cx="80" cy="70"/>
            </a:xfrm>
            <a:custGeom>
              <a:avLst/>
              <a:gdLst>
                <a:gd name="T0" fmla="*/ 65 w 65"/>
                <a:gd name="T1" fmla="*/ 18 h 57"/>
                <a:gd name="T2" fmla="*/ 47 w 65"/>
                <a:gd name="T3" fmla="*/ 0 h 57"/>
                <a:gd name="T4" fmla="*/ 32 w 65"/>
                <a:gd name="T5" fmla="*/ 6 h 57"/>
                <a:gd name="T6" fmla="*/ 18 w 65"/>
                <a:gd name="T7" fmla="*/ 0 h 57"/>
                <a:gd name="T8" fmla="*/ 0 w 65"/>
                <a:gd name="T9" fmla="*/ 18 h 57"/>
                <a:gd name="T10" fmla="*/ 6 w 65"/>
                <a:gd name="T11" fmla="*/ 32 h 57"/>
                <a:gd name="T12" fmla="*/ 6 w 65"/>
                <a:gd name="T13" fmla="*/ 32 h 57"/>
                <a:gd name="T14" fmla="*/ 26 w 65"/>
                <a:gd name="T15" fmla="*/ 53 h 57"/>
                <a:gd name="T16" fmla="*/ 32 w 65"/>
                <a:gd name="T17" fmla="*/ 57 h 57"/>
                <a:gd name="T18" fmla="*/ 39 w 65"/>
                <a:gd name="T19" fmla="*/ 53 h 57"/>
                <a:gd name="T20" fmla="*/ 59 w 65"/>
                <a:gd name="T21" fmla="*/ 32 h 57"/>
                <a:gd name="T22" fmla="*/ 59 w 65"/>
                <a:gd name="T23" fmla="*/ 32 h 57"/>
                <a:gd name="T24" fmla="*/ 65 w 65"/>
                <a:gd name="T25" fmla="*/ 18 h 57"/>
                <a:gd name="T26" fmla="*/ 54 w 65"/>
                <a:gd name="T27" fmla="*/ 26 h 57"/>
                <a:gd name="T28" fmla="*/ 33 w 65"/>
                <a:gd name="T29" fmla="*/ 47 h 57"/>
                <a:gd name="T30" fmla="*/ 32 w 65"/>
                <a:gd name="T31" fmla="*/ 48 h 57"/>
                <a:gd name="T32" fmla="*/ 32 w 65"/>
                <a:gd name="T33" fmla="*/ 47 h 57"/>
                <a:gd name="T34" fmla="*/ 11 w 65"/>
                <a:gd name="T35" fmla="*/ 26 h 57"/>
                <a:gd name="T36" fmla="*/ 8 w 65"/>
                <a:gd name="T37" fmla="*/ 18 h 57"/>
                <a:gd name="T38" fmla="*/ 18 w 65"/>
                <a:gd name="T39" fmla="*/ 8 h 57"/>
                <a:gd name="T40" fmla="*/ 26 w 65"/>
                <a:gd name="T41" fmla="*/ 11 h 57"/>
                <a:gd name="T42" fmla="*/ 32 w 65"/>
                <a:gd name="T43" fmla="*/ 18 h 57"/>
                <a:gd name="T44" fmla="*/ 39 w 65"/>
                <a:gd name="T45" fmla="*/ 11 h 57"/>
                <a:gd name="T46" fmla="*/ 47 w 65"/>
                <a:gd name="T47" fmla="*/ 8 h 57"/>
                <a:gd name="T48" fmla="*/ 57 w 65"/>
                <a:gd name="T49" fmla="*/ 18 h 57"/>
                <a:gd name="T50" fmla="*/ 54 w 65"/>
                <a:gd name="T51" fmla="*/ 2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5" h="57">
                  <a:moveTo>
                    <a:pt x="65" y="18"/>
                  </a:moveTo>
                  <a:cubicBezTo>
                    <a:pt x="65" y="8"/>
                    <a:pt x="57" y="0"/>
                    <a:pt x="47" y="0"/>
                  </a:cubicBezTo>
                  <a:cubicBezTo>
                    <a:pt x="41" y="0"/>
                    <a:pt x="36" y="2"/>
                    <a:pt x="32" y="6"/>
                  </a:cubicBezTo>
                  <a:cubicBezTo>
                    <a:pt x="29" y="2"/>
                    <a:pt x="24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4"/>
                    <a:pt x="2" y="29"/>
                    <a:pt x="6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8" y="55"/>
                    <a:pt x="30" y="57"/>
                    <a:pt x="32" y="57"/>
                  </a:cubicBezTo>
                  <a:cubicBezTo>
                    <a:pt x="35" y="57"/>
                    <a:pt x="37" y="55"/>
                    <a:pt x="39" y="53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63" y="29"/>
                    <a:pt x="65" y="24"/>
                    <a:pt x="65" y="18"/>
                  </a:cubicBezTo>
                  <a:close/>
                  <a:moveTo>
                    <a:pt x="54" y="26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2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9" y="24"/>
                    <a:pt x="8" y="21"/>
                    <a:pt x="8" y="18"/>
                  </a:cubicBezTo>
                  <a:cubicBezTo>
                    <a:pt x="8" y="13"/>
                    <a:pt x="13" y="8"/>
                    <a:pt x="18" y="8"/>
                  </a:cubicBezTo>
                  <a:cubicBezTo>
                    <a:pt x="22" y="8"/>
                    <a:pt x="24" y="9"/>
                    <a:pt x="26" y="11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41" y="9"/>
                    <a:pt x="43" y="8"/>
                    <a:pt x="47" y="8"/>
                  </a:cubicBezTo>
                  <a:cubicBezTo>
                    <a:pt x="52" y="8"/>
                    <a:pt x="57" y="13"/>
                    <a:pt x="57" y="18"/>
                  </a:cubicBezTo>
                  <a:cubicBezTo>
                    <a:pt x="57" y="21"/>
                    <a:pt x="56" y="24"/>
                    <a:pt x="54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4" name="Freeform 126"/>
            <p:cNvSpPr>
              <a:spLocks noEditPoints="1"/>
            </p:cNvSpPr>
            <p:nvPr/>
          </p:nvSpPr>
          <p:spPr bwMode="auto">
            <a:xfrm>
              <a:off x="2844" y="2149"/>
              <a:ext cx="79" cy="58"/>
            </a:xfrm>
            <a:custGeom>
              <a:avLst/>
              <a:gdLst>
                <a:gd name="T0" fmla="*/ 56 w 64"/>
                <a:gd name="T1" fmla="*/ 8 h 47"/>
                <a:gd name="T2" fmla="*/ 56 w 64"/>
                <a:gd name="T3" fmla="*/ 0 h 47"/>
                <a:gd name="T4" fmla="*/ 0 w 64"/>
                <a:gd name="T5" fmla="*/ 0 h 47"/>
                <a:gd name="T6" fmla="*/ 0 w 64"/>
                <a:gd name="T7" fmla="*/ 43 h 47"/>
                <a:gd name="T8" fmla="*/ 4 w 64"/>
                <a:gd name="T9" fmla="*/ 47 h 47"/>
                <a:gd name="T10" fmla="*/ 58 w 64"/>
                <a:gd name="T11" fmla="*/ 47 h 47"/>
                <a:gd name="T12" fmla="*/ 64 w 64"/>
                <a:gd name="T13" fmla="*/ 41 h 47"/>
                <a:gd name="T14" fmla="*/ 64 w 64"/>
                <a:gd name="T15" fmla="*/ 8 h 47"/>
                <a:gd name="T16" fmla="*/ 56 w 64"/>
                <a:gd name="T17" fmla="*/ 8 h 47"/>
                <a:gd name="T18" fmla="*/ 52 w 64"/>
                <a:gd name="T19" fmla="*/ 43 h 47"/>
                <a:gd name="T20" fmla="*/ 4 w 64"/>
                <a:gd name="T21" fmla="*/ 43 h 47"/>
                <a:gd name="T22" fmla="*/ 4 w 64"/>
                <a:gd name="T23" fmla="*/ 4 h 47"/>
                <a:gd name="T24" fmla="*/ 52 w 64"/>
                <a:gd name="T25" fmla="*/ 4 h 47"/>
                <a:gd name="T26" fmla="*/ 52 w 64"/>
                <a:gd name="T27" fmla="*/ 43 h 47"/>
                <a:gd name="T28" fmla="*/ 8 w 64"/>
                <a:gd name="T29" fmla="*/ 12 h 47"/>
                <a:gd name="T30" fmla="*/ 48 w 64"/>
                <a:gd name="T31" fmla="*/ 12 h 47"/>
                <a:gd name="T32" fmla="*/ 48 w 64"/>
                <a:gd name="T33" fmla="*/ 16 h 47"/>
                <a:gd name="T34" fmla="*/ 8 w 64"/>
                <a:gd name="T35" fmla="*/ 16 h 47"/>
                <a:gd name="T36" fmla="*/ 8 w 64"/>
                <a:gd name="T37" fmla="*/ 12 h 47"/>
                <a:gd name="T38" fmla="*/ 32 w 64"/>
                <a:gd name="T39" fmla="*/ 20 h 47"/>
                <a:gd name="T40" fmla="*/ 48 w 64"/>
                <a:gd name="T41" fmla="*/ 20 h 47"/>
                <a:gd name="T42" fmla="*/ 48 w 64"/>
                <a:gd name="T43" fmla="*/ 24 h 47"/>
                <a:gd name="T44" fmla="*/ 32 w 64"/>
                <a:gd name="T45" fmla="*/ 24 h 47"/>
                <a:gd name="T46" fmla="*/ 32 w 64"/>
                <a:gd name="T47" fmla="*/ 20 h 47"/>
                <a:gd name="T48" fmla="*/ 32 w 64"/>
                <a:gd name="T49" fmla="*/ 28 h 47"/>
                <a:gd name="T50" fmla="*/ 48 w 64"/>
                <a:gd name="T51" fmla="*/ 28 h 47"/>
                <a:gd name="T52" fmla="*/ 48 w 64"/>
                <a:gd name="T53" fmla="*/ 32 h 47"/>
                <a:gd name="T54" fmla="*/ 32 w 64"/>
                <a:gd name="T55" fmla="*/ 32 h 47"/>
                <a:gd name="T56" fmla="*/ 32 w 64"/>
                <a:gd name="T57" fmla="*/ 28 h 47"/>
                <a:gd name="T58" fmla="*/ 32 w 64"/>
                <a:gd name="T59" fmla="*/ 36 h 47"/>
                <a:gd name="T60" fmla="*/ 44 w 64"/>
                <a:gd name="T61" fmla="*/ 36 h 47"/>
                <a:gd name="T62" fmla="*/ 44 w 64"/>
                <a:gd name="T63" fmla="*/ 40 h 47"/>
                <a:gd name="T64" fmla="*/ 32 w 64"/>
                <a:gd name="T65" fmla="*/ 40 h 47"/>
                <a:gd name="T66" fmla="*/ 32 w 64"/>
                <a:gd name="T67" fmla="*/ 36 h 47"/>
                <a:gd name="T68" fmla="*/ 8 w 64"/>
                <a:gd name="T69" fmla="*/ 20 h 47"/>
                <a:gd name="T70" fmla="*/ 28 w 64"/>
                <a:gd name="T71" fmla="*/ 20 h 47"/>
                <a:gd name="T72" fmla="*/ 28 w 64"/>
                <a:gd name="T73" fmla="*/ 40 h 47"/>
                <a:gd name="T74" fmla="*/ 8 w 64"/>
                <a:gd name="T75" fmla="*/ 40 h 47"/>
                <a:gd name="T76" fmla="*/ 8 w 64"/>
                <a:gd name="T77" fmla="*/ 2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4" h="47">
                  <a:moveTo>
                    <a:pt x="56" y="8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6"/>
                    <a:pt x="2" y="47"/>
                    <a:pt x="4" y="47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61" y="47"/>
                    <a:pt x="64" y="45"/>
                    <a:pt x="64" y="41"/>
                  </a:cubicBezTo>
                  <a:cubicBezTo>
                    <a:pt x="64" y="8"/>
                    <a:pt x="64" y="8"/>
                    <a:pt x="64" y="8"/>
                  </a:cubicBezTo>
                  <a:lnTo>
                    <a:pt x="56" y="8"/>
                  </a:lnTo>
                  <a:close/>
                  <a:moveTo>
                    <a:pt x="52" y="43"/>
                  </a:moveTo>
                  <a:cubicBezTo>
                    <a:pt x="4" y="43"/>
                    <a:pt x="4" y="43"/>
                    <a:pt x="4" y="4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2" y="4"/>
                    <a:pt x="52" y="4"/>
                    <a:pt x="52" y="4"/>
                  </a:cubicBezTo>
                  <a:lnTo>
                    <a:pt x="52" y="43"/>
                  </a:lnTo>
                  <a:close/>
                  <a:moveTo>
                    <a:pt x="8" y="12"/>
                  </a:moveTo>
                  <a:cubicBezTo>
                    <a:pt x="48" y="12"/>
                    <a:pt x="48" y="12"/>
                    <a:pt x="48" y="12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12"/>
                  </a:lnTo>
                  <a:close/>
                  <a:moveTo>
                    <a:pt x="32" y="2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32" y="24"/>
                    <a:pt x="32" y="24"/>
                    <a:pt x="32" y="24"/>
                  </a:cubicBezTo>
                  <a:lnTo>
                    <a:pt x="32" y="20"/>
                  </a:lnTo>
                  <a:close/>
                  <a:moveTo>
                    <a:pt x="32" y="28"/>
                  </a:moveTo>
                  <a:cubicBezTo>
                    <a:pt x="48" y="28"/>
                    <a:pt x="48" y="28"/>
                    <a:pt x="48" y="28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28"/>
                  </a:lnTo>
                  <a:close/>
                  <a:moveTo>
                    <a:pt x="32" y="36"/>
                  </a:moveTo>
                  <a:cubicBezTo>
                    <a:pt x="44" y="36"/>
                    <a:pt x="44" y="36"/>
                    <a:pt x="44" y="36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2" y="40"/>
                    <a:pt x="32" y="40"/>
                    <a:pt x="32" y="40"/>
                  </a:cubicBezTo>
                  <a:lnTo>
                    <a:pt x="32" y="36"/>
                  </a:lnTo>
                  <a:close/>
                  <a:moveTo>
                    <a:pt x="8" y="20"/>
                  </a:moveTo>
                  <a:cubicBezTo>
                    <a:pt x="28" y="20"/>
                    <a:pt x="28" y="20"/>
                    <a:pt x="28" y="20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8" y="40"/>
                    <a:pt x="8" y="40"/>
                    <a:pt x="8" y="40"/>
                  </a:cubicBezTo>
                  <a:lnTo>
                    <a:pt x="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5" name="Freeform 127"/>
            <p:cNvSpPr>
              <a:spLocks noEditPoints="1"/>
            </p:cNvSpPr>
            <p:nvPr/>
          </p:nvSpPr>
          <p:spPr bwMode="auto">
            <a:xfrm>
              <a:off x="3037" y="2531"/>
              <a:ext cx="58" cy="59"/>
            </a:xfrm>
            <a:custGeom>
              <a:avLst/>
              <a:gdLst>
                <a:gd name="T0" fmla="*/ 43 w 47"/>
                <a:gd name="T1" fmla="*/ 29 h 48"/>
                <a:gd name="T2" fmla="*/ 47 w 47"/>
                <a:gd name="T3" fmla="*/ 16 h 48"/>
                <a:gd name="T4" fmla="*/ 42 w 47"/>
                <a:gd name="T5" fmla="*/ 8 h 48"/>
                <a:gd name="T6" fmla="*/ 37 w 47"/>
                <a:gd name="T7" fmla="*/ 9 h 48"/>
                <a:gd name="T8" fmla="*/ 28 w 47"/>
                <a:gd name="T9" fmla="*/ 0 h 48"/>
                <a:gd name="T10" fmla="*/ 19 w 47"/>
                <a:gd name="T11" fmla="*/ 0 h 48"/>
                <a:gd name="T12" fmla="*/ 18 w 47"/>
                <a:gd name="T13" fmla="*/ 5 h 48"/>
                <a:gd name="T14" fmla="*/ 5 w 47"/>
                <a:gd name="T15" fmla="*/ 8 h 48"/>
                <a:gd name="T16" fmla="*/ 0 w 47"/>
                <a:gd name="T17" fmla="*/ 16 h 48"/>
                <a:gd name="T18" fmla="*/ 4 w 47"/>
                <a:gd name="T19" fmla="*/ 19 h 48"/>
                <a:gd name="T20" fmla="*/ 0 w 47"/>
                <a:gd name="T21" fmla="*/ 32 h 48"/>
                <a:gd name="T22" fmla="*/ 5 w 47"/>
                <a:gd name="T23" fmla="*/ 40 h 48"/>
                <a:gd name="T24" fmla="*/ 10 w 47"/>
                <a:gd name="T25" fmla="*/ 39 h 48"/>
                <a:gd name="T26" fmla="*/ 19 w 47"/>
                <a:gd name="T27" fmla="*/ 48 h 48"/>
                <a:gd name="T28" fmla="*/ 28 w 47"/>
                <a:gd name="T29" fmla="*/ 48 h 48"/>
                <a:gd name="T30" fmla="*/ 29 w 47"/>
                <a:gd name="T31" fmla="*/ 44 h 48"/>
                <a:gd name="T32" fmla="*/ 42 w 47"/>
                <a:gd name="T33" fmla="*/ 40 h 48"/>
                <a:gd name="T34" fmla="*/ 47 w 47"/>
                <a:gd name="T35" fmla="*/ 32 h 48"/>
                <a:gd name="T36" fmla="*/ 43 w 47"/>
                <a:gd name="T37" fmla="*/ 29 h 48"/>
                <a:gd name="T38" fmla="*/ 23 w 47"/>
                <a:gd name="T39" fmla="*/ 34 h 48"/>
                <a:gd name="T40" fmla="*/ 14 w 47"/>
                <a:gd name="T41" fmla="*/ 24 h 48"/>
                <a:gd name="T42" fmla="*/ 23 w 47"/>
                <a:gd name="T43" fmla="*/ 14 h 48"/>
                <a:gd name="T44" fmla="*/ 33 w 47"/>
                <a:gd name="T45" fmla="*/ 24 h 48"/>
                <a:gd name="T46" fmla="*/ 23 w 47"/>
                <a:gd name="T47" fmla="*/ 3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" h="48">
                  <a:moveTo>
                    <a:pt x="43" y="29"/>
                  </a:moveTo>
                  <a:cubicBezTo>
                    <a:pt x="41" y="24"/>
                    <a:pt x="42" y="19"/>
                    <a:pt x="47" y="16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1" y="9"/>
                    <a:pt x="39" y="9"/>
                    <a:pt x="37" y="9"/>
                  </a:cubicBezTo>
                  <a:cubicBezTo>
                    <a:pt x="32" y="9"/>
                    <a:pt x="28" y="5"/>
                    <a:pt x="2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1"/>
                    <a:pt x="18" y="3"/>
                    <a:pt x="18" y="5"/>
                  </a:cubicBezTo>
                  <a:cubicBezTo>
                    <a:pt x="15" y="9"/>
                    <a:pt x="9" y="10"/>
                    <a:pt x="5" y="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7"/>
                    <a:pt x="3" y="18"/>
                    <a:pt x="4" y="19"/>
                  </a:cubicBezTo>
                  <a:cubicBezTo>
                    <a:pt x="6" y="24"/>
                    <a:pt x="5" y="29"/>
                    <a:pt x="0" y="32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6" y="39"/>
                    <a:pt x="8" y="39"/>
                    <a:pt x="10" y="39"/>
                  </a:cubicBezTo>
                  <a:cubicBezTo>
                    <a:pt x="15" y="39"/>
                    <a:pt x="19" y="43"/>
                    <a:pt x="19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9" y="45"/>
                    <a:pt x="29" y="44"/>
                  </a:cubicBezTo>
                  <a:cubicBezTo>
                    <a:pt x="32" y="39"/>
                    <a:pt x="38" y="38"/>
                    <a:pt x="42" y="40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5" y="31"/>
                    <a:pt x="44" y="30"/>
                    <a:pt x="43" y="29"/>
                  </a:cubicBezTo>
                  <a:close/>
                  <a:moveTo>
                    <a:pt x="23" y="34"/>
                  </a:moveTo>
                  <a:cubicBezTo>
                    <a:pt x="18" y="34"/>
                    <a:pt x="14" y="29"/>
                    <a:pt x="14" y="24"/>
                  </a:cubicBezTo>
                  <a:cubicBezTo>
                    <a:pt x="14" y="19"/>
                    <a:pt x="18" y="14"/>
                    <a:pt x="23" y="14"/>
                  </a:cubicBezTo>
                  <a:cubicBezTo>
                    <a:pt x="29" y="14"/>
                    <a:pt x="33" y="19"/>
                    <a:pt x="33" y="24"/>
                  </a:cubicBezTo>
                  <a:cubicBezTo>
                    <a:pt x="33" y="29"/>
                    <a:pt x="29" y="34"/>
                    <a:pt x="23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6" name="Freeform 128"/>
            <p:cNvSpPr>
              <a:spLocks noEditPoints="1"/>
            </p:cNvSpPr>
            <p:nvPr/>
          </p:nvSpPr>
          <p:spPr bwMode="auto">
            <a:xfrm>
              <a:off x="2715" y="2514"/>
              <a:ext cx="96" cy="96"/>
            </a:xfrm>
            <a:custGeom>
              <a:avLst/>
              <a:gdLst>
                <a:gd name="T0" fmla="*/ 51 w 96"/>
                <a:gd name="T1" fmla="*/ 0 h 96"/>
                <a:gd name="T2" fmla="*/ 42 w 96"/>
                <a:gd name="T3" fmla="*/ 10 h 96"/>
                <a:gd name="T4" fmla="*/ 51 w 96"/>
                <a:gd name="T5" fmla="*/ 18 h 96"/>
                <a:gd name="T6" fmla="*/ 30 w 96"/>
                <a:gd name="T7" fmla="*/ 42 h 96"/>
                <a:gd name="T8" fmla="*/ 9 w 96"/>
                <a:gd name="T9" fmla="*/ 42 h 96"/>
                <a:gd name="T10" fmla="*/ 25 w 96"/>
                <a:gd name="T11" fmla="*/ 59 h 96"/>
                <a:gd name="T12" fmla="*/ 0 w 96"/>
                <a:gd name="T13" fmla="*/ 92 h 96"/>
                <a:gd name="T14" fmla="*/ 0 w 96"/>
                <a:gd name="T15" fmla="*/ 96 h 96"/>
                <a:gd name="T16" fmla="*/ 4 w 96"/>
                <a:gd name="T17" fmla="*/ 96 h 96"/>
                <a:gd name="T18" fmla="*/ 37 w 96"/>
                <a:gd name="T19" fmla="*/ 70 h 96"/>
                <a:gd name="T20" fmla="*/ 54 w 96"/>
                <a:gd name="T21" fmla="*/ 87 h 96"/>
                <a:gd name="T22" fmla="*/ 54 w 96"/>
                <a:gd name="T23" fmla="*/ 66 h 96"/>
                <a:gd name="T24" fmla="*/ 78 w 96"/>
                <a:gd name="T25" fmla="*/ 45 h 96"/>
                <a:gd name="T26" fmla="*/ 86 w 96"/>
                <a:gd name="T27" fmla="*/ 54 h 96"/>
                <a:gd name="T28" fmla="*/ 96 w 96"/>
                <a:gd name="T29" fmla="*/ 45 h 96"/>
                <a:gd name="T30" fmla="*/ 51 w 96"/>
                <a:gd name="T31" fmla="*/ 0 h 96"/>
                <a:gd name="T32" fmla="*/ 42 w 96"/>
                <a:gd name="T33" fmla="*/ 51 h 96"/>
                <a:gd name="T34" fmla="*/ 36 w 96"/>
                <a:gd name="T35" fmla="*/ 45 h 96"/>
                <a:gd name="T36" fmla="*/ 57 w 96"/>
                <a:gd name="T37" fmla="*/ 24 h 96"/>
                <a:gd name="T38" fmla="*/ 63 w 96"/>
                <a:gd name="T39" fmla="*/ 31 h 96"/>
                <a:gd name="T40" fmla="*/ 42 w 96"/>
                <a:gd name="T41" fmla="*/ 5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96">
                  <a:moveTo>
                    <a:pt x="51" y="0"/>
                  </a:moveTo>
                  <a:lnTo>
                    <a:pt x="42" y="10"/>
                  </a:lnTo>
                  <a:lnTo>
                    <a:pt x="51" y="18"/>
                  </a:lnTo>
                  <a:lnTo>
                    <a:pt x="30" y="42"/>
                  </a:lnTo>
                  <a:lnTo>
                    <a:pt x="9" y="42"/>
                  </a:lnTo>
                  <a:lnTo>
                    <a:pt x="25" y="59"/>
                  </a:lnTo>
                  <a:lnTo>
                    <a:pt x="0" y="92"/>
                  </a:lnTo>
                  <a:lnTo>
                    <a:pt x="0" y="96"/>
                  </a:lnTo>
                  <a:lnTo>
                    <a:pt x="4" y="96"/>
                  </a:lnTo>
                  <a:lnTo>
                    <a:pt x="37" y="70"/>
                  </a:lnTo>
                  <a:lnTo>
                    <a:pt x="54" y="87"/>
                  </a:lnTo>
                  <a:lnTo>
                    <a:pt x="54" y="66"/>
                  </a:lnTo>
                  <a:lnTo>
                    <a:pt x="78" y="45"/>
                  </a:lnTo>
                  <a:lnTo>
                    <a:pt x="86" y="54"/>
                  </a:lnTo>
                  <a:lnTo>
                    <a:pt x="96" y="45"/>
                  </a:lnTo>
                  <a:lnTo>
                    <a:pt x="51" y="0"/>
                  </a:lnTo>
                  <a:close/>
                  <a:moveTo>
                    <a:pt x="42" y="51"/>
                  </a:moveTo>
                  <a:lnTo>
                    <a:pt x="36" y="45"/>
                  </a:lnTo>
                  <a:lnTo>
                    <a:pt x="57" y="24"/>
                  </a:lnTo>
                  <a:lnTo>
                    <a:pt x="63" y="31"/>
                  </a:lnTo>
                  <a:lnTo>
                    <a:pt x="42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7" name="Freeform 129"/>
            <p:cNvSpPr>
              <a:spLocks noEditPoints="1"/>
            </p:cNvSpPr>
            <p:nvPr/>
          </p:nvSpPr>
          <p:spPr bwMode="auto">
            <a:xfrm>
              <a:off x="2708" y="2294"/>
              <a:ext cx="70" cy="70"/>
            </a:xfrm>
            <a:custGeom>
              <a:avLst/>
              <a:gdLst>
                <a:gd name="T0" fmla="*/ 57 w 57"/>
                <a:gd name="T1" fmla="*/ 29 h 57"/>
                <a:gd name="T2" fmla="*/ 28 w 57"/>
                <a:gd name="T3" fmla="*/ 57 h 57"/>
                <a:gd name="T4" fmla="*/ 0 w 57"/>
                <a:gd name="T5" fmla="*/ 29 h 57"/>
                <a:gd name="T6" fmla="*/ 28 w 57"/>
                <a:gd name="T7" fmla="*/ 0 h 57"/>
                <a:gd name="T8" fmla="*/ 57 w 57"/>
                <a:gd name="T9" fmla="*/ 29 h 57"/>
                <a:gd name="T10" fmla="*/ 5 w 57"/>
                <a:gd name="T11" fmla="*/ 29 h 57"/>
                <a:gd name="T12" fmla="*/ 28 w 57"/>
                <a:gd name="T13" fmla="*/ 52 h 57"/>
                <a:gd name="T14" fmla="*/ 52 w 57"/>
                <a:gd name="T15" fmla="*/ 29 h 57"/>
                <a:gd name="T16" fmla="*/ 28 w 57"/>
                <a:gd name="T17" fmla="*/ 5 h 57"/>
                <a:gd name="T18" fmla="*/ 5 w 57"/>
                <a:gd name="T19" fmla="*/ 29 h 57"/>
                <a:gd name="T20" fmla="*/ 31 w 57"/>
                <a:gd name="T21" fmla="*/ 12 h 57"/>
                <a:gd name="T22" fmla="*/ 45 w 57"/>
                <a:gd name="T23" fmla="*/ 26 h 57"/>
                <a:gd name="T24" fmla="*/ 45 w 57"/>
                <a:gd name="T25" fmla="*/ 31 h 57"/>
                <a:gd name="T26" fmla="*/ 40 w 57"/>
                <a:gd name="T27" fmla="*/ 31 h 57"/>
                <a:gd name="T28" fmla="*/ 32 w 57"/>
                <a:gd name="T29" fmla="*/ 23 h 57"/>
                <a:gd name="T30" fmla="*/ 32 w 57"/>
                <a:gd name="T31" fmla="*/ 43 h 57"/>
                <a:gd name="T32" fmla="*/ 28 w 57"/>
                <a:gd name="T33" fmla="*/ 47 h 57"/>
                <a:gd name="T34" fmla="*/ 25 w 57"/>
                <a:gd name="T35" fmla="*/ 43 h 57"/>
                <a:gd name="T36" fmla="*/ 25 w 57"/>
                <a:gd name="T37" fmla="*/ 23 h 57"/>
                <a:gd name="T38" fmla="*/ 17 w 57"/>
                <a:gd name="T39" fmla="*/ 31 h 57"/>
                <a:gd name="T40" fmla="*/ 12 w 57"/>
                <a:gd name="T41" fmla="*/ 31 h 57"/>
                <a:gd name="T42" fmla="*/ 11 w 57"/>
                <a:gd name="T43" fmla="*/ 29 h 57"/>
                <a:gd name="T44" fmla="*/ 12 w 57"/>
                <a:gd name="T45" fmla="*/ 26 h 57"/>
                <a:gd name="T46" fmla="*/ 26 w 57"/>
                <a:gd name="T47" fmla="*/ 12 h 57"/>
                <a:gd name="T48" fmla="*/ 31 w 57"/>
                <a:gd name="T4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" h="57">
                  <a:moveTo>
                    <a:pt x="57" y="29"/>
                  </a:moveTo>
                  <a:cubicBezTo>
                    <a:pt x="57" y="45"/>
                    <a:pt x="44" y="57"/>
                    <a:pt x="28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lose/>
                  <a:moveTo>
                    <a:pt x="5" y="29"/>
                  </a:moveTo>
                  <a:cubicBezTo>
                    <a:pt x="5" y="42"/>
                    <a:pt x="16" y="52"/>
                    <a:pt x="28" y="52"/>
                  </a:cubicBezTo>
                  <a:cubicBezTo>
                    <a:pt x="41" y="52"/>
                    <a:pt x="52" y="42"/>
                    <a:pt x="52" y="29"/>
                  </a:cubicBezTo>
                  <a:cubicBezTo>
                    <a:pt x="52" y="16"/>
                    <a:pt x="41" y="5"/>
                    <a:pt x="28" y="5"/>
                  </a:cubicBezTo>
                  <a:cubicBezTo>
                    <a:pt x="16" y="5"/>
                    <a:pt x="5" y="16"/>
                    <a:pt x="5" y="29"/>
                  </a:cubicBezTo>
                  <a:close/>
                  <a:moveTo>
                    <a:pt x="31" y="12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7" y="28"/>
                    <a:pt x="47" y="30"/>
                    <a:pt x="45" y="31"/>
                  </a:cubicBezTo>
                  <a:cubicBezTo>
                    <a:pt x="44" y="33"/>
                    <a:pt x="42" y="33"/>
                    <a:pt x="40" y="31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43"/>
                    <a:pt x="32" y="43"/>
                    <a:pt x="32" y="43"/>
                  </a:cubicBezTo>
                  <a:cubicBezTo>
                    <a:pt x="32" y="45"/>
                    <a:pt x="30" y="47"/>
                    <a:pt x="28" y="47"/>
                  </a:cubicBezTo>
                  <a:cubicBezTo>
                    <a:pt x="26" y="47"/>
                    <a:pt x="25" y="45"/>
                    <a:pt x="25" y="4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5" y="33"/>
                    <a:pt x="13" y="33"/>
                    <a:pt x="12" y="31"/>
                  </a:cubicBezTo>
                  <a:cubicBezTo>
                    <a:pt x="11" y="31"/>
                    <a:pt x="11" y="30"/>
                    <a:pt x="11" y="29"/>
                  </a:cubicBezTo>
                  <a:cubicBezTo>
                    <a:pt x="11" y="28"/>
                    <a:pt x="11" y="27"/>
                    <a:pt x="12" y="26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7" y="11"/>
                    <a:pt x="30" y="11"/>
                    <a:pt x="3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8" name="Freeform 130"/>
            <p:cNvSpPr>
              <a:spLocks noEditPoints="1"/>
            </p:cNvSpPr>
            <p:nvPr/>
          </p:nvSpPr>
          <p:spPr bwMode="auto">
            <a:xfrm>
              <a:off x="3164" y="1144"/>
              <a:ext cx="94" cy="94"/>
            </a:xfrm>
            <a:custGeom>
              <a:avLst/>
              <a:gdLst>
                <a:gd name="T0" fmla="*/ 64 w 77"/>
                <a:gd name="T1" fmla="*/ 0 h 77"/>
                <a:gd name="T2" fmla="*/ 13 w 77"/>
                <a:gd name="T3" fmla="*/ 0 h 77"/>
                <a:gd name="T4" fmla="*/ 0 w 77"/>
                <a:gd name="T5" fmla="*/ 13 h 77"/>
                <a:gd name="T6" fmla="*/ 0 w 77"/>
                <a:gd name="T7" fmla="*/ 64 h 77"/>
                <a:gd name="T8" fmla="*/ 13 w 77"/>
                <a:gd name="T9" fmla="*/ 77 h 77"/>
                <a:gd name="T10" fmla="*/ 64 w 77"/>
                <a:gd name="T11" fmla="*/ 76 h 77"/>
                <a:gd name="T12" fmla="*/ 77 w 77"/>
                <a:gd name="T13" fmla="*/ 64 h 77"/>
                <a:gd name="T14" fmla="*/ 77 w 77"/>
                <a:gd name="T15" fmla="*/ 12 h 77"/>
                <a:gd name="T16" fmla="*/ 64 w 77"/>
                <a:gd name="T17" fmla="*/ 0 h 77"/>
                <a:gd name="T18" fmla="*/ 25 w 77"/>
                <a:gd name="T19" fmla="*/ 34 h 77"/>
                <a:gd name="T20" fmla="*/ 52 w 77"/>
                <a:gd name="T21" fmla="*/ 33 h 77"/>
                <a:gd name="T22" fmla="*/ 53 w 77"/>
                <a:gd name="T23" fmla="*/ 38 h 77"/>
                <a:gd name="T24" fmla="*/ 39 w 77"/>
                <a:gd name="T25" fmla="*/ 53 h 77"/>
                <a:gd name="T26" fmla="*/ 24 w 77"/>
                <a:gd name="T27" fmla="*/ 38 h 77"/>
                <a:gd name="T28" fmla="*/ 25 w 77"/>
                <a:gd name="T29" fmla="*/ 34 h 77"/>
                <a:gd name="T30" fmla="*/ 67 w 77"/>
                <a:gd name="T31" fmla="*/ 33 h 77"/>
                <a:gd name="T32" fmla="*/ 67 w 77"/>
                <a:gd name="T33" fmla="*/ 52 h 77"/>
                <a:gd name="T34" fmla="*/ 67 w 77"/>
                <a:gd name="T35" fmla="*/ 62 h 77"/>
                <a:gd name="T36" fmla="*/ 63 w 77"/>
                <a:gd name="T37" fmla="*/ 67 h 77"/>
                <a:gd name="T38" fmla="*/ 15 w 77"/>
                <a:gd name="T39" fmla="*/ 67 h 77"/>
                <a:gd name="T40" fmla="*/ 10 w 77"/>
                <a:gd name="T41" fmla="*/ 62 h 77"/>
                <a:gd name="T42" fmla="*/ 10 w 77"/>
                <a:gd name="T43" fmla="*/ 53 h 77"/>
                <a:gd name="T44" fmla="*/ 10 w 77"/>
                <a:gd name="T45" fmla="*/ 34 h 77"/>
                <a:gd name="T46" fmla="*/ 10 w 77"/>
                <a:gd name="T47" fmla="*/ 34 h 77"/>
                <a:gd name="T48" fmla="*/ 17 w 77"/>
                <a:gd name="T49" fmla="*/ 34 h 77"/>
                <a:gd name="T50" fmla="*/ 17 w 77"/>
                <a:gd name="T51" fmla="*/ 38 h 77"/>
                <a:gd name="T52" fmla="*/ 39 w 77"/>
                <a:gd name="T53" fmla="*/ 60 h 77"/>
                <a:gd name="T54" fmla="*/ 60 w 77"/>
                <a:gd name="T55" fmla="*/ 38 h 77"/>
                <a:gd name="T56" fmla="*/ 60 w 77"/>
                <a:gd name="T57" fmla="*/ 33 h 77"/>
                <a:gd name="T58" fmla="*/ 67 w 77"/>
                <a:gd name="T59" fmla="*/ 33 h 77"/>
                <a:gd name="T60" fmla="*/ 67 w 77"/>
                <a:gd name="T61" fmla="*/ 17 h 77"/>
                <a:gd name="T62" fmla="*/ 65 w 77"/>
                <a:gd name="T63" fmla="*/ 19 h 77"/>
                <a:gd name="T64" fmla="*/ 60 w 77"/>
                <a:gd name="T65" fmla="*/ 19 h 77"/>
                <a:gd name="T66" fmla="*/ 58 w 77"/>
                <a:gd name="T67" fmla="*/ 17 h 77"/>
                <a:gd name="T68" fmla="*/ 58 w 77"/>
                <a:gd name="T69" fmla="*/ 12 h 77"/>
                <a:gd name="T70" fmla="*/ 60 w 77"/>
                <a:gd name="T71" fmla="*/ 9 h 77"/>
                <a:gd name="T72" fmla="*/ 65 w 77"/>
                <a:gd name="T73" fmla="*/ 9 h 77"/>
                <a:gd name="T74" fmla="*/ 67 w 77"/>
                <a:gd name="T75" fmla="*/ 12 h 77"/>
                <a:gd name="T76" fmla="*/ 67 w 77"/>
                <a:gd name="T77" fmla="*/ 1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7" h="77">
                  <a:moveTo>
                    <a:pt x="64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" y="71"/>
                    <a:pt x="6" y="77"/>
                    <a:pt x="13" y="77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71" y="76"/>
                    <a:pt x="77" y="71"/>
                    <a:pt x="77" y="64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5"/>
                    <a:pt x="71" y="0"/>
                    <a:pt x="64" y="0"/>
                  </a:cubicBezTo>
                  <a:close/>
                  <a:moveTo>
                    <a:pt x="25" y="34"/>
                  </a:moveTo>
                  <a:cubicBezTo>
                    <a:pt x="52" y="33"/>
                    <a:pt x="52" y="33"/>
                    <a:pt x="52" y="33"/>
                  </a:cubicBezTo>
                  <a:cubicBezTo>
                    <a:pt x="53" y="35"/>
                    <a:pt x="53" y="36"/>
                    <a:pt x="53" y="38"/>
                  </a:cubicBezTo>
                  <a:cubicBezTo>
                    <a:pt x="53" y="46"/>
                    <a:pt x="47" y="53"/>
                    <a:pt x="39" y="53"/>
                  </a:cubicBezTo>
                  <a:cubicBezTo>
                    <a:pt x="31" y="53"/>
                    <a:pt x="24" y="46"/>
                    <a:pt x="24" y="38"/>
                  </a:cubicBezTo>
                  <a:cubicBezTo>
                    <a:pt x="24" y="37"/>
                    <a:pt x="24" y="35"/>
                    <a:pt x="25" y="34"/>
                  </a:cubicBezTo>
                  <a:close/>
                  <a:moveTo>
                    <a:pt x="67" y="33"/>
                  </a:moveTo>
                  <a:cubicBezTo>
                    <a:pt x="67" y="52"/>
                    <a:pt x="67" y="52"/>
                    <a:pt x="67" y="52"/>
                  </a:cubicBezTo>
                  <a:cubicBezTo>
                    <a:pt x="67" y="62"/>
                    <a:pt x="67" y="62"/>
                    <a:pt x="67" y="62"/>
                  </a:cubicBezTo>
                  <a:cubicBezTo>
                    <a:pt x="67" y="65"/>
                    <a:pt x="65" y="67"/>
                    <a:pt x="63" y="67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2" y="67"/>
                    <a:pt x="10" y="65"/>
                    <a:pt x="10" y="62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7"/>
                    <a:pt x="17" y="38"/>
                  </a:cubicBezTo>
                  <a:cubicBezTo>
                    <a:pt x="17" y="50"/>
                    <a:pt x="27" y="60"/>
                    <a:pt x="39" y="60"/>
                  </a:cubicBezTo>
                  <a:cubicBezTo>
                    <a:pt x="51" y="60"/>
                    <a:pt x="60" y="50"/>
                    <a:pt x="60" y="38"/>
                  </a:cubicBezTo>
                  <a:cubicBezTo>
                    <a:pt x="60" y="36"/>
                    <a:pt x="60" y="35"/>
                    <a:pt x="60" y="33"/>
                  </a:cubicBezTo>
                  <a:cubicBezTo>
                    <a:pt x="67" y="33"/>
                    <a:pt x="67" y="33"/>
                    <a:pt x="67" y="33"/>
                  </a:cubicBezTo>
                  <a:close/>
                  <a:moveTo>
                    <a:pt x="67" y="17"/>
                  </a:moveTo>
                  <a:cubicBezTo>
                    <a:pt x="67" y="18"/>
                    <a:pt x="66" y="19"/>
                    <a:pt x="65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19"/>
                    <a:pt x="58" y="18"/>
                    <a:pt x="58" y="17"/>
                  </a:cubicBezTo>
                  <a:cubicBezTo>
                    <a:pt x="58" y="12"/>
                    <a:pt x="58" y="12"/>
                    <a:pt x="58" y="12"/>
                  </a:cubicBezTo>
                  <a:cubicBezTo>
                    <a:pt x="58" y="10"/>
                    <a:pt x="59" y="9"/>
                    <a:pt x="60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6" y="9"/>
                    <a:pt x="67" y="10"/>
                    <a:pt x="67" y="12"/>
                  </a:cubicBezTo>
                  <a:lnTo>
                    <a:pt x="67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9" name="Freeform 131"/>
            <p:cNvSpPr>
              <a:spLocks noEditPoints="1"/>
            </p:cNvSpPr>
            <p:nvPr/>
          </p:nvSpPr>
          <p:spPr bwMode="auto">
            <a:xfrm>
              <a:off x="2986" y="1284"/>
              <a:ext cx="97" cy="72"/>
            </a:xfrm>
            <a:custGeom>
              <a:avLst/>
              <a:gdLst>
                <a:gd name="T0" fmla="*/ 76 w 79"/>
                <a:gd name="T1" fmla="*/ 3 h 59"/>
                <a:gd name="T2" fmla="*/ 40 w 79"/>
                <a:gd name="T3" fmla="*/ 0 h 59"/>
                <a:gd name="T4" fmla="*/ 4 w 79"/>
                <a:gd name="T5" fmla="*/ 3 h 59"/>
                <a:gd name="T6" fmla="*/ 0 w 79"/>
                <a:gd name="T7" fmla="*/ 30 h 59"/>
                <a:gd name="T8" fmla="*/ 4 w 79"/>
                <a:gd name="T9" fmla="*/ 57 h 59"/>
                <a:gd name="T10" fmla="*/ 40 w 79"/>
                <a:gd name="T11" fmla="*/ 59 h 59"/>
                <a:gd name="T12" fmla="*/ 76 w 79"/>
                <a:gd name="T13" fmla="*/ 57 h 59"/>
                <a:gd name="T14" fmla="*/ 79 w 79"/>
                <a:gd name="T15" fmla="*/ 30 h 59"/>
                <a:gd name="T16" fmla="*/ 76 w 79"/>
                <a:gd name="T17" fmla="*/ 3 h 59"/>
                <a:gd name="T18" fmla="*/ 30 w 79"/>
                <a:gd name="T19" fmla="*/ 45 h 59"/>
                <a:gd name="T20" fmla="*/ 30 w 79"/>
                <a:gd name="T21" fmla="*/ 15 h 59"/>
                <a:gd name="T22" fmla="*/ 55 w 79"/>
                <a:gd name="T23" fmla="*/ 30 h 59"/>
                <a:gd name="T24" fmla="*/ 30 w 79"/>
                <a:gd name="T25" fmla="*/ 4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" h="59">
                  <a:moveTo>
                    <a:pt x="76" y="3"/>
                  </a:moveTo>
                  <a:cubicBezTo>
                    <a:pt x="65" y="1"/>
                    <a:pt x="53" y="0"/>
                    <a:pt x="40" y="0"/>
                  </a:cubicBezTo>
                  <a:cubicBezTo>
                    <a:pt x="27" y="0"/>
                    <a:pt x="15" y="1"/>
                    <a:pt x="4" y="3"/>
                  </a:cubicBezTo>
                  <a:cubicBezTo>
                    <a:pt x="2" y="11"/>
                    <a:pt x="0" y="20"/>
                    <a:pt x="0" y="30"/>
                  </a:cubicBezTo>
                  <a:cubicBezTo>
                    <a:pt x="0" y="39"/>
                    <a:pt x="2" y="49"/>
                    <a:pt x="4" y="57"/>
                  </a:cubicBezTo>
                  <a:cubicBezTo>
                    <a:pt x="15" y="59"/>
                    <a:pt x="27" y="59"/>
                    <a:pt x="40" y="59"/>
                  </a:cubicBezTo>
                  <a:cubicBezTo>
                    <a:pt x="53" y="59"/>
                    <a:pt x="65" y="59"/>
                    <a:pt x="76" y="57"/>
                  </a:cubicBezTo>
                  <a:cubicBezTo>
                    <a:pt x="78" y="49"/>
                    <a:pt x="79" y="39"/>
                    <a:pt x="79" y="30"/>
                  </a:cubicBezTo>
                  <a:cubicBezTo>
                    <a:pt x="79" y="20"/>
                    <a:pt x="78" y="11"/>
                    <a:pt x="76" y="3"/>
                  </a:cubicBezTo>
                  <a:close/>
                  <a:moveTo>
                    <a:pt x="30" y="45"/>
                  </a:moveTo>
                  <a:cubicBezTo>
                    <a:pt x="30" y="15"/>
                    <a:pt x="30" y="15"/>
                    <a:pt x="30" y="15"/>
                  </a:cubicBezTo>
                  <a:cubicBezTo>
                    <a:pt x="55" y="30"/>
                    <a:pt x="55" y="30"/>
                    <a:pt x="55" y="30"/>
                  </a:cubicBezTo>
                  <a:lnTo>
                    <a:pt x="30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0" name="Freeform 132"/>
            <p:cNvSpPr>
              <a:spLocks/>
            </p:cNvSpPr>
            <p:nvPr/>
          </p:nvSpPr>
          <p:spPr bwMode="auto">
            <a:xfrm>
              <a:off x="2763" y="1127"/>
              <a:ext cx="95" cy="76"/>
            </a:xfrm>
            <a:custGeom>
              <a:avLst/>
              <a:gdLst>
                <a:gd name="T0" fmla="*/ 77 w 77"/>
                <a:gd name="T1" fmla="*/ 7 h 62"/>
                <a:gd name="T2" fmla="*/ 68 w 77"/>
                <a:gd name="T3" fmla="*/ 9 h 62"/>
                <a:gd name="T4" fmla="*/ 75 w 77"/>
                <a:gd name="T5" fmla="*/ 1 h 62"/>
                <a:gd name="T6" fmla="*/ 65 w 77"/>
                <a:gd name="T7" fmla="*/ 4 h 62"/>
                <a:gd name="T8" fmla="*/ 53 w 77"/>
                <a:gd name="T9" fmla="*/ 0 h 62"/>
                <a:gd name="T10" fmla="*/ 38 w 77"/>
                <a:gd name="T11" fmla="*/ 15 h 62"/>
                <a:gd name="T12" fmla="*/ 38 w 77"/>
                <a:gd name="T13" fmla="*/ 19 h 62"/>
                <a:gd name="T14" fmla="*/ 6 w 77"/>
                <a:gd name="T15" fmla="*/ 2 h 62"/>
                <a:gd name="T16" fmla="*/ 3 w 77"/>
                <a:gd name="T17" fmla="*/ 10 h 62"/>
                <a:gd name="T18" fmla="*/ 10 w 77"/>
                <a:gd name="T19" fmla="*/ 23 h 62"/>
                <a:gd name="T20" fmla="*/ 3 w 77"/>
                <a:gd name="T21" fmla="*/ 21 h 62"/>
                <a:gd name="T22" fmla="*/ 3 w 77"/>
                <a:gd name="T23" fmla="*/ 22 h 62"/>
                <a:gd name="T24" fmla="*/ 16 w 77"/>
                <a:gd name="T25" fmla="*/ 37 h 62"/>
                <a:gd name="T26" fmla="*/ 12 w 77"/>
                <a:gd name="T27" fmla="*/ 38 h 62"/>
                <a:gd name="T28" fmla="*/ 9 w 77"/>
                <a:gd name="T29" fmla="*/ 37 h 62"/>
                <a:gd name="T30" fmla="*/ 24 w 77"/>
                <a:gd name="T31" fmla="*/ 48 h 62"/>
                <a:gd name="T32" fmla="*/ 4 w 77"/>
                <a:gd name="T33" fmla="*/ 55 h 62"/>
                <a:gd name="T34" fmla="*/ 0 w 77"/>
                <a:gd name="T35" fmla="*/ 55 h 62"/>
                <a:gd name="T36" fmla="*/ 24 w 77"/>
                <a:gd name="T37" fmla="*/ 62 h 62"/>
                <a:gd name="T38" fmla="*/ 69 w 77"/>
                <a:gd name="T39" fmla="*/ 17 h 62"/>
                <a:gd name="T40" fmla="*/ 69 w 77"/>
                <a:gd name="T41" fmla="*/ 15 h 62"/>
                <a:gd name="T42" fmla="*/ 77 w 77"/>
                <a:gd name="T43" fmla="*/ 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7" h="62">
                  <a:moveTo>
                    <a:pt x="77" y="7"/>
                  </a:moveTo>
                  <a:cubicBezTo>
                    <a:pt x="74" y="8"/>
                    <a:pt x="71" y="9"/>
                    <a:pt x="68" y="9"/>
                  </a:cubicBezTo>
                  <a:cubicBezTo>
                    <a:pt x="71" y="7"/>
                    <a:pt x="74" y="4"/>
                    <a:pt x="75" y="1"/>
                  </a:cubicBezTo>
                  <a:cubicBezTo>
                    <a:pt x="72" y="2"/>
                    <a:pt x="68" y="4"/>
                    <a:pt x="65" y="4"/>
                  </a:cubicBezTo>
                  <a:cubicBezTo>
                    <a:pt x="62" y="1"/>
                    <a:pt x="58" y="0"/>
                    <a:pt x="53" y="0"/>
                  </a:cubicBezTo>
                  <a:cubicBezTo>
                    <a:pt x="45" y="0"/>
                    <a:pt x="38" y="7"/>
                    <a:pt x="38" y="15"/>
                  </a:cubicBezTo>
                  <a:cubicBezTo>
                    <a:pt x="38" y="17"/>
                    <a:pt x="38" y="18"/>
                    <a:pt x="38" y="19"/>
                  </a:cubicBezTo>
                  <a:cubicBezTo>
                    <a:pt x="25" y="18"/>
                    <a:pt x="13" y="12"/>
                    <a:pt x="6" y="2"/>
                  </a:cubicBezTo>
                  <a:cubicBezTo>
                    <a:pt x="4" y="5"/>
                    <a:pt x="3" y="7"/>
                    <a:pt x="3" y="10"/>
                  </a:cubicBezTo>
                  <a:cubicBezTo>
                    <a:pt x="3" y="16"/>
                    <a:pt x="6" y="21"/>
                    <a:pt x="10" y="23"/>
                  </a:cubicBezTo>
                  <a:cubicBezTo>
                    <a:pt x="8" y="23"/>
                    <a:pt x="5" y="23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9"/>
                    <a:pt x="9" y="36"/>
                    <a:pt x="16" y="37"/>
                  </a:cubicBezTo>
                  <a:cubicBezTo>
                    <a:pt x="15" y="37"/>
                    <a:pt x="13" y="38"/>
                    <a:pt x="12" y="38"/>
                  </a:cubicBezTo>
                  <a:cubicBezTo>
                    <a:pt x="11" y="38"/>
                    <a:pt x="10" y="38"/>
                    <a:pt x="9" y="37"/>
                  </a:cubicBezTo>
                  <a:cubicBezTo>
                    <a:pt x="11" y="44"/>
                    <a:pt x="17" y="48"/>
                    <a:pt x="24" y="48"/>
                  </a:cubicBezTo>
                  <a:cubicBezTo>
                    <a:pt x="18" y="53"/>
                    <a:pt x="11" y="55"/>
                    <a:pt x="4" y="55"/>
                  </a:cubicBezTo>
                  <a:cubicBezTo>
                    <a:pt x="3" y="55"/>
                    <a:pt x="1" y="55"/>
                    <a:pt x="0" y="55"/>
                  </a:cubicBezTo>
                  <a:cubicBezTo>
                    <a:pt x="7" y="59"/>
                    <a:pt x="15" y="62"/>
                    <a:pt x="24" y="62"/>
                  </a:cubicBezTo>
                  <a:cubicBezTo>
                    <a:pt x="53" y="62"/>
                    <a:pt x="69" y="38"/>
                    <a:pt x="69" y="17"/>
                  </a:cubicBezTo>
                  <a:cubicBezTo>
                    <a:pt x="69" y="16"/>
                    <a:pt x="69" y="16"/>
                    <a:pt x="69" y="15"/>
                  </a:cubicBezTo>
                  <a:cubicBezTo>
                    <a:pt x="72" y="13"/>
                    <a:pt x="75" y="10"/>
                    <a:pt x="7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1" name="Freeform 133"/>
            <p:cNvSpPr>
              <a:spLocks noEditPoints="1"/>
            </p:cNvSpPr>
            <p:nvPr/>
          </p:nvSpPr>
          <p:spPr bwMode="auto">
            <a:xfrm>
              <a:off x="2887" y="1660"/>
              <a:ext cx="84" cy="82"/>
            </a:xfrm>
            <a:custGeom>
              <a:avLst/>
              <a:gdLst>
                <a:gd name="T0" fmla="*/ 34 w 68"/>
                <a:gd name="T1" fmla="*/ 0 h 67"/>
                <a:gd name="T2" fmla="*/ 0 w 68"/>
                <a:gd name="T3" fmla="*/ 34 h 67"/>
                <a:gd name="T4" fmla="*/ 34 w 68"/>
                <a:gd name="T5" fmla="*/ 67 h 67"/>
                <a:gd name="T6" fmla="*/ 68 w 68"/>
                <a:gd name="T7" fmla="*/ 34 h 67"/>
                <a:gd name="T8" fmla="*/ 34 w 68"/>
                <a:gd name="T9" fmla="*/ 0 h 67"/>
                <a:gd name="T10" fmla="*/ 34 w 68"/>
                <a:gd name="T11" fmla="*/ 61 h 67"/>
                <a:gd name="T12" fmla="*/ 7 w 68"/>
                <a:gd name="T13" fmla="*/ 34 h 67"/>
                <a:gd name="T14" fmla="*/ 34 w 68"/>
                <a:gd name="T15" fmla="*/ 6 h 67"/>
                <a:gd name="T16" fmla="*/ 62 w 68"/>
                <a:gd name="T17" fmla="*/ 34 h 67"/>
                <a:gd name="T18" fmla="*/ 34 w 68"/>
                <a:gd name="T19" fmla="*/ 61 h 67"/>
                <a:gd name="T20" fmla="*/ 21 w 68"/>
                <a:gd name="T21" fmla="*/ 21 h 67"/>
                <a:gd name="T22" fmla="*/ 47 w 68"/>
                <a:gd name="T23" fmla="*/ 21 h 67"/>
                <a:gd name="T24" fmla="*/ 47 w 68"/>
                <a:gd name="T25" fmla="*/ 46 h 67"/>
                <a:gd name="T26" fmla="*/ 21 w 68"/>
                <a:gd name="T27" fmla="*/ 46 h 67"/>
                <a:gd name="T28" fmla="*/ 21 w 68"/>
                <a:gd name="T29" fmla="*/ 2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67">
                  <a:moveTo>
                    <a:pt x="34" y="0"/>
                  </a:moveTo>
                  <a:cubicBezTo>
                    <a:pt x="15" y="0"/>
                    <a:pt x="0" y="15"/>
                    <a:pt x="0" y="34"/>
                  </a:cubicBezTo>
                  <a:cubicBezTo>
                    <a:pt x="0" y="52"/>
                    <a:pt x="15" y="67"/>
                    <a:pt x="34" y="67"/>
                  </a:cubicBezTo>
                  <a:cubicBezTo>
                    <a:pt x="53" y="67"/>
                    <a:pt x="68" y="52"/>
                    <a:pt x="68" y="34"/>
                  </a:cubicBezTo>
                  <a:cubicBezTo>
                    <a:pt x="68" y="15"/>
                    <a:pt x="53" y="0"/>
                    <a:pt x="34" y="0"/>
                  </a:cubicBezTo>
                  <a:close/>
                  <a:moveTo>
                    <a:pt x="34" y="61"/>
                  </a:moveTo>
                  <a:cubicBezTo>
                    <a:pt x="19" y="61"/>
                    <a:pt x="7" y="49"/>
                    <a:pt x="7" y="34"/>
                  </a:cubicBezTo>
                  <a:cubicBezTo>
                    <a:pt x="7" y="18"/>
                    <a:pt x="19" y="6"/>
                    <a:pt x="34" y="6"/>
                  </a:cubicBezTo>
                  <a:cubicBezTo>
                    <a:pt x="49" y="6"/>
                    <a:pt x="62" y="18"/>
                    <a:pt x="62" y="34"/>
                  </a:cubicBezTo>
                  <a:cubicBezTo>
                    <a:pt x="62" y="49"/>
                    <a:pt x="49" y="61"/>
                    <a:pt x="34" y="61"/>
                  </a:cubicBezTo>
                  <a:close/>
                  <a:moveTo>
                    <a:pt x="21" y="21"/>
                  </a:moveTo>
                  <a:cubicBezTo>
                    <a:pt x="47" y="21"/>
                    <a:pt x="47" y="21"/>
                    <a:pt x="47" y="21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21" y="46"/>
                    <a:pt x="21" y="46"/>
                    <a:pt x="21" y="46"/>
                  </a:cubicBezTo>
                  <a:lnTo>
                    <a:pt x="21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2" name="Freeform 134"/>
            <p:cNvSpPr>
              <a:spLocks noEditPoints="1"/>
            </p:cNvSpPr>
            <p:nvPr/>
          </p:nvSpPr>
          <p:spPr bwMode="auto">
            <a:xfrm>
              <a:off x="2853" y="1420"/>
              <a:ext cx="95" cy="95"/>
            </a:xfrm>
            <a:custGeom>
              <a:avLst/>
              <a:gdLst>
                <a:gd name="T0" fmla="*/ 38 w 77"/>
                <a:gd name="T1" fmla="*/ 0 h 77"/>
                <a:gd name="T2" fmla="*/ 0 w 77"/>
                <a:gd name="T3" fmla="*/ 39 h 77"/>
                <a:gd name="T4" fmla="*/ 38 w 77"/>
                <a:gd name="T5" fmla="*/ 77 h 77"/>
                <a:gd name="T6" fmla="*/ 77 w 77"/>
                <a:gd name="T7" fmla="*/ 39 h 77"/>
                <a:gd name="T8" fmla="*/ 38 w 77"/>
                <a:gd name="T9" fmla="*/ 0 h 77"/>
                <a:gd name="T10" fmla="*/ 24 w 77"/>
                <a:gd name="T11" fmla="*/ 39 h 77"/>
                <a:gd name="T12" fmla="*/ 38 w 77"/>
                <a:gd name="T13" fmla="*/ 24 h 77"/>
                <a:gd name="T14" fmla="*/ 53 w 77"/>
                <a:gd name="T15" fmla="*/ 39 h 77"/>
                <a:gd name="T16" fmla="*/ 38 w 77"/>
                <a:gd name="T17" fmla="*/ 53 h 77"/>
                <a:gd name="T18" fmla="*/ 24 w 77"/>
                <a:gd name="T19" fmla="*/ 39 h 77"/>
                <a:gd name="T20" fmla="*/ 70 w 77"/>
                <a:gd name="T21" fmla="*/ 52 h 77"/>
                <a:gd name="T22" fmla="*/ 70 w 77"/>
                <a:gd name="T23" fmla="*/ 52 h 77"/>
                <a:gd name="T24" fmla="*/ 56 w 77"/>
                <a:gd name="T25" fmla="*/ 46 h 77"/>
                <a:gd name="T26" fmla="*/ 58 w 77"/>
                <a:gd name="T27" fmla="*/ 39 h 77"/>
                <a:gd name="T28" fmla="*/ 56 w 77"/>
                <a:gd name="T29" fmla="*/ 31 h 77"/>
                <a:gd name="T30" fmla="*/ 66 w 77"/>
                <a:gd name="T31" fmla="*/ 27 h 77"/>
                <a:gd name="T32" fmla="*/ 70 w 77"/>
                <a:gd name="T33" fmla="*/ 26 h 77"/>
                <a:gd name="T34" fmla="*/ 72 w 77"/>
                <a:gd name="T35" fmla="*/ 39 h 77"/>
                <a:gd name="T36" fmla="*/ 70 w 77"/>
                <a:gd name="T37" fmla="*/ 52 h 77"/>
                <a:gd name="T38" fmla="*/ 51 w 77"/>
                <a:gd name="T39" fmla="*/ 7 h 77"/>
                <a:gd name="T40" fmla="*/ 51 w 77"/>
                <a:gd name="T41" fmla="*/ 7 h 77"/>
                <a:gd name="T42" fmla="*/ 51 w 77"/>
                <a:gd name="T43" fmla="*/ 7 h 77"/>
                <a:gd name="T44" fmla="*/ 46 w 77"/>
                <a:gd name="T45" fmla="*/ 21 h 77"/>
                <a:gd name="T46" fmla="*/ 38 w 77"/>
                <a:gd name="T47" fmla="*/ 19 h 77"/>
                <a:gd name="T48" fmla="*/ 31 w 77"/>
                <a:gd name="T49" fmla="*/ 21 h 77"/>
                <a:gd name="T50" fmla="*/ 28 w 77"/>
                <a:gd name="T51" fmla="*/ 14 h 77"/>
                <a:gd name="T52" fmla="*/ 25 w 77"/>
                <a:gd name="T53" fmla="*/ 7 h 77"/>
                <a:gd name="T54" fmla="*/ 38 w 77"/>
                <a:gd name="T55" fmla="*/ 5 h 77"/>
                <a:gd name="T56" fmla="*/ 51 w 77"/>
                <a:gd name="T57" fmla="*/ 7 h 77"/>
                <a:gd name="T58" fmla="*/ 7 w 77"/>
                <a:gd name="T59" fmla="*/ 26 h 77"/>
                <a:gd name="T60" fmla="*/ 14 w 77"/>
                <a:gd name="T61" fmla="*/ 28 h 77"/>
                <a:gd name="T62" fmla="*/ 20 w 77"/>
                <a:gd name="T63" fmla="*/ 31 h 77"/>
                <a:gd name="T64" fmla="*/ 19 w 77"/>
                <a:gd name="T65" fmla="*/ 39 h 77"/>
                <a:gd name="T66" fmla="*/ 20 w 77"/>
                <a:gd name="T67" fmla="*/ 46 h 77"/>
                <a:gd name="T68" fmla="*/ 7 w 77"/>
                <a:gd name="T69" fmla="*/ 52 h 77"/>
                <a:gd name="T70" fmla="*/ 4 w 77"/>
                <a:gd name="T71" fmla="*/ 39 h 77"/>
                <a:gd name="T72" fmla="*/ 7 w 77"/>
                <a:gd name="T73" fmla="*/ 26 h 77"/>
                <a:gd name="T74" fmla="*/ 25 w 77"/>
                <a:gd name="T75" fmla="*/ 70 h 77"/>
                <a:gd name="T76" fmla="*/ 27 w 77"/>
                <a:gd name="T77" fmla="*/ 66 h 77"/>
                <a:gd name="T78" fmla="*/ 31 w 77"/>
                <a:gd name="T79" fmla="*/ 56 h 77"/>
                <a:gd name="T80" fmla="*/ 38 w 77"/>
                <a:gd name="T81" fmla="*/ 58 h 77"/>
                <a:gd name="T82" fmla="*/ 46 w 77"/>
                <a:gd name="T83" fmla="*/ 56 h 77"/>
                <a:gd name="T84" fmla="*/ 51 w 77"/>
                <a:gd name="T85" fmla="*/ 70 h 77"/>
                <a:gd name="T86" fmla="*/ 51 w 77"/>
                <a:gd name="T87" fmla="*/ 70 h 77"/>
                <a:gd name="T88" fmla="*/ 51 w 77"/>
                <a:gd name="T89" fmla="*/ 70 h 77"/>
                <a:gd name="T90" fmla="*/ 38 w 77"/>
                <a:gd name="T91" fmla="*/ 73 h 77"/>
                <a:gd name="T92" fmla="*/ 25 w 77"/>
                <a:gd name="T93" fmla="*/ 7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7" h="77">
                  <a:moveTo>
                    <a:pt x="38" y="0"/>
                  </a:moveTo>
                  <a:cubicBezTo>
                    <a:pt x="17" y="0"/>
                    <a:pt x="0" y="17"/>
                    <a:pt x="0" y="39"/>
                  </a:cubicBezTo>
                  <a:cubicBezTo>
                    <a:pt x="0" y="60"/>
                    <a:pt x="17" y="77"/>
                    <a:pt x="38" y="77"/>
                  </a:cubicBezTo>
                  <a:cubicBezTo>
                    <a:pt x="60" y="77"/>
                    <a:pt x="77" y="60"/>
                    <a:pt x="77" y="39"/>
                  </a:cubicBezTo>
                  <a:cubicBezTo>
                    <a:pt x="77" y="17"/>
                    <a:pt x="60" y="0"/>
                    <a:pt x="38" y="0"/>
                  </a:cubicBezTo>
                  <a:close/>
                  <a:moveTo>
                    <a:pt x="24" y="39"/>
                  </a:moveTo>
                  <a:cubicBezTo>
                    <a:pt x="24" y="30"/>
                    <a:pt x="30" y="24"/>
                    <a:pt x="38" y="24"/>
                  </a:cubicBezTo>
                  <a:cubicBezTo>
                    <a:pt x="46" y="24"/>
                    <a:pt x="53" y="30"/>
                    <a:pt x="53" y="39"/>
                  </a:cubicBezTo>
                  <a:cubicBezTo>
                    <a:pt x="53" y="47"/>
                    <a:pt x="46" y="53"/>
                    <a:pt x="38" y="53"/>
                  </a:cubicBezTo>
                  <a:cubicBezTo>
                    <a:pt x="30" y="53"/>
                    <a:pt x="24" y="47"/>
                    <a:pt x="24" y="39"/>
                  </a:cubicBezTo>
                  <a:close/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7" y="44"/>
                    <a:pt x="58" y="41"/>
                    <a:pt x="58" y="39"/>
                  </a:cubicBezTo>
                  <a:cubicBezTo>
                    <a:pt x="58" y="36"/>
                    <a:pt x="57" y="33"/>
                    <a:pt x="56" y="31"/>
                  </a:cubicBezTo>
                  <a:cubicBezTo>
                    <a:pt x="66" y="27"/>
                    <a:pt x="66" y="27"/>
                    <a:pt x="66" y="27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1" y="30"/>
                    <a:pt x="72" y="34"/>
                    <a:pt x="72" y="39"/>
                  </a:cubicBezTo>
                  <a:cubicBezTo>
                    <a:pt x="72" y="43"/>
                    <a:pt x="71" y="48"/>
                    <a:pt x="70" y="52"/>
                  </a:cubicBezTo>
                  <a:close/>
                  <a:moveTo>
                    <a:pt x="51" y="7"/>
                  </a:move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3" y="20"/>
                    <a:pt x="41" y="19"/>
                    <a:pt x="38" y="19"/>
                  </a:cubicBezTo>
                  <a:cubicBezTo>
                    <a:pt x="36" y="19"/>
                    <a:pt x="33" y="20"/>
                    <a:pt x="31" y="21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9" y="5"/>
                    <a:pt x="34" y="5"/>
                    <a:pt x="38" y="5"/>
                  </a:cubicBezTo>
                  <a:cubicBezTo>
                    <a:pt x="43" y="5"/>
                    <a:pt x="47" y="5"/>
                    <a:pt x="51" y="7"/>
                  </a:cubicBezTo>
                  <a:close/>
                  <a:moveTo>
                    <a:pt x="7" y="26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9" y="33"/>
                    <a:pt x="19" y="36"/>
                    <a:pt x="19" y="39"/>
                  </a:cubicBezTo>
                  <a:cubicBezTo>
                    <a:pt x="19" y="41"/>
                    <a:pt x="19" y="44"/>
                    <a:pt x="20" y="46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5" y="48"/>
                    <a:pt x="4" y="43"/>
                    <a:pt x="4" y="39"/>
                  </a:cubicBezTo>
                  <a:cubicBezTo>
                    <a:pt x="4" y="34"/>
                    <a:pt x="5" y="30"/>
                    <a:pt x="7" y="26"/>
                  </a:cubicBezTo>
                  <a:close/>
                  <a:moveTo>
                    <a:pt x="25" y="70"/>
                  </a:moveTo>
                  <a:cubicBezTo>
                    <a:pt x="27" y="66"/>
                    <a:pt x="27" y="66"/>
                    <a:pt x="27" y="66"/>
                  </a:cubicBezTo>
                  <a:cubicBezTo>
                    <a:pt x="31" y="56"/>
                    <a:pt x="31" y="56"/>
                    <a:pt x="31" y="56"/>
                  </a:cubicBezTo>
                  <a:cubicBezTo>
                    <a:pt x="33" y="57"/>
                    <a:pt x="36" y="58"/>
                    <a:pt x="38" y="58"/>
                  </a:cubicBezTo>
                  <a:cubicBezTo>
                    <a:pt x="41" y="58"/>
                    <a:pt x="43" y="57"/>
                    <a:pt x="46" y="56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47" y="72"/>
                    <a:pt x="43" y="73"/>
                    <a:pt x="38" y="73"/>
                  </a:cubicBezTo>
                  <a:cubicBezTo>
                    <a:pt x="34" y="73"/>
                    <a:pt x="29" y="72"/>
                    <a:pt x="2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3" name="Freeform 135"/>
            <p:cNvSpPr>
              <a:spLocks noEditPoints="1"/>
            </p:cNvSpPr>
            <p:nvPr/>
          </p:nvSpPr>
          <p:spPr bwMode="auto">
            <a:xfrm>
              <a:off x="2742" y="1872"/>
              <a:ext cx="111" cy="63"/>
            </a:xfrm>
            <a:custGeom>
              <a:avLst/>
              <a:gdLst>
                <a:gd name="T0" fmla="*/ 83 w 90"/>
                <a:gd name="T1" fmla="*/ 47 h 51"/>
                <a:gd name="T2" fmla="*/ 85 w 90"/>
                <a:gd name="T3" fmla="*/ 37 h 51"/>
                <a:gd name="T4" fmla="*/ 87 w 90"/>
                <a:gd name="T5" fmla="*/ 27 h 51"/>
                <a:gd name="T6" fmla="*/ 89 w 90"/>
                <a:gd name="T7" fmla="*/ 17 h 51"/>
                <a:gd name="T8" fmla="*/ 86 w 90"/>
                <a:gd name="T9" fmla="*/ 11 h 51"/>
                <a:gd name="T10" fmla="*/ 64 w 90"/>
                <a:gd name="T11" fmla="*/ 1 h 51"/>
                <a:gd name="T12" fmla="*/ 57 w 90"/>
                <a:gd name="T13" fmla="*/ 4 h 51"/>
                <a:gd name="T14" fmla="*/ 52 w 90"/>
                <a:gd name="T15" fmla="*/ 13 h 51"/>
                <a:gd name="T16" fmla="*/ 51 w 90"/>
                <a:gd name="T17" fmla="*/ 14 h 51"/>
                <a:gd name="T18" fmla="*/ 15 w 90"/>
                <a:gd name="T19" fmla="*/ 7 h 51"/>
                <a:gd name="T20" fmla="*/ 0 w 90"/>
                <a:gd name="T21" fmla="*/ 14 h 51"/>
                <a:gd name="T22" fmla="*/ 8 w 90"/>
                <a:gd name="T23" fmla="*/ 26 h 51"/>
                <a:gd name="T24" fmla="*/ 12 w 90"/>
                <a:gd name="T25" fmla="*/ 23 h 51"/>
                <a:gd name="T26" fmla="*/ 17 w 90"/>
                <a:gd name="T27" fmla="*/ 31 h 51"/>
                <a:gd name="T28" fmla="*/ 25 w 90"/>
                <a:gd name="T29" fmla="*/ 26 h 51"/>
                <a:gd name="T30" fmla="*/ 30 w 90"/>
                <a:gd name="T31" fmla="*/ 33 h 51"/>
                <a:gd name="T32" fmla="*/ 38 w 90"/>
                <a:gd name="T33" fmla="*/ 28 h 51"/>
                <a:gd name="T34" fmla="*/ 43 w 90"/>
                <a:gd name="T35" fmla="*/ 36 h 51"/>
                <a:gd name="T36" fmla="*/ 47 w 90"/>
                <a:gd name="T37" fmla="*/ 33 h 51"/>
                <a:gd name="T38" fmla="*/ 47 w 90"/>
                <a:gd name="T39" fmla="*/ 35 h 51"/>
                <a:gd name="T40" fmla="*/ 48 w 90"/>
                <a:gd name="T41" fmla="*/ 46 h 51"/>
                <a:gd name="T42" fmla="*/ 54 w 90"/>
                <a:gd name="T43" fmla="*/ 51 h 51"/>
                <a:gd name="T44" fmla="*/ 78 w 90"/>
                <a:gd name="T45" fmla="*/ 51 h 51"/>
                <a:gd name="T46" fmla="*/ 83 w 90"/>
                <a:gd name="T47" fmla="*/ 47 h 51"/>
                <a:gd name="T48" fmla="*/ 17 w 90"/>
                <a:gd name="T49" fmla="*/ 16 h 51"/>
                <a:gd name="T50" fmla="*/ 18 w 90"/>
                <a:gd name="T51" fmla="*/ 12 h 51"/>
                <a:gd name="T52" fmla="*/ 49 w 90"/>
                <a:gd name="T53" fmla="*/ 18 h 51"/>
                <a:gd name="T54" fmla="*/ 48 w 90"/>
                <a:gd name="T55" fmla="*/ 23 h 51"/>
                <a:gd name="T56" fmla="*/ 17 w 90"/>
                <a:gd name="T57" fmla="*/ 16 h 51"/>
                <a:gd name="T58" fmla="*/ 73 w 90"/>
                <a:gd name="T59" fmla="*/ 46 h 51"/>
                <a:gd name="T60" fmla="*/ 69 w 90"/>
                <a:gd name="T61" fmla="*/ 45 h 51"/>
                <a:gd name="T62" fmla="*/ 67 w 90"/>
                <a:gd name="T63" fmla="*/ 42 h 51"/>
                <a:gd name="T64" fmla="*/ 73 w 90"/>
                <a:gd name="T65" fmla="*/ 15 h 51"/>
                <a:gd name="T66" fmla="*/ 75 w 90"/>
                <a:gd name="T67" fmla="*/ 13 h 51"/>
                <a:gd name="T68" fmla="*/ 80 w 90"/>
                <a:gd name="T69" fmla="*/ 14 h 51"/>
                <a:gd name="T70" fmla="*/ 82 w 90"/>
                <a:gd name="T71" fmla="*/ 17 h 51"/>
                <a:gd name="T72" fmla="*/ 76 w 90"/>
                <a:gd name="T73" fmla="*/ 44 h 51"/>
                <a:gd name="T74" fmla="*/ 73 w 90"/>
                <a:gd name="T75" fmla="*/ 4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0" h="51">
                  <a:moveTo>
                    <a:pt x="83" y="47"/>
                  </a:moveTo>
                  <a:cubicBezTo>
                    <a:pt x="85" y="37"/>
                    <a:pt x="85" y="37"/>
                    <a:pt x="85" y="37"/>
                  </a:cubicBezTo>
                  <a:cubicBezTo>
                    <a:pt x="86" y="34"/>
                    <a:pt x="87" y="30"/>
                    <a:pt x="87" y="27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90" y="15"/>
                    <a:pt x="88" y="12"/>
                    <a:pt x="86" y="11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62" y="0"/>
                    <a:pt x="59" y="1"/>
                    <a:pt x="57" y="4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47" y="34"/>
                    <a:pt x="47" y="34"/>
                    <a:pt x="47" y="35"/>
                  </a:cubicBezTo>
                  <a:cubicBezTo>
                    <a:pt x="48" y="46"/>
                    <a:pt x="48" y="46"/>
                    <a:pt x="48" y="46"/>
                  </a:cubicBezTo>
                  <a:cubicBezTo>
                    <a:pt x="49" y="49"/>
                    <a:pt x="51" y="51"/>
                    <a:pt x="54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80" y="51"/>
                    <a:pt x="83" y="49"/>
                    <a:pt x="83" y="47"/>
                  </a:cubicBezTo>
                  <a:close/>
                  <a:moveTo>
                    <a:pt x="17" y="16"/>
                  </a:moveTo>
                  <a:cubicBezTo>
                    <a:pt x="18" y="12"/>
                    <a:pt x="18" y="12"/>
                    <a:pt x="18" y="1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48" y="23"/>
                    <a:pt x="48" y="23"/>
                    <a:pt x="48" y="23"/>
                  </a:cubicBezTo>
                  <a:lnTo>
                    <a:pt x="17" y="16"/>
                  </a:lnTo>
                  <a:close/>
                  <a:moveTo>
                    <a:pt x="73" y="46"/>
                  </a:moveTo>
                  <a:cubicBezTo>
                    <a:pt x="69" y="45"/>
                    <a:pt x="69" y="45"/>
                    <a:pt x="69" y="45"/>
                  </a:cubicBezTo>
                  <a:cubicBezTo>
                    <a:pt x="67" y="45"/>
                    <a:pt x="67" y="43"/>
                    <a:pt x="67" y="42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3" y="14"/>
                    <a:pt x="74" y="13"/>
                    <a:pt x="75" y="13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4"/>
                    <a:pt x="82" y="16"/>
                    <a:pt x="82" y="17"/>
                  </a:cubicBezTo>
                  <a:cubicBezTo>
                    <a:pt x="76" y="44"/>
                    <a:pt x="76" y="44"/>
                    <a:pt x="76" y="44"/>
                  </a:cubicBezTo>
                  <a:cubicBezTo>
                    <a:pt x="76" y="45"/>
                    <a:pt x="74" y="46"/>
                    <a:pt x="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4" name="Freeform 136"/>
            <p:cNvSpPr>
              <a:spLocks noEditPoints="1"/>
            </p:cNvSpPr>
            <p:nvPr/>
          </p:nvSpPr>
          <p:spPr bwMode="auto">
            <a:xfrm>
              <a:off x="3026" y="942"/>
              <a:ext cx="80" cy="79"/>
            </a:xfrm>
            <a:custGeom>
              <a:avLst/>
              <a:gdLst>
                <a:gd name="T0" fmla="*/ 0 w 65"/>
                <a:gd name="T1" fmla="*/ 32 h 64"/>
                <a:gd name="T2" fmla="*/ 65 w 65"/>
                <a:gd name="T3" fmla="*/ 32 h 64"/>
                <a:gd name="T4" fmla="*/ 51 w 65"/>
                <a:gd name="T5" fmla="*/ 42 h 64"/>
                <a:gd name="T6" fmla="*/ 60 w 65"/>
                <a:gd name="T7" fmla="*/ 34 h 64"/>
                <a:gd name="T8" fmla="*/ 51 w 65"/>
                <a:gd name="T9" fmla="*/ 42 h 64"/>
                <a:gd name="T10" fmla="*/ 13 w 65"/>
                <a:gd name="T11" fmla="*/ 29 h 64"/>
                <a:gd name="T12" fmla="*/ 7 w 65"/>
                <a:gd name="T13" fmla="*/ 21 h 64"/>
                <a:gd name="T14" fmla="*/ 46 w 65"/>
                <a:gd name="T15" fmla="*/ 21 h 64"/>
                <a:gd name="T16" fmla="*/ 35 w 65"/>
                <a:gd name="T17" fmla="*/ 29 h 64"/>
                <a:gd name="T18" fmla="*/ 46 w 65"/>
                <a:gd name="T19" fmla="*/ 21 h 64"/>
                <a:gd name="T20" fmla="*/ 35 w 65"/>
                <a:gd name="T21" fmla="*/ 4 h 64"/>
                <a:gd name="T22" fmla="*/ 42 w 65"/>
                <a:gd name="T23" fmla="*/ 11 h 64"/>
                <a:gd name="T24" fmla="*/ 35 w 65"/>
                <a:gd name="T25" fmla="*/ 17 h 64"/>
                <a:gd name="T26" fmla="*/ 27 w 65"/>
                <a:gd name="T27" fmla="*/ 6 h 64"/>
                <a:gd name="T28" fmla="*/ 30 w 65"/>
                <a:gd name="T29" fmla="*/ 17 h 64"/>
                <a:gd name="T30" fmla="*/ 23 w 65"/>
                <a:gd name="T31" fmla="*/ 11 h 64"/>
                <a:gd name="T32" fmla="*/ 30 w 65"/>
                <a:gd name="T33" fmla="*/ 29 h 64"/>
                <a:gd name="T34" fmla="*/ 19 w 65"/>
                <a:gd name="T35" fmla="*/ 21 h 64"/>
                <a:gd name="T36" fmla="*/ 7 w 65"/>
                <a:gd name="T37" fmla="*/ 42 h 64"/>
                <a:gd name="T38" fmla="*/ 13 w 65"/>
                <a:gd name="T39" fmla="*/ 34 h 64"/>
                <a:gd name="T40" fmla="*/ 7 w 65"/>
                <a:gd name="T41" fmla="*/ 42 h 64"/>
                <a:gd name="T42" fmla="*/ 30 w 65"/>
                <a:gd name="T43" fmla="*/ 34 h 64"/>
                <a:gd name="T44" fmla="*/ 19 w 65"/>
                <a:gd name="T45" fmla="*/ 42 h 64"/>
                <a:gd name="T46" fmla="*/ 30 w 65"/>
                <a:gd name="T47" fmla="*/ 47 h 64"/>
                <a:gd name="T48" fmla="*/ 27 w 65"/>
                <a:gd name="T49" fmla="*/ 58 h 64"/>
                <a:gd name="T50" fmla="*/ 20 w 65"/>
                <a:gd name="T51" fmla="*/ 47 h 64"/>
                <a:gd name="T52" fmla="*/ 42 w 65"/>
                <a:gd name="T53" fmla="*/ 52 h 64"/>
                <a:gd name="T54" fmla="*/ 35 w 65"/>
                <a:gd name="T55" fmla="*/ 59 h 64"/>
                <a:gd name="T56" fmla="*/ 45 w 65"/>
                <a:gd name="T57" fmla="*/ 47 h 64"/>
                <a:gd name="T58" fmla="*/ 35 w 65"/>
                <a:gd name="T59" fmla="*/ 42 h 64"/>
                <a:gd name="T60" fmla="*/ 47 w 65"/>
                <a:gd name="T61" fmla="*/ 34 h 64"/>
                <a:gd name="T62" fmla="*/ 35 w 65"/>
                <a:gd name="T63" fmla="*/ 42 h 64"/>
                <a:gd name="T64" fmla="*/ 51 w 65"/>
                <a:gd name="T65" fmla="*/ 21 h 64"/>
                <a:gd name="T66" fmla="*/ 60 w 65"/>
                <a:gd name="T67" fmla="*/ 29 h 64"/>
                <a:gd name="T68" fmla="*/ 56 w 65"/>
                <a:gd name="T69" fmla="*/ 17 h 64"/>
                <a:gd name="T70" fmla="*/ 44 w 65"/>
                <a:gd name="T71" fmla="*/ 6 h 64"/>
                <a:gd name="T72" fmla="*/ 56 w 65"/>
                <a:gd name="T73" fmla="*/ 17 h 64"/>
                <a:gd name="T74" fmla="*/ 20 w 65"/>
                <a:gd name="T75" fmla="*/ 6 h 64"/>
                <a:gd name="T76" fmla="*/ 9 w 65"/>
                <a:gd name="T77" fmla="*/ 17 h 64"/>
                <a:gd name="T78" fmla="*/ 9 w 65"/>
                <a:gd name="T79" fmla="*/ 47 h 64"/>
                <a:gd name="T80" fmla="*/ 20 w 65"/>
                <a:gd name="T81" fmla="*/ 57 h 64"/>
                <a:gd name="T82" fmla="*/ 9 w 65"/>
                <a:gd name="T83" fmla="*/ 47 h 64"/>
                <a:gd name="T84" fmla="*/ 44 w 65"/>
                <a:gd name="T85" fmla="*/ 57 h 64"/>
                <a:gd name="T86" fmla="*/ 56 w 65"/>
                <a:gd name="T87" fmla="*/ 4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5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49"/>
                    <a:pt x="15" y="64"/>
                    <a:pt x="32" y="64"/>
                  </a:cubicBezTo>
                  <a:cubicBezTo>
                    <a:pt x="50" y="64"/>
                    <a:pt x="65" y="49"/>
                    <a:pt x="65" y="32"/>
                  </a:cubicBezTo>
                  <a:cubicBezTo>
                    <a:pt x="65" y="14"/>
                    <a:pt x="50" y="0"/>
                    <a:pt x="32" y="0"/>
                  </a:cubicBezTo>
                  <a:close/>
                  <a:moveTo>
                    <a:pt x="51" y="42"/>
                  </a:moveTo>
                  <a:cubicBezTo>
                    <a:pt x="51" y="40"/>
                    <a:pt x="52" y="37"/>
                    <a:pt x="52" y="34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7"/>
                    <a:pt x="59" y="40"/>
                    <a:pt x="58" y="42"/>
                  </a:cubicBezTo>
                  <a:lnTo>
                    <a:pt x="51" y="42"/>
                  </a:lnTo>
                  <a:close/>
                  <a:moveTo>
                    <a:pt x="14" y="21"/>
                  </a:moveTo>
                  <a:cubicBezTo>
                    <a:pt x="14" y="24"/>
                    <a:pt x="13" y="26"/>
                    <a:pt x="13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6"/>
                    <a:pt x="6" y="24"/>
                    <a:pt x="7" y="21"/>
                  </a:cubicBezTo>
                  <a:lnTo>
                    <a:pt x="14" y="21"/>
                  </a:lnTo>
                  <a:close/>
                  <a:moveTo>
                    <a:pt x="46" y="21"/>
                  </a:moveTo>
                  <a:cubicBezTo>
                    <a:pt x="47" y="24"/>
                    <a:pt x="47" y="26"/>
                    <a:pt x="47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1"/>
                    <a:pt x="35" y="21"/>
                    <a:pt x="35" y="21"/>
                  </a:cubicBezTo>
                  <a:lnTo>
                    <a:pt x="46" y="21"/>
                  </a:lnTo>
                  <a:close/>
                  <a:moveTo>
                    <a:pt x="35" y="17"/>
                  </a:moveTo>
                  <a:cubicBezTo>
                    <a:pt x="35" y="4"/>
                    <a:pt x="35" y="4"/>
                    <a:pt x="35" y="4"/>
                  </a:cubicBezTo>
                  <a:cubicBezTo>
                    <a:pt x="36" y="4"/>
                    <a:pt x="37" y="5"/>
                    <a:pt x="38" y="6"/>
                  </a:cubicBezTo>
                  <a:cubicBezTo>
                    <a:pt x="39" y="7"/>
                    <a:pt x="41" y="9"/>
                    <a:pt x="42" y="11"/>
                  </a:cubicBezTo>
                  <a:cubicBezTo>
                    <a:pt x="43" y="13"/>
                    <a:pt x="44" y="15"/>
                    <a:pt x="45" y="17"/>
                  </a:cubicBezTo>
                  <a:cubicBezTo>
                    <a:pt x="35" y="17"/>
                    <a:pt x="35" y="17"/>
                    <a:pt x="35" y="17"/>
                  </a:cubicBezTo>
                  <a:close/>
                  <a:moveTo>
                    <a:pt x="23" y="11"/>
                  </a:moveTo>
                  <a:cubicBezTo>
                    <a:pt x="24" y="9"/>
                    <a:pt x="26" y="7"/>
                    <a:pt x="27" y="6"/>
                  </a:cubicBezTo>
                  <a:cubicBezTo>
                    <a:pt x="28" y="5"/>
                    <a:pt x="29" y="4"/>
                    <a:pt x="30" y="4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1" y="15"/>
                    <a:pt x="22" y="13"/>
                    <a:pt x="23" y="11"/>
                  </a:cubicBezTo>
                  <a:close/>
                  <a:moveTo>
                    <a:pt x="30" y="21"/>
                  </a:moveTo>
                  <a:cubicBezTo>
                    <a:pt x="30" y="29"/>
                    <a:pt x="30" y="29"/>
                    <a:pt x="30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6"/>
                    <a:pt x="18" y="24"/>
                    <a:pt x="19" y="21"/>
                  </a:cubicBezTo>
                  <a:lnTo>
                    <a:pt x="30" y="21"/>
                  </a:lnTo>
                  <a:close/>
                  <a:moveTo>
                    <a:pt x="7" y="42"/>
                  </a:moveTo>
                  <a:cubicBezTo>
                    <a:pt x="6" y="40"/>
                    <a:pt x="5" y="37"/>
                    <a:pt x="5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37"/>
                    <a:pt x="14" y="40"/>
                    <a:pt x="14" y="42"/>
                  </a:cubicBezTo>
                  <a:lnTo>
                    <a:pt x="7" y="42"/>
                  </a:lnTo>
                  <a:close/>
                  <a:moveTo>
                    <a:pt x="18" y="34"/>
                  </a:moveTo>
                  <a:cubicBezTo>
                    <a:pt x="30" y="34"/>
                    <a:pt x="30" y="34"/>
                    <a:pt x="30" y="34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8" y="40"/>
                    <a:pt x="18" y="37"/>
                    <a:pt x="18" y="34"/>
                  </a:cubicBezTo>
                  <a:close/>
                  <a:moveTo>
                    <a:pt x="30" y="47"/>
                  </a:moveTo>
                  <a:cubicBezTo>
                    <a:pt x="30" y="59"/>
                    <a:pt x="30" y="59"/>
                    <a:pt x="30" y="59"/>
                  </a:cubicBezTo>
                  <a:cubicBezTo>
                    <a:pt x="29" y="59"/>
                    <a:pt x="28" y="58"/>
                    <a:pt x="27" y="58"/>
                  </a:cubicBezTo>
                  <a:cubicBezTo>
                    <a:pt x="26" y="56"/>
                    <a:pt x="24" y="54"/>
                    <a:pt x="23" y="52"/>
                  </a:cubicBezTo>
                  <a:cubicBezTo>
                    <a:pt x="22" y="50"/>
                    <a:pt x="21" y="49"/>
                    <a:pt x="20" y="47"/>
                  </a:cubicBezTo>
                  <a:cubicBezTo>
                    <a:pt x="30" y="47"/>
                    <a:pt x="30" y="47"/>
                    <a:pt x="30" y="47"/>
                  </a:cubicBezTo>
                  <a:close/>
                  <a:moveTo>
                    <a:pt x="42" y="52"/>
                  </a:moveTo>
                  <a:cubicBezTo>
                    <a:pt x="41" y="54"/>
                    <a:pt x="39" y="56"/>
                    <a:pt x="38" y="58"/>
                  </a:cubicBezTo>
                  <a:cubicBezTo>
                    <a:pt x="37" y="58"/>
                    <a:pt x="36" y="59"/>
                    <a:pt x="35" y="59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4" y="49"/>
                    <a:pt x="43" y="50"/>
                    <a:pt x="42" y="52"/>
                  </a:cubicBezTo>
                  <a:close/>
                  <a:moveTo>
                    <a:pt x="35" y="42"/>
                  </a:moveTo>
                  <a:cubicBezTo>
                    <a:pt x="35" y="34"/>
                    <a:pt x="35" y="34"/>
                    <a:pt x="35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7"/>
                    <a:pt x="47" y="40"/>
                    <a:pt x="46" y="42"/>
                  </a:cubicBezTo>
                  <a:lnTo>
                    <a:pt x="35" y="42"/>
                  </a:lnTo>
                  <a:close/>
                  <a:moveTo>
                    <a:pt x="52" y="29"/>
                  </a:moveTo>
                  <a:cubicBezTo>
                    <a:pt x="52" y="26"/>
                    <a:pt x="51" y="24"/>
                    <a:pt x="51" y="21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9" y="24"/>
                    <a:pt x="60" y="26"/>
                    <a:pt x="60" y="29"/>
                  </a:cubicBezTo>
                  <a:lnTo>
                    <a:pt x="52" y="29"/>
                  </a:lnTo>
                  <a:close/>
                  <a:moveTo>
                    <a:pt x="56" y="17"/>
                  </a:moveTo>
                  <a:cubicBezTo>
                    <a:pt x="50" y="17"/>
                    <a:pt x="50" y="17"/>
                    <a:pt x="50" y="17"/>
                  </a:cubicBezTo>
                  <a:cubicBezTo>
                    <a:pt x="48" y="13"/>
                    <a:pt x="47" y="9"/>
                    <a:pt x="44" y="6"/>
                  </a:cubicBezTo>
                  <a:cubicBezTo>
                    <a:pt x="47" y="8"/>
                    <a:pt x="50" y="10"/>
                    <a:pt x="52" y="12"/>
                  </a:cubicBezTo>
                  <a:cubicBezTo>
                    <a:pt x="54" y="13"/>
                    <a:pt x="55" y="15"/>
                    <a:pt x="56" y="17"/>
                  </a:cubicBezTo>
                  <a:close/>
                  <a:moveTo>
                    <a:pt x="13" y="12"/>
                  </a:moveTo>
                  <a:cubicBezTo>
                    <a:pt x="15" y="10"/>
                    <a:pt x="18" y="8"/>
                    <a:pt x="20" y="6"/>
                  </a:cubicBezTo>
                  <a:cubicBezTo>
                    <a:pt x="18" y="9"/>
                    <a:pt x="17" y="13"/>
                    <a:pt x="15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5"/>
                    <a:pt x="11" y="13"/>
                    <a:pt x="13" y="12"/>
                  </a:cubicBezTo>
                  <a:close/>
                  <a:moveTo>
                    <a:pt x="9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7" y="50"/>
                    <a:pt x="18" y="54"/>
                    <a:pt x="20" y="57"/>
                  </a:cubicBezTo>
                  <a:cubicBezTo>
                    <a:pt x="18" y="55"/>
                    <a:pt x="15" y="54"/>
                    <a:pt x="13" y="51"/>
                  </a:cubicBezTo>
                  <a:cubicBezTo>
                    <a:pt x="11" y="50"/>
                    <a:pt x="10" y="48"/>
                    <a:pt x="9" y="47"/>
                  </a:cubicBezTo>
                  <a:close/>
                  <a:moveTo>
                    <a:pt x="52" y="51"/>
                  </a:moveTo>
                  <a:cubicBezTo>
                    <a:pt x="50" y="54"/>
                    <a:pt x="47" y="55"/>
                    <a:pt x="44" y="57"/>
                  </a:cubicBezTo>
                  <a:cubicBezTo>
                    <a:pt x="47" y="54"/>
                    <a:pt x="48" y="50"/>
                    <a:pt x="50" y="47"/>
                  </a:cubicBezTo>
                  <a:cubicBezTo>
                    <a:pt x="56" y="47"/>
                    <a:pt x="56" y="47"/>
                    <a:pt x="56" y="47"/>
                  </a:cubicBezTo>
                  <a:cubicBezTo>
                    <a:pt x="55" y="48"/>
                    <a:pt x="54" y="50"/>
                    <a:pt x="52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5" name="Freeform 137"/>
            <p:cNvSpPr>
              <a:spLocks noEditPoints="1"/>
            </p:cNvSpPr>
            <p:nvPr/>
          </p:nvSpPr>
          <p:spPr bwMode="auto">
            <a:xfrm>
              <a:off x="2611" y="1498"/>
              <a:ext cx="81" cy="66"/>
            </a:xfrm>
            <a:custGeom>
              <a:avLst/>
              <a:gdLst>
                <a:gd name="T0" fmla="*/ 66 w 66"/>
                <a:gd name="T1" fmla="*/ 29 h 54"/>
                <a:gd name="T2" fmla="*/ 58 w 66"/>
                <a:gd name="T3" fmla="*/ 12 h 54"/>
                <a:gd name="T4" fmla="*/ 46 w 66"/>
                <a:gd name="T5" fmla="*/ 12 h 54"/>
                <a:gd name="T6" fmla="*/ 46 w 66"/>
                <a:gd name="T7" fmla="*/ 4 h 54"/>
                <a:gd name="T8" fmla="*/ 42 w 66"/>
                <a:gd name="T9" fmla="*/ 0 h 54"/>
                <a:gd name="T10" fmla="*/ 4 w 66"/>
                <a:gd name="T11" fmla="*/ 0 h 54"/>
                <a:gd name="T12" fmla="*/ 0 w 66"/>
                <a:gd name="T13" fmla="*/ 4 h 54"/>
                <a:gd name="T14" fmla="*/ 0 w 66"/>
                <a:gd name="T15" fmla="*/ 37 h 54"/>
                <a:gd name="T16" fmla="*/ 4 w 66"/>
                <a:gd name="T17" fmla="*/ 41 h 54"/>
                <a:gd name="T18" fmla="*/ 10 w 66"/>
                <a:gd name="T19" fmla="*/ 41 h 54"/>
                <a:gd name="T20" fmla="*/ 9 w 66"/>
                <a:gd name="T21" fmla="*/ 45 h 54"/>
                <a:gd name="T22" fmla="*/ 17 w 66"/>
                <a:gd name="T23" fmla="*/ 54 h 54"/>
                <a:gd name="T24" fmla="*/ 25 w 66"/>
                <a:gd name="T25" fmla="*/ 45 h 54"/>
                <a:gd name="T26" fmla="*/ 24 w 66"/>
                <a:gd name="T27" fmla="*/ 41 h 54"/>
                <a:gd name="T28" fmla="*/ 47 w 66"/>
                <a:gd name="T29" fmla="*/ 41 h 54"/>
                <a:gd name="T30" fmla="*/ 46 w 66"/>
                <a:gd name="T31" fmla="*/ 45 h 54"/>
                <a:gd name="T32" fmla="*/ 54 w 66"/>
                <a:gd name="T33" fmla="*/ 54 h 54"/>
                <a:gd name="T34" fmla="*/ 62 w 66"/>
                <a:gd name="T35" fmla="*/ 45 h 54"/>
                <a:gd name="T36" fmla="*/ 61 w 66"/>
                <a:gd name="T37" fmla="*/ 41 h 54"/>
                <a:gd name="T38" fmla="*/ 66 w 66"/>
                <a:gd name="T39" fmla="*/ 41 h 54"/>
                <a:gd name="T40" fmla="*/ 66 w 66"/>
                <a:gd name="T41" fmla="*/ 29 h 54"/>
                <a:gd name="T42" fmla="*/ 46 w 66"/>
                <a:gd name="T43" fmla="*/ 29 h 54"/>
                <a:gd name="T44" fmla="*/ 46 w 66"/>
                <a:gd name="T45" fmla="*/ 19 h 54"/>
                <a:gd name="T46" fmla="*/ 54 w 66"/>
                <a:gd name="T47" fmla="*/ 19 h 54"/>
                <a:gd name="T48" fmla="*/ 59 w 66"/>
                <a:gd name="T49" fmla="*/ 29 h 54"/>
                <a:gd name="T50" fmla="*/ 46 w 66"/>
                <a:gd name="T51" fmla="*/ 2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54">
                  <a:moveTo>
                    <a:pt x="66" y="29"/>
                  </a:moveTo>
                  <a:cubicBezTo>
                    <a:pt x="58" y="12"/>
                    <a:pt x="58" y="12"/>
                    <a:pt x="58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6" y="2"/>
                    <a:pt x="44" y="0"/>
                    <a:pt x="4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9" y="43"/>
                    <a:pt x="9" y="44"/>
                    <a:pt x="9" y="45"/>
                  </a:cubicBezTo>
                  <a:cubicBezTo>
                    <a:pt x="9" y="50"/>
                    <a:pt x="12" y="54"/>
                    <a:pt x="17" y="54"/>
                  </a:cubicBezTo>
                  <a:cubicBezTo>
                    <a:pt x="21" y="54"/>
                    <a:pt x="25" y="50"/>
                    <a:pt x="25" y="45"/>
                  </a:cubicBezTo>
                  <a:cubicBezTo>
                    <a:pt x="25" y="44"/>
                    <a:pt x="25" y="43"/>
                    <a:pt x="24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3"/>
                    <a:pt x="46" y="44"/>
                    <a:pt x="46" y="45"/>
                  </a:cubicBezTo>
                  <a:cubicBezTo>
                    <a:pt x="46" y="50"/>
                    <a:pt x="49" y="54"/>
                    <a:pt x="54" y="54"/>
                  </a:cubicBezTo>
                  <a:cubicBezTo>
                    <a:pt x="59" y="54"/>
                    <a:pt x="62" y="50"/>
                    <a:pt x="62" y="45"/>
                  </a:cubicBezTo>
                  <a:cubicBezTo>
                    <a:pt x="62" y="44"/>
                    <a:pt x="62" y="43"/>
                    <a:pt x="61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29"/>
                  </a:lnTo>
                  <a:close/>
                  <a:moveTo>
                    <a:pt x="46" y="29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9" y="29"/>
                    <a:pt x="59" y="29"/>
                    <a:pt x="59" y="29"/>
                  </a:cubicBezTo>
                  <a:lnTo>
                    <a:pt x="46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6" name="Freeform 138"/>
            <p:cNvSpPr>
              <a:spLocks noEditPoints="1"/>
            </p:cNvSpPr>
            <p:nvPr/>
          </p:nvSpPr>
          <p:spPr bwMode="auto">
            <a:xfrm>
              <a:off x="2595" y="2003"/>
              <a:ext cx="88" cy="88"/>
            </a:xfrm>
            <a:custGeom>
              <a:avLst/>
              <a:gdLst>
                <a:gd name="T0" fmla="*/ 36 w 72"/>
                <a:gd name="T1" fmla="*/ 0 h 72"/>
                <a:gd name="T2" fmla="*/ 0 w 72"/>
                <a:gd name="T3" fmla="*/ 36 h 72"/>
                <a:gd name="T4" fmla="*/ 36 w 72"/>
                <a:gd name="T5" fmla="*/ 72 h 72"/>
                <a:gd name="T6" fmla="*/ 72 w 72"/>
                <a:gd name="T7" fmla="*/ 36 h 72"/>
                <a:gd name="T8" fmla="*/ 36 w 72"/>
                <a:gd name="T9" fmla="*/ 0 h 72"/>
                <a:gd name="T10" fmla="*/ 57 w 72"/>
                <a:gd name="T11" fmla="*/ 31 h 72"/>
                <a:gd name="T12" fmla="*/ 38 w 72"/>
                <a:gd name="T13" fmla="*/ 59 h 72"/>
                <a:gd name="T14" fmla="*/ 29 w 72"/>
                <a:gd name="T15" fmla="*/ 55 h 72"/>
                <a:gd name="T16" fmla="*/ 21 w 72"/>
                <a:gd name="T17" fmla="*/ 33 h 72"/>
                <a:gd name="T18" fmla="*/ 16 w 72"/>
                <a:gd name="T19" fmla="*/ 35 h 72"/>
                <a:gd name="T20" fmla="*/ 15 w 72"/>
                <a:gd name="T21" fmla="*/ 32 h 72"/>
                <a:gd name="T22" fmla="*/ 28 w 72"/>
                <a:gd name="T23" fmla="*/ 23 h 72"/>
                <a:gd name="T24" fmla="*/ 35 w 72"/>
                <a:gd name="T25" fmla="*/ 37 h 72"/>
                <a:gd name="T26" fmla="*/ 38 w 72"/>
                <a:gd name="T27" fmla="*/ 46 h 72"/>
                <a:gd name="T28" fmla="*/ 44 w 72"/>
                <a:gd name="T29" fmla="*/ 38 h 72"/>
                <a:gd name="T30" fmla="*/ 39 w 72"/>
                <a:gd name="T31" fmla="*/ 32 h 72"/>
                <a:gd name="T32" fmla="*/ 57 w 72"/>
                <a:gd name="T33" fmla="*/ 3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" h="72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56" y="72"/>
                    <a:pt x="72" y="56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57" y="31"/>
                  </a:moveTo>
                  <a:cubicBezTo>
                    <a:pt x="55" y="45"/>
                    <a:pt x="42" y="56"/>
                    <a:pt x="38" y="59"/>
                  </a:cubicBezTo>
                  <a:cubicBezTo>
                    <a:pt x="34" y="61"/>
                    <a:pt x="30" y="57"/>
                    <a:pt x="29" y="55"/>
                  </a:cubicBezTo>
                  <a:cubicBezTo>
                    <a:pt x="27" y="52"/>
                    <a:pt x="22" y="35"/>
                    <a:pt x="21" y="33"/>
                  </a:cubicBezTo>
                  <a:cubicBezTo>
                    <a:pt x="20" y="32"/>
                    <a:pt x="16" y="35"/>
                    <a:pt x="16" y="35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2"/>
                    <a:pt x="22" y="24"/>
                    <a:pt x="28" y="23"/>
                  </a:cubicBezTo>
                  <a:cubicBezTo>
                    <a:pt x="33" y="21"/>
                    <a:pt x="33" y="32"/>
                    <a:pt x="35" y="37"/>
                  </a:cubicBezTo>
                  <a:cubicBezTo>
                    <a:pt x="36" y="43"/>
                    <a:pt x="37" y="46"/>
                    <a:pt x="38" y="46"/>
                  </a:cubicBezTo>
                  <a:cubicBezTo>
                    <a:pt x="39" y="46"/>
                    <a:pt x="42" y="43"/>
                    <a:pt x="44" y="38"/>
                  </a:cubicBezTo>
                  <a:cubicBezTo>
                    <a:pt x="47" y="33"/>
                    <a:pt x="44" y="29"/>
                    <a:pt x="39" y="32"/>
                  </a:cubicBezTo>
                  <a:cubicBezTo>
                    <a:pt x="41" y="20"/>
                    <a:pt x="60" y="18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7" name="Freeform 139"/>
            <p:cNvSpPr>
              <a:spLocks noEditPoints="1"/>
            </p:cNvSpPr>
            <p:nvPr/>
          </p:nvSpPr>
          <p:spPr bwMode="auto">
            <a:xfrm>
              <a:off x="2460" y="2725"/>
              <a:ext cx="58" cy="58"/>
            </a:xfrm>
            <a:custGeom>
              <a:avLst/>
              <a:gdLst>
                <a:gd name="T0" fmla="*/ 23 w 47"/>
                <a:gd name="T1" fmla="*/ 0 h 47"/>
                <a:gd name="T2" fmla="*/ 0 w 47"/>
                <a:gd name="T3" fmla="*/ 24 h 47"/>
                <a:gd name="T4" fmla="*/ 23 w 47"/>
                <a:gd name="T5" fmla="*/ 47 h 47"/>
                <a:gd name="T6" fmla="*/ 47 w 47"/>
                <a:gd name="T7" fmla="*/ 24 h 47"/>
                <a:gd name="T8" fmla="*/ 23 w 47"/>
                <a:gd name="T9" fmla="*/ 0 h 47"/>
                <a:gd name="T10" fmla="*/ 5 w 47"/>
                <a:gd name="T11" fmla="*/ 24 h 47"/>
                <a:gd name="T12" fmla="*/ 23 w 47"/>
                <a:gd name="T13" fmla="*/ 6 h 47"/>
                <a:gd name="T14" fmla="*/ 23 w 47"/>
                <a:gd name="T15" fmla="*/ 41 h 47"/>
                <a:gd name="T16" fmla="*/ 5 w 47"/>
                <a:gd name="T17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47">
                  <a:moveTo>
                    <a:pt x="23" y="0"/>
                  </a:moveTo>
                  <a:cubicBezTo>
                    <a:pt x="10" y="0"/>
                    <a:pt x="0" y="11"/>
                    <a:pt x="0" y="24"/>
                  </a:cubicBezTo>
                  <a:cubicBezTo>
                    <a:pt x="0" y="37"/>
                    <a:pt x="10" y="47"/>
                    <a:pt x="23" y="47"/>
                  </a:cubicBezTo>
                  <a:cubicBezTo>
                    <a:pt x="36" y="47"/>
                    <a:pt x="47" y="37"/>
                    <a:pt x="47" y="24"/>
                  </a:cubicBezTo>
                  <a:cubicBezTo>
                    <a:pt x="47" y="11"/>
                    <a:pt x="36" y="0"/>
                    <a:pt x="23" y="0"/>
                  </a:cubicBezTo>
                  <a:close/>
                  <a:moveTo>
                    <a:pt x="5" y="24"/>
                  </a:moveTo>
                  <a:cubicBezTo>
                    <a:pt x="5" y="14"/>
                    <a:pt x="13" y="6"/>
                    <a:pt x="23" y="6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13" y="41"/>
                    <a:pt x="5" y="33"/>
                    <a:pt x="5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8" name="Freeform 140"/>
            <p:cNvSpPr>
              <a:spLocks noEditPoints="1"/>
            </p:cNvSpPr>
            <p:nvPr/>
          </p:nvSpPr>
          <p:spPr bwMode="auto">
            <a:xfrm>
              <a:off x="2482" y="2423"/>
              <a:ext cx="82" cy="76"/>
            </a:xfrm>
            <a:custGeom>
              <a:avLst/>
              <a:gdLst>
                <a:gd name="T0" fmla="*/ 34 w 67"/>
                <a:gd name="T1" fmla="*/ 8 h 62"/>
                <a:gd name="T2" fmla="*/ 23 w 67"/>
                <a:gd name="T3" fmla="*/ 10 h 62"/>
                <a:gd name="T4" fmla="*/ 15 w 67"/>
                <a:gd name="T5" fmla="*/ 14 h 62"/>
                <a:gd name="T6" fmla="*/ 8 w 67"/>
                <a:gd name="T7" fmla="*/ 27 h 62"/>
                <a:gd name="T8" fmla="*/ 11 w 67"/>
                <a:gd name="T9" fmla="*/ 34 h 62"/>
                <a:gd name="T10" fmla="*/ 17 w 67"/>
                <a:gd name="T11" fmla="*/ 41 h 62"/>
                <a:gd name="T12" fmla="*/ 21 w 67"/>
                <a:gd name="T13" fmla="*/ 47 h 62"/>
                <a:gd name="T14" fmla="*/ 21 w 67"/>
                <a:gd name="T15" fmla="*/ 49 h 62"/>
                <a:gd name="T16" fmla="*/ 22 w 67"/>
                <a:gd name="T17" fmla="*/ 48 h 62"/>
                <a:gd name="T18" fmla="*/ 28 w 67"/>
                <a:gd name="T19" fmla="*/ 45 h 62"/>
                <a:gd name="T20" fmla="*/ 29 w 67"/>
                <a:gd name="T21" fmla="*/ 45 h 62"/>
                <a:gd name="T22" fmla="*/ 34 w 67"/>
                <a:gd name="T23" fmla="*/ 46 h 62"/>
                <a:gd name="T24" fmla="*/ 44 w 67"/>
                <a:gd name="T25" fmla="*/ 44 h 62"/>
                <a:gd name="T26" fmla="*/ 52 w 67"/>
                <a:gd name="T27" fmla="*/ 40 h 62"/>
                <a:gd name="T28" fmla="*/ 59 w 67"/>
                <a:gd name="T29" fmla="*/ 27 h 62"/>
                <a:gd name="T30" fmla="*/ 52 w 67"/>
                <a:gd name="T31" fmla="*/ 14 h 62"/>
                <a:gd name="T32" fmla="*/ 44 w 67"/>
                <a:gd name="T33" fmla="*/ 10 h 62"/>
                <a:gd name="T34" fmla="*/ 34 w 67"/>
                <a:gd name="T35" fmla="*/ 8 h 62"/>
                <a:gd name="T36" fmla="*/ 34 w 67"/>
                <a:gd name="T37" fmla="*/ 0 h 62"/>
                <a:gd name="T38" fmla="*/ 34 w 67"/>
                <a:gd name="T39" fmla="*/ 0 h 62"/>
                <a:gd name="T40" fmla="*/ 67 w 67"/>
                <a:gd name="T41" fmla="*/ 27 h 62"/>
                <a:gd name="T42" fmla="*/ 34 w 67"/>
                <a:gd name="T43" fmla="*/ 54 h 62"/>
                <a:gd name="T44" fmla="*/ 28 w 67"/>
                <a:gd name="T45" fmla="*/ 54 h 62"/>
                <a:gd name="T46" fmla="*/ 4 w 67"/>
                <a:gd name="T47" fmla="*/ 62 h 62"/>
                <a:gd name="T48" fmla="*/ 4 w 67"/>
                <a:gd name="T49" fmla="*/ 61 h 62"/>
                <a:gd name="T50" fmla="*/ 13 w 67"/>
                <a:gd name="T51" fmla="*/ 50 h 62"/>
                <a:gd name="T52" fmla="*/ 12 w 67"/>
                <a:gd name="T53" fmla="*/ 48 h 62"/>
                <a:gd name="T54" fmla="*/ 0 w 67"/>
                <a:gd name="T55" fmla="*/ 27 h 62"/>
                <a:gd name="T56" fmla="*/ 34 w 67"/>
                <a:gd name="T5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7" h="62">
                  <a:moveTo>
                    <a:pt x="34" y="8"/>
                  </a:moveTo>
                  <a:cubicBezTo>
                    <a:pt x="30" y="8"/>
                    <a:pt x="26" y="9"/>
                    <a:pt x="23" y="10"/>
                  </a:cubicBezTo>
                  <a:cubicBezTo>
                    <a:pt x="20" y="11"/>
                    <a:pt x="17" y="12"/>
                    <a:pt x="15" y="14"/>
                  </a:cubicBezTo>
                  <a:cubicBezTo>
                    <a:pt x="11" y="18"/>
                    <a:pt x="8" y="22"/>
                    <a:pt x="8" y="27"/>
                  </a:cubicBezTo>
                  <a:cubicBezTo>
                    <a:pt x="8" y="29"/>
                    <a:pt x="9" y="32"/>
                    <a:pt x="11" y="34"/>
                  </a:cubicBezTo>
                  <a:cubicBezTo>
                    <a:pt x="12" y="37"/>
                    <a:pt x="14" y="39"/>
                    <a:pt x="17" y="41"/>
                  </a:cubicBezTo>
                  <a:cubicBezTo>
                    <a:pt x="19" y="42"/>
                    <a:pt x="20" y="44"/>
                    <a:pt x="21" y="47"/>
                  </a:cubicBezTo>
                  <a:cubicBezTo>
                    <a:pt x="21" y="47"/>
                    <a:pt x="21" y="48"/>
                    <a:pt x="21" y="49"/>
                  </a:cubicBezTo>
                  <a:cubicBezTo>
                    <a:pt x="21" y="49"/>
                    <a:pt x="22" y="48"/>
                    <a:pt x="22" y="48"/>
                  </a:cubicBezTo>
                  <a:cubicBezTo>
                    <a:pt x="24" y="46"/>
                    <a:pt x="26" y="45"/>
                    <a:pt x="28" y="45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31" y="46"/>
                    <a:pt x="32" y="46"/>
                    <a:pt x="34" y="46"/>
                  </a:cubicBezTo>
                  <a:cubicBezTo>
                    <a:pt x="37" y="46"/>
                    <a:pt x="41" y="45"/>
                    <a:pt x="44" y="44"/>
                  </a:cubicBezTo>
                  <a:cubicBezTo>
                    <a:pt x="47" y="43"/>
                    <a:pt x="50" y="41"/>
                    <a:pt x="52" y="40"/>
                  </a:cubicBezTo>
                  <a:cubicBezTo>
                    <a:pt x="56" y="36"/>
                    <a:pt x="59" y="32"/>
                    <a:pt x="59" y="27"/>
                  </a:cubicBezTo>
                  <a:cubicBezTo>
                    <a:pt x="59" y="22"/>
                    <a:pt x="56" y="18"/>
                    <a:pt x="52" y="14"/>
                  </a:cubicBezTo>
                  <a:cubicBezTo>
                    <a:pt x="50" y="12"/>
                    <a:pt x="47" y="11"/>
                    <a:pt x="44" y="10"/>
                  </a:cubicBezTo>
                  <a:cubicBezTo>
                    <a:pt x="41" y="9"/>
                    <a:pt x="37" y="8"/>
                    <a:pt x="34" y="8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52" y="0"/>
                    <a:pt x="67" y="12"/>
                    <a:pt x="67" y="27"/>
                  </a:cubicBezTo>
                  <a:cubicBezTo>
                    <a:pt x="67" y="42"/>
                    <a:pt x="52" y="54"/>
                    <a:pt x="34" y="54"/>
                  </a:cubicBezTo>
                  <a:cubicBezTo>
                    <a:pt x="32" y="54"/>
                    <a:pt x="30" y="54"/>
                    <a:pt x="28" y="54"/>
                  </a:cubicBezTo>
                  <a:cubicBezTo>
                    <a:pt x="21" y="61"/>
                    <a:pt x="13" y="62"/>
                    <a:pt x="4" y="62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9" y="58"/>
                    <a:pt x="13" y="54"/>
                    <a:pt x="13" y="50"/>
                  </a:cubicBezTo>
                  <a:cubicBezTo>
                    <a:pt x="13" y="49"/>
                    <a:pt x="13" y="49"/>
                    <a:pt x="12" y="48"/>
                  </a:cubicBezTo>
                  <a:cubicBezTo>
                    <a:pt x="5" y="43"/>
                    <a:pt x="0" y="35"/>
                    <a:pt x="0" y="27"/>
                  </a:cubicBezTo>
                  <a:cubicBezTo>
                    <a:pt x="0" y="12"/>
                    <a:pt x="1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9" name="Freeform 141"/>
            <p:cNvSpPr>
              <a:spLocks noEditPoints="1"/>
            </p:cNvSpPr>
            <p:nvPr/>
          </p:nvSpPr>
          <p:spPr bwMode="auto">
            <a:xfrm>
              <a:off x="2494" y="1730"/>
              <a:ext cx="80" cy="79"/>
            </a:xfrm>
            <a:custGeom>
              <a:avLst/>
              <a:gdLst>
                <a:gd name="T0" fmla="*/ 62 w 65"/>
                <a:gd name="T1" fmla="*/ 36 h 64"/>
                <a:gd name="T2" fmla="*/ 62 w 65"/>
                <a:gd name="T3" fmla="*/ 32 h 64"/>
                <a:gd name="T4" fmla="*/ 33 w 65"/>
                <a:gd name="T5" fmla="*/ 2 h 64"/>
                <a:gd name="T6" fmla="*/ 28 w 65"/>
                <a:gd name="T7" fmla="*/ 3 h 64"/>
                <a:gd name="T8" fmla="*/ 18 w 65"/>
                <a:gd name="T9" fmla="*/ 0 h 64"/>
                <a:gd name="T10" fmla="*/ 0 w 65"/>
                <a:gd name="T11" fmla="*/ 18 h 64"/>
                <a:gd name="T12" fmla="*/ 3 w 65"/>
                <a:gd name="T13" fmla="*/ 27 h 64"/>
                <a:gd name="T14" fmla="*/ 3 w 65"/>
                <a:gd name="T15" fmla="*/ 32 h 64"/>
                <a:gd name="T16" fmla="*/ 33 w 65"/>
                <a:gd name="T17" fmla="*/ 62 h 64"/>
                <a:gd name="T18" fmla="*/ 38 w 65"/>
                <a:gd name="T19" fmla="*/ 61 h 64"/>
                <a:gd name="T20" fmla="*/ 47 w 65"/>
                <a:gd name="T21" fmla="*/ 64 h 64"/>
                <a:gd name="T22" fmla="*/ 65 w 65"/>
                <a:gd name="T23" fmla="*/ 46 h 64"/>
                <a:gd name="T24" fmla="*/ 62 w 65"/>
                <a:gd name="T25" fmla="*/ 36 h 64"/>
                <a:gd name="T26" fmla="*/ 35 w 65"/>
                <a:gd name="T27" fmla="*/ 54 h 64"/>
                <a:gd name="T28" fmla="*/ 17 w 65"/>
                <a:gd name="T29" fmla="*/ 49 h 64"/>
                <a:gd name="T30" fmla="*/ 18 w 65"/>
                <a:gd name="T31" fmla="*/ 39 h 64"/>
                <a:gd name="T32" fmla="*/ 26 w 65"/>
                <a:gd name="T33" fmla="*/ 45 h 64"/>
                <a:gd name="T34" fmla="*/ 40 w 65"/>
                <a:gd name="T35" fmla="*/ 44 h 64"/>
                <a:gd name="T36" fmla="*/ 32 w 65"/>
                <a:gd name="T37" fmla="*/ 36 h 64"/>
                <a:gd name="T38" fmla="*/ 15 w 65"/>
                <a:gd name="T39" fmla="*/ 23 h 64"/>
                <a:gd name="T40" fmla="*/ 28 w 65"/>
                <a:gd name="T41" fmla="*/ 10 h 64"/>
                <a:gd name="T42" fmla="*/ 46 w 65"/>
                <a:gd name="T43" fmla="*/ 15 h 64"/>
                <a:gd name="T44" fmla="*/ 45 w 65"/>
                <a:gd name="T45" fmla="*/ 24 h 64"/>
                <a:gd name="T46" fmla="*/ 32 w 65"/>
                <a:gd name="T47" fmla="*/ 17 h 64"/>
                <a:gd name="T48" fmla="*/ 29 w 65"/>
                <a:gd name="T49" fmla="*/ 26 h 64"/>
                <a:gd name="T50" fmla="*/ 50 w 65"/>
                <a:gd name="T51" fmla="*/ 37 h 64"/>
                <a:gd name="T52" fmla="*/ 35 w 65"/>
                <a:gd name="T53" fmla="*/ 5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5" h="64">
                  <a:moveTo>
                    <a:pt x="62" y="36"/>
                  </a:moveTo>
                  <a:cubicBezTo>
                    <a:pt x="62" y="35"/>
                    <a:pt x="62" y="34"/>
                    <a:pt x="62" y="32"/>
                  </a:cubicBezTo>
                  <a:cubicBezTo>
                    <a:pt x="62" y="16"/>
                    <a:pt x="49" y="2"/>
                    <a:pt x="33" y="2"/>
                  </a:cubicBezTo>
                  <a:cubicBezTo>
                    <a:pt x="31" y="2"/>
                    <a:pt x="29" y="3"/>
                    <a:pt x="28" y="3"/>
                  </a:cubicBezTo>
                  <a:cubicBezTo>
                    <a:pt x="25" y="1"/>
                    <a:pt x="22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1"/>
                    <a:pt x="1" y="25"/>
                    <a:pt x="3" y="27"/>
                  </a:cubicBezTo>
                  <a:cubicBezTo>
                    <a:pt x="3" y="29"/>
                    <a:pt x="3" y="31"/>
                    <a:pt x="3" y="32"/>
                  </a:cubicBezTo>
                  <a:cubicBezTo>
                    <a:pt x="3" y="49"/>
                    <a:pt x="16" y="62"/>
                    <a:pt x="33" y="62"/>
                  </a:cubicBezTo>
                  <a:cubicBezTo>
                    <a:pt x="34" y="62"/>
                    <a:pt x="36" y="62"/>
                    <a:pt x="38" y="61"/>
                  </a:cubicBezTo>
                  <a:cubicBezTo>
                    <a:pt x="41" y="63"/>
                    <a:pt x="44" y="64"/>
                    <a:pt x="47" y="64"/>
                  </a:cubicBezTo>
                  <a:cubicBezTo>
                    <a:pt x="57" y="64"/>
                    <a:pt x="65" y="56"/>
                    <a:pt x="65" y="46"/>
                  </a:cubicBezTo>
                  <a:cubicBezTo>
                    <a:pt x="65" y="43"/>
                    <a:pt x="64" y="39"/>
                    <a:pt x="62" y="36"/>
                  </a:cubicBezTo>
                  <a:close/>
                  <a:moveTo>
                    <a:pt x="35" y="54"/>
                  </a:moveTo>
                  <a:cubicBezTo>
                    <a:pt x="26" y="55"/>
                    <a:pt x="21" y="52"/>
                    <a:pt x="17" y="49"/>
                  </a:cubicBezTo>
                  <a:cubicBezTo>
                    <a:pt x="13" y="44"/>
                    <a:pt x="15" y="40"/>
                    <a:pt x="18" y="39"/>
                  </a:cubicBezTo>
                  <a:cubicBezTo>
                    <a:pt x="22" y="39"/>
                    <a:pt x="24" y="43"/>
                    <a:pt x="26" y="45"/>
                  </a:cubicBezTo>
                  <a:cubicBezTo>
                    <a:pt x="28" y="46"/>
                    <a:pt x="36" y="49"/>
                    <a:pt x="40" y="44"/>
                  </a:cubicBezTo>
                  <a:cubicBezTo>
                    <a:pt x="44" y="39"/>
                    <a:pt x="37" y="37"/>
                    <a:pt x="32" y="36"/>
                  </a:cubicBezTo>
                  <a:cubicBezTo>
                    <a:pt x="24" y="35"/>
                    <a:pt x="14" y="31"/>
                    <a:pt x="15" y="23"/>
                  </a:cubicBezTo>
                  <a:cubicBezTo>
                    <a:pt x="16" y="15"/>
                    <a:pt x="22" y="11"/>
                    <a:pt x="28" y="10"/>
                  </a:cubicBezTo>
                  <a:cubicBezTo>
                    <a:pt x="37" y="9"/>
                    <a:pt x="42" y="11"/>
                    <a:pt x="46" y="15"/>
                  </a:cubicBezTo>
                  <a:cubicBezTo>
                    <a:pt x="51" y="19"/>
                    <a:pt x="48" y="24"/>
                    <a:pt x="45" y="24"/>
                  </a:cubicBezTo>
                  <a:cubicBezTo>
                    <a:pt x="42" y="24"/>
                    <a:pt x="39" y="17"/>
                    <a:pt x="32" y="17"/>
                  </a:cubicBezTo>
                  <a:cubicBezTo>
                    <a:pt x="25" y="17"/>
                    <a:pt x="20" y="24"/>
                    <a:pt x="29" y="26"/>
                  </a:cubicBezTo>
                  <a:cubicBezTo>
                    <a:pt x="37" y="29"/>
                    <a:pt x="47" y="29"/>
                    <a:pt x="50" y="37"/>
                  </a:cubicBezTo>
                  <a:cubicBezTo>
                    <a:pt x="53" y="45"/>
                    <a:pt x="45" y="54"/>
                    <a:pt x="35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0" name="Freeform 142"/>
            <p:cNvSpPr>
              <a:spLocks noEditPoints="1"/>
            </p:cNvSpPr>
            <p:nvPr/>
          </p:nvSpPr>
          <p:spPr bwMode="auto">
            <a:xfrm>
              <a:off x="2322" y="2132"/>
              <a:ext cx="80" cy="81"/>
            </a:xfrm>
            <a:custGeom>
              <a:avLst/>
              <a:gdLst>
                <a:gd name="T0" fmla="*/ 61 w 65"/>
                <a:gd name="T1" fmla="*/ 19 h 66"/>
                <a:gd name="T2" fmla="*/ 47 w 65"/>
                <a:gd name="T3" fmla="*/ 4 h 66"/>
                <a:gd name="T4" fmla="*/ 51 w 65"/>
                <a:gd name="T5" fmla="*/ 0 h 66"/>
                <a:gd name="T6" fmla="*/ 65 w 65"/>
                <a:gd name="T7" fmla="*/ 14 h 66"/>
                <a:gd name="T8" fmla="*/ 61 w 65"/>
                <a:gd name="T9" fmla="*/ 19 h 66"/>
                <a:gd name="T10" fmla="*/ 57 w 65"/>
                <a:gd name="T11" fmla="*/ 23 h 66"/>
                <a:gd name="T12" fmla="*/ 55 w 65"/>
                <a:gd name="T13" fmla="*/ 45 h 66"/>
                <a:gd name="T14" fmla="*/ 10 w 65"/>
                <a:gd name="T15" fmla="*/ 66 h 66"/>
                <a:gd name="T16" fmla="*/ 7 w 65"/>
                <a:gd name="T17" fmla="*/ 62 h 66"/>
                <a:gd name="T18" fmla="*/ 24 w 65"/>
                <a:gd name="T19" fmla="*/ 45 h 66"/>
                <a:gd name="T20" fmla="*/ 26 w 65"/>
                <a:gd name="T21" fmla="*/ 45 h 66"/>
                <a:gd name="T22" fmla="*/ 33 w 65"/>
                <a:gd name="T23" fmla="*/ 39 h 66"/>
                <a:gd name="T24" fmla="*/ 26 w 65"/>
                <a:gd name="T25" fmla="*/ 33 h 66"/>
                <a:gd name="T26" fmla="*/ 20 w 65"/>
                <a:gd name="T27" fmla="*/ 39 h 66"/>
                <a:gd name="T28" fmla="*/ 21 w 65"/>
                <a:gd name="T29" fmla="*/ 41 h 66"/>
                <a:gd name="T30" fmla="*/ 3 w 65"/>
                <a:gd name="T31" fmla="*/ 59 h 66"/>
                <a:gd name="T32" fmla="*/ 0 w 65"/>
                <a:gd name="T33" fmla="*/ 56 h 66"/>
                <a:gd name="T34" fmla="*/ 20 w 65"/>
                <a:gd name="T35" fmla="*/ 10 h 66"/>
                <a:gd name="T36" fmla="*/ 43 w 65"/>
                <a:gd name="T37" fmla="*/ 8 h 66"/>
                <a:gd name="T38" fmla="*/ 57 w 65"/>
                <a:gd name="T39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66">
                  <a:moveTo>
                    <a:pt x="61" y="19"/>
                  </a:moveTo>
                  <a:cubicBezTo>
                    <a:pt x="47" y="4"/>
                    <a:pt x="47" y="4"/>
                    <a:pt x="47" y="4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5" y="14"/>
                    <a:pt x="65" y="14"/>
                    <a:pt x="65" y="14"/>
                  </a:cubicBezTo>
                  <a:lnTo>
                    <a:pt x="61" y="19"/>
                  </a:lnTo>
                  <a:close/>
                  <a:moveTo>
                    <a:pt x="57" y="23"/>
                  </a:moveTo>
                  <a:cubicBezTo>
                    <a:pt x="55" y="45"/>
                    <a:pt x="55" y="45"/>
                    <a:pt x="55" y="45"/>
                  </a:cubicBezTo>
                  <a:cubicBezTo>
                    <a:pt x="37" y="45"/>
                    <a:pt x="10" y="66"/>
                    <a:pt x="10" y="66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5" y="45"/>
                    <a:pt x="26" y="45"/>
                    <a:pt x="26" y="45"/>
                  </a:cubicBezTo>
                  <a:cubicBezTo>
                    <a:pt x="30" y="45"/>
                    <a:pt x="33" y="43"/>
                    <a:pt x="33" y="39"/>
                  </a:cubicBezTo>
                  <a:cubicBezTo>
                    <a:pt x="33" y="36"/>
                    <a:pt x="30" y="33"/>
                    <a:pt x="26" y="33"/>
                  </a:cubicBezTo>
                  <a:cubicBezTo>
                    <a:pt x="23" y="33"/>
                    <a:pt x="20" y="36"/>
                    <a:pt x="20" y="39"/>
                  </a:cubicBezTo>
                  <a:cubicBezTo>
                    <a:pt x="20" y="40"/>
                    <a:pt x="20" y="41"/>
                    <a:pt x="21" y="41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20" y="29"/>
                    <a:pt x="20" y="10"/>
                  </a:cubicBezTo>
                  <a:cubicBezTo>
                    <a:pt x="43" y="8"/>
                    <a:pt x="43" y="8"/>
                    <a:pt x="43" y="8"/>
                  </a:cubicBezTo>
                  <a:lnTo>
                    <a:pt x="5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1" name="Freeform 143"/>
            <p:cNvSpPr>
              <a:spLocks noEditPoints="1"/>
            </p:cNvSpPr>
            <p:nvPr/>
          </p:nvSpPr>
          <p:spPr bwMode="auto">
            <a:xfrm>
              <a:off x="2223" y="1892"/>
              <a:ext cx="47" cy="63"/>
            </a:xfrm>
            <a:custGeom>
              <a:avLst/>
              <a:gdLst>
                <a:gd name="T0" fmla="*/ 38 w 38"/>
                <a:gd name="T1" fmla="*/ 31 h 51"/>
                <a:gd name="T2" fmla="*/ 38 w 38"/>
                <a:gd name="T3" fmla="*/ 31 h 51"/>
                <a:gd name="T4" fmla="*/ 38 w 38"/>
                <a:gd name="T5" fmla="*/ 31 h 51"/>
                <a:gd name="T6" fmla="*/ 19 w 38"/>
                <a:gd name="T7" fmla="*/ 0 h 51"/>
                <a:gd name="T8" fmla="*/ 0 w 38"/>
                <a:gd name="T9" fmla="*/ 31 h 51"/>
                <a:gd name="T10" fmla="*/ 0 w 38"/>
                <a:gd name="T11" fmla="*/ 31 h 51"/>
                <a:gd name="T12" fmla="*/ 0 w 38"/>
                <a:gd name="T13" fmla="*/ 31 h 51"/>
                <a:gd name="T14" fmla="*/ 0 w 38"/>
                <a:gd name="T15" fmla="*/ 32 h 51"/>
                <a:gd name="T16" fmla="*/ 0 w 38"/>
                <a:gd name="T17" fmla="*/ 32 h 51"/>
                <a:gd name="T18" fmla="*/ 0 w 38"/>
                <a:gd name="T19" fmla="*/ 32 h 51"/>
                <a:gd name="T20" fmla="*/ 19 w 38"/>
                <a:gd name="T21" fmla="*/ 51 h 51"/>
                <a:gd name="T22" fmla="*/ 38 w 38"/>
                <a:gd name="T23" fmla="*/ 32 h 51"/>
                <a:gd name="T24" fmla="*/ 38 w 38"/>
                <a:gd name="T25" fmla="*/ 32 h 51"/>
                <a:gd name="T26" fmla="*/ 38 w 38"/>
                <a:gd name="T27" fmla="*/ 32 h 51"/>
                <a:gd name="T28" fmla="*/ 38 w 38"/>
                <a:gd name="T29" fmla="*/ 31 h 51"/>
                <a:gd name="T30" fmla="*/ 32 w 38"/>
                <a:gd name="T31" fmla="*/ 32 h 51"/>
                <a:gd name="T32" fmla="*/ 32 w 38"/>
                <a:gd name="T33" fmla="*/ 32 h 51"/>
                <a:gd name="T34" fmla="*/ 28 w 38"/>
                <a:gd name="T35" fmla="*/ 41 h 51"/>
                <a:gd name="T36" fmla="*/ 19 w 38"/>
                <a:gd name="T37" fmla="*/ 44 h 51"/>
                <a:gd name="T38" fmla="*/ 17 w 38"/>
                <a:gd name="T39" fmla="*/ 44 h 51"/>
                <a:gd name="T40" fmla="*/ 29 w 38"/>
                <a:gd name="T41" fmla="*/ 24 h 51"/>
                <a:gd name="T42" fmla="*/ 29 w 38"/>
                <a:gd name="T43" fmla="*/ 21 h 51"/>
                <a:gd name="T44" fmla="*/ 32 w 38"/>
                <a:gd name="T45" fmla="*/ 31 h 51"/>
                <a:gd name="T46" fmla="*/ 32 w 38"/>
                <a:gd name="T47" fmla="*/ 31 h 51"/>
                <a:gd name="T48" fmla="*/ 32 w 38"/>
                <a:gd name="T49" fmla="*/ 31 h 51"/>
                <a:gd name="T50" fmla="*/ 32 w 38"/>
                <a:gd name="T51" fmla="*/ 32 h 51"/>
                <a:gd name="T52" fmla="*/ 32 w 38"/>
                <a:gd name="T53" fmla="*/ 32 h 51"/>
                <a:gd name="T54" fmla="*/ 32 w 38"/>
                <a:gd name="T55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" h="51">
                  <a:moveTo>
                    <a:pt x="38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6"/>
                    <a:pt x="19" y="0"/>
                    <a:pt x="19" y="0"/>
                  </a:cubicBezTo>
                  <a:cubicBezTo>
                    <a:pt x="19" y="0"/>
                    <a:pt x="1" y="16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42"/>
                    <a:pt x="9" y="51"/>
                    <a:pt x="19" y="51"/>
                  </a:cubicBezTo>
                  <a:cubicBezTo>
                    <a:pt x="30" y="51"/>
                    <a:pt x="38" y="4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8" y="31"/>
                  </a:cubicBezTo>
                  <a:close/>
                  <a:moveTo>
                    <a:pt x="32" y="32"/>
                  </a:moveTo>
                  <a:cubicBezTo>
                    <a:pt x="32" y="32"/>
                    <a:pt x="32" y="32"/>
                    <a:pt x="32" y="32"/>
                  </a:cubicBezTo>
                  <a:cubicBezTo>
                    <a:pt x="32" y="35"/>
                    <a:pt x="30" y="38"/>
                    <a:pt x="28" y="41"/>
                  </a:cubicBezTo>
                  <a:cubicBezTo>
                    <a:pt x="26" y="43"/>
                    <a:pt x="23" y="44"/>
                    <a:pt x="19" y="44"/>
                  </a:cubicBezTo>
                  <a:cubicBezTo>
                    <a:pt x="19" y="44"/>
                    <a:pt x="18" y="44"/>
                    <a:pt x="17" y="44"/>
                  </a:cubicBezTo>
                  <a:cubicBezTo>
                    <a:pt x="24" y="40"/>
                    <a:pt x="29" y="33"/>
                    <a:pt x="29" y="24"/>
                  </a:cubicBezTo>
                  <a:cubicBezTo>
                    <a:pt x="29" y="23"/>
                    <a:pt x="29" y="22"/>
                    <a:pt x="29" y="21"/>
                  </a:cubicBezTo>
                  <a:cubicBezTo>
                    <a:pt x="31" y="25"/>
                    <a:pt x="32" y="28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2" name="Freeform 144"/>
            <p:cNvSpPr>
              <a:spLocks noEditPoints="1"/>
            </p:cNvSpPr>
            <p:nvPr/>
          </p:nvSpPr>
          <p:spPr bwMode="auto">
            <a:xfrm>
              <a:off x="3226" y="2560"/>
              <a:ext cx="74" cy="75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5 h 61"/>
                <a:gd name="T12" fmla="*/ 5 w 60"/>
                <a:gd name="T13" fmla="*/ 30 h 61"/>
                <a:gd name="T14" fmla="*/ 30 w 60"/>
                <a:gd name="T15" fmla="*/ 6 h 61"/>
                <a:gd name="T16" fmla="*/ 55 w 60"/>
                <a:gd name="T17" fmla="*/ 30 h 61"/>
                <a:gd name="T18" fmla="*/ 30 w 60"/>
                <a:gd name="T19" fmla="*/ 55 h 61"/>
                <a:gd name="T20" fmla="*/ 26 w 60"/>
                <a:gd name="T21" fmla="*/ 15 h 61"/>
                <a:gd name="T22" fmla="*/ 34 w 60"/>
                <a:gd name="T23" fmla="*/ 15 h 61"/>
                <a:gd name="T24" fmla="*/ 34 w 60"/>
                <a:gd name="T25" fmla="*/ 23 h 61"/>
                <a:gd name="T26" fmla="*/ 26 w 60"/>
                <a:gd name="T27" fmla="*/ 23 h 61"/>
                <a:gd name="T28" fmla="*/ 26 w 60"/>
                <a:gd name="T29" fmla="*/ 15 h 61"/>
                <a:gd name="T30" fmla="*/ 38 w 60"/>
                <a:gd name="T31" fmla="*/ 46 h 61"/>
                <a:gd name="T32" fmla="*/ 22 w 60"/>
                <a:gd name="T33" fmla="*/ 46 h 61"/>
                <a:gd name="T34" fmla="*/ 22 w 60"/>
                <a:gd name="T35" fmla="*/ 42 h 61"/>
                <a:gd name="T36" fmla="*/ 26 w 60"/>
                <a:gd name="T37" fmla="*/ 42 h 61"/>
                <a:gd name="T38" fmla="*/ 26 w 60"/>
                <a:gd name="T39" fmla="*/ 30 h 61"/>
                <a:gd name="T40" fmla="*/ 22 w 60"/>
                <a:gd name="T41" fmla="*/ 30 h 61"/>
                <a:gd name="T42" fmla="*/ 22 w 60"/>
                <a:gd name="T43" fmla="*/ 27 h 61"/>
                <a:gd name="T44" fmla="*/ 34 w 60"/>
                <a:gd name="T45" fmla="*/ 27 h 61"/>
                <a:gd name="T46" fmla="*/ 34 w 60"/>
                <a:gd name="T47" fmla="*/ 42 h 61"/>
                <a:gd name="T48" fmla="*/ 38 w 60"/>
                <a:gd name="T49" fmla="*/ 42 h 61"/>
                <a:gd name="T50" fmla="*/ 38 w 60"/>
                <a:gd name="T51" fmla="*/ 4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5"/>
                  </a:moveTo>
                  <a:cubicBezTo>
                    <a:pt x="16" y="55"/>
                    <a:pt x="5" y="44"/>
                    <a:pt x="5" y="30"/>
                  </a:cubicBezTo>
                  <a:cubicBezTo>
                    <a:pt x="5" y="17"/>
                    <a:pt x="16" y="6"/>
                    <a:pt x="30" y="6"/>
                  </a:cubicBezTo>
                  <a:cubicBezTo>
                    <a:pt x="44" y="6"/>
                    <a:pt x="55" y="17"/>
                    <a:pt x="55" y="30"/>
                  </a:cubicBezTo>
                  <a:cubicBezTo>
                    <a:pt x="55" y="44"/>
                    <a:pt x="44" y="55"/>
                    <a:pt x="30" y="55"/>
                  </a:cubicBezTo>
                  <a:close/>
                  <a:moveTo>
                    <a:pt x="26" y="15"/>
                  </a:moveTo>
                  <a:cubicBezTo>
                    <a:pt x="34" y="15"/>
                    <a:pt x="34" y="15"/>
                    <a:pt x="34" y="15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26" y="23"/>
                    <a:pt x="26" y="23"/>
                    <a:pt x="26" y="23"/>
                  </a:cubicBezTo>
                  <a:lnTo>
                    <a:pt x="26" y="15"/>
                  </a:lnTo>
                  <a:close/>
                  <a:moveTo>
                    <a:pt x="38" y="46"/>
                  </a:moveTo>
                  <a:cubicBezTo>
                    <a:pt x="22" y="46"/>
                    <a:pt x="22" y="46"/>
                    <a:pt x="22" y="46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8" y="42"/>
                    <a:pt x="38" y="42"/>
                    <a:pt x="38" y="42"/>
                  </a:cubicBezTo>
                  <a:lnTo>
                    <a:pt x="38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3" name="Freeform 145"/>
            <p:cNvSpPr>
              <a:spLocks noEditPoints="1"/>
            </p:cNvSpPr>
            <p:nvPr/>
          </p:nvSpPr>
          <p:spPr bwMode="auto">
            <a:xfrm>
              <a:off x="2196" y="2438"/>
              <a:ext cx="101" cy="107"/>
            </a:xfrm>
            <a:custGeom>
              <a:avLst/>
              <a:gdLst>
                <a:gd name="T0" fmla="*/ 78 w 82"/>
                <a:gd name="T1" fmla="*/ 22 h 87"/>
                <a:gd name="T2" fmla="*/ 50 w 82"/>
                <a:gd name="T3" fmla="*/ 2 h 87"/>
                <a:gd name="T4" fmla="*/ 40 w 82"/>
                <a:gd name="T5" fmla="*/ 4 h 87"/>
                <a:gd name="T6" fmla="*/ 3 w 82"/>
                <a:gd name="T7" fmla="*/ 55 h 87"/>
                <a:gd name="T8" fmla="*/ 4 w 82"/>
                <a:gd name="T9" fmla="*/ 65 h 87"/>
                <a:gd name="T10" fmla="*/ 32 w 82"/>
                <a:gd name="T11" fmla="*/ 85 h 87"/>
                <a:gd name="T12" fmla="*/ 42 w 82"/>
                <a:gd name="T13" fmla="*/ 84 h 87"/>
                <a:gd name="T14" fmla="*/ 80 w 82"/>
                <a:gd name="T15" fmla="*/ 32 h 87"/>
                <a:gd name="T16" fmla="*/ 78 w 82"/>
                <a:gd name="T17" fmla="*/ 22 h 87"/>
                <a:gd name="T18" fmla="*/ 54 w 82"/>
                <a:gd name="T19" fmla="*/ 9 h 87"/>
                <a:gd name="T20" fmla="*/ 70 w 82"/>
                <a:gd name="T21" fmla="*/ 21 h 87"/>
                <a:gd name="T22" fmla="*/ 68 w 82"/>
                <a:gd name="T23" fmla="*/ 23 h 87"/>
                <a:gd name="T24" fmla="*/ 53 w 82"/>
                <a:gd name="T25" fmla="*/ 11 h 87"/>
                <a:gd name="T26" fmla="*/ 54 w 82"/>
                <a:gd name="T27" fmla="*/ 9 h 87"/>
                <a:gd name="T28" fmla="*/ 21 w 82"/>
                <a:gd name="T29" fmla="*/ 71 h 87"/>
                <a:gd name="T30" fmla="*/ 20 w 82"/>
                <a:gd name="T31" fmla="*/ 64 h 87"/>
                <a:gd name="T32" fmla="*/ 27 w 82"/>
                <a:gd name="T33" fmla="*/ 63 h 87"/>
                <a:gd name="T34" fmla="*/ 28 w 82"/>
                <a:gd name="T35" fmla="*/ 70 h 87"/>
                <a:gd name="T36" fmla="*/ 21 w 82"/>
                <a:gd name="T37" fmla="*/ 71 h 87"/>
                <a:gd name="T38" fmla="*/ 45 w 82"/>
                <a:gd name="T39" fmla="*/ 71 h 87"/>
                <a:gd name="T40" fmla="*/ 14 w 82"/>
                <a:gd name="T41" fmla="*/ 48 h 87"/>
                <a:gd name="T42" fmla="*/ 43 w 82"/>
                <a:gd name="T43" fmla="*/ 9 h 87"/>
                <a:gd name="T44" fmla="*/ 74 w 82"/>
                <a:gd name="T45" fmla="*/ 31 h 87"/>
                <a:gd name="T46" fmla="*/ 45 w 82"/>
                <a:gd name="T47" fmla="*/ 7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2" h="87">
                  <a:moveTo>
                    <a:pt x="78" y="22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47" y="0"/>
                    <a:pt x="43" y="0"/>
                    <a:pt x="40" y="4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0" y="58"/>
                    <a:pt x="1" y="63"/>
                    <a:pt x="4" y="65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35" y="87"/>
                    <a:pt x="40" y="87"/>
                    <a:pt x="42" y="84"/>
                  </a:cubicBezTo>
                  <a:cubicBezTo>
                    <a:pt x="80" y="32"/>
                    <a:pt x="80" y="32"/>
                    <a:pt x="80" y="32"/>
                  </a:cubicBezTo>
                  <a:cubicBezTo>
                    <a:pt x="82" y="29"/>
                    <a:pt x="81" y="25"/>
                    <a:pt x="78" y="22"/>
                  </a:cubicBezTo>
                  <a:close/>
                  <a:moveTo>
                    <a:pt x="54" y="9"/>
                  </a:moveTo>
                  <a:cubicBezTo>
                    <a:pt x="70" y="21"/>
                    <a:pt x="70" y="21"/>
                    <a:pt x="70" y="21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53" y="11"/>
                    <a:pt x="53" y="11"/>
                    <a:pt x="53" y="11"/>
                  </a:cubicBezTo>
                  <a:lnTo>
                    <a:pt x="54" y="9"/>
                  </a:lnTo>
                  <a:close/>
                  <a:moveTo>
                    <a:pt x="21" y="71"/>
                  </a:moveTo>
                  <a:cubicBezTo>
                    <a:pt x="19" y="70"/>
                    <a:pt x="18" y="67"/>
                    <a:pt x="20" y="64"/>
                  </a:cubicBezTo>
                  <a:cubicBezTo>
                    <a:pt x="22" y="62"/>
                    <a:pt x="25" y="62"/>
                    <a:pt x="27" y="63"/>
                  </a:cubicBezTo>
                  <a:cubicBezTo>
                    <a:pt x="29" y="65"/>
                    <a:pt x="29" y="68"/>
                    <a:pt x="28" y="70"/>
                  </a:cubicBezTo>
                  <a:cubicBezTo>
                    <a:pt x="26" y="72"/>
                    <a:pt x="23" y="73"/>
                    <a:pt x="21" y="71"/>
                  </a:cubicBezTo>
                  <a:close/>
                  <a:moveTo>
                    <a:pt x="45" y="71"/>
                  </a:moveTo>
                  <a:cubicBezTo>
                    <a:pt x="14" y="48"/>
                    <a:pt x="14" y="48"/>
                    <a:pt x="14" y="48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74" y="31"/>
                    <a:pt x="74" y="31"/>
                    <a:pt x="74" y="31"/>
                  </a:cubicBezTo>
                  <a:lnTo>
                    <a:pt x="45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4" name="Freeform 146"/>
            <p:cNvSpPr>
              <a:spLocks noEditPoints="1"/>
            </p:cNvSpPr>
            <p:nvPr/>
          </p:nvSpPr>
          <p:spPr bwMode="auto">
            <a:xfrm>
              <a:off x="2792" y="2724"/>
              <a:ext cx="84" cy="85"/>
            </a:xfrm>
            <a:custGeom>
              <a:avLst/>
              <a:gdLst>
                <a:gd name="T0" fmla="*/ 35 w 69"/>
                <a:gd name="T1" fmla="*/ 0 h 69"/>
                <a:gd name="T2" fmla="*/ 0 w 69"/>
                <a:gd name="T3" fmla="*/ 35 h 69"/>
                <a:gd name="T4" fmla="*/ 35 w 69"/>
                <a:gd name="T5" fmla="*/ 69 h 69"/>
                <a:gd name="T6" fmla="*/ 69 w 69"/>
                <a:gd name="T7" fmla="*/ 35 h 69"/>
                <a:gd name="T8" fmla="*/ 35 w 69"/>
                <a:gd name="T9" fmla="*/ 0 h 69"/>
                <a:gd name="T10" fmla="*/ 55 w 69"/>
                <a:gd name="T11" fmla="*/ 30 h 69"/>
                <a:gd name="T12" fmla="*/ 36 w 69"/>
                <a:gd name="T13" fmla="*/ 56 h 69"/>
                <a:gd name="T14" fmla="*/ 28 w 69"/>
                <a:gd name="T15" fmla="*/ 52 h 69"/>
                <a:gd name="T16" fmla="*/ 21 w 69"/>
                <a:gd name="T17" fmla="*/ 32 h 69"/>
                <a:gd name="T18" fmla="*/ 16 w 69"/>
                <a:gd name="T19" fmla="*/ 33 h 69"/>
                <a:gd name="T20" fmla="*/ 14 w 69"/>
                <a:gd name="T21" fmla="*/ 31 h 69"/>
                <a:gd name="T22" fmla="*/ 27 w 69"/>
                <a:gd name="T23" fmla="*/ 22 h 69"/>
                <a:gd name="T24" fmla="*/ 34 w 69"/>
                <a:gd name="T25" fmla="*/ 35 h 69"/>
                <a:gd name="T26" fmla="*/ 37 w 69"/>
                <a:gd name="T27" fmla="*/ 44 h 69"/>
                <a:gd name="T28" fmla="*/ 43 w 69"/>
                <a:gd name="T29" fmla="*/ 36 h 69"/>
                <a:gd name="T30" fmla="*/ 38 w 69"/>
                <a:gd name="T31" fmla="*/ 31 h 69"/>
                <a:gd name="T32" fmla="*/ 55 w 69"/>
                <a:gd name="T33" fmla="*/ 3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9" h="69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54"/>
                    <a:pt x="16" y="69"/>
                    <a:pt x="35" y="69"/>
                  </a:cubicBezTo>
                  <a:cubicBezTo>
                    <a:pt x="54" y="69"/>
                    <a:pt x="69" y="54"/>
                    <a:pt x="69" y="35"/>
                  </a:cubicBezTo>
                  <a:cubicBezTo>
                    <a:pt x="69" y="16"/>
                    <a:pt x="54" y="0"/>
                    <a:pt x="35" y="0"/>
                  </a:cubicBezTo>
                  <a:close/>
                  <a:moveTo>
                    <a:pt x="55" y="30"/>
                  </a:moveTo>
                  <a:cubicBezTo>
                    <a:pt x="53" y="43"/>
                    <a:pt x="40" y="53"/>
                    <a:pt x="36" y="56"/>
                  </a:cubicBezTo>
                  <a:cubicBezTo>
                    <a:pt x="32" y="58"/>
                    <a:pt x="29" y="55"/>
                    <a:pt x="28" y="52"/>
                  </a:cubicBezTo>
                  <a:cubicBezTo>
                    <a:pt x="26" y="49"/>
                    <a:pt x="22" y="33"/>
                    <a:pt x="21" y="32"/>
                  </a:cubicBezTo>
                  <a:cubicBezTo>
                    <a:pt x="19" y="30"/>
                    <a:pt x="16" y="33"/>
                    <a:pt x="16" y="33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21" y="23"/>
                    <a:pt x="27" y="22"/>
                  </a:cubicBezTo>
                  <a:cubicBezTo>
                    <a:pt x="32" y="20"/>
                    <a:pt x="32" y="30"/>
                    <a:pt x="34" y="35"/>
                  </a:cubicBezTo>
                  <a:cubicBezTo>
                    <a:pt x="35" y="41"/>
                    <a:pt x="36" y="44"/>
                    <a:pt x="37" y="44"/>
                  </a:cubicBezTo>
                  <a:cubicBezTo>
                    <a:pt x="38" y="44"/>
                    <a:pt x="40" y="41"/>
                    <a:pt x="43" y="36"/>
                  </a:cubicBezTo>
                  <a:cubicBezTo>
                    <a:pt x="45" y="32"/>
                    <a:pt x="42" y="28"/>
                    <a:pt x="38" y="31"/>
                  </a:cubicBezTo>
                  <a:cubicBezTo>
                    <a:pt x="40" y="20"/>
                    <a:pt x="57" y="17"/>
                    <a:pt x="55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5" name="Freeform 147"/>
            <p:cNvSpPr>
              <a:spLocks noEditPoints="1"/>
            </p:cNvSpPr>
            <p:nvPr/>
          </p:nvSpPr>
          <p:spPr bwMode="auto">
            <a:xfrm>
              <a:off x="2467" y="1247"/>
              <a:ext cx="81" cy="71"/>
            </a:xfrm>
            <a:custGeom>
              <a:avLst/>
              <a:gdLst>
                <a:gd name="T0" fmla="*/ 66 w 66"/>
                <a:gd name="T1" fmla="*/ 19 h 58"/>
                <a:gd name="T2" fmla="*/ 47 w 66"/>
                <a:gd name="T3" fmla="*/ 0 h 58"/>
                <a:gd name="T4" fmla="*/ 33 w 66"/>
                <a:gd name="T5" fmla="*/ 6 h 58"/>
                <a:gd name="T6" fmla="*/ 19 w 66"/>
                <a:gd name="T7" fmla="*/ 0 h 58"/>
                <a:gd name="T8" fmla="*/ 0 w 66"/>
                <a:gd name="T9" fmla="*/ 19 h 58"/>
                <a:gd name="T10" fmla="*/ 6 w 66"/>
                <a:gd name="T11" fmla="*/ 33 h 58"/>
                <a:gd name="T12" fmla="*/ 6 w 66"/>
                <a:gd name="T13" fmla="*/ 33 h 58"/>
                <a:gd name="T14" fmla="*/ 26 w 66"/>
                <a:gd name="T15" fmla="*/ 54 h 58"/>
                <a:gd name="T16" fmla="*/ 33 w 66"/>
                <a:gd name="T17" fmla="*/ 58 h 58"/>
                <a:gd name="T18" fmla="*/ 39 w 66"/>
                <a:gd name="T19" fmla="*/ 54 h 58"/>
                <a:gd name="T20" fmla="*/ 59 w 66"/>
                <a:gd name="T21" fmla="*/ 33 h 58"/>
                <a:gd name="T22" fmla="*/ 59 w 66"/>
                <a:gd name="T23" fmla="*/ 33 h 58"/>
                <a:gd name="T24" fmla="*/ 66 w 66"/>
                <a:gd name="T25" fmla="*/ 19 h 58"/>
                <a:gd name="T26" fmla="*/ 54 w 66"/>
                <a:gd name="T27" fmla="*/ 27 h 58"/>
                <a:gd name="T28" fmla="*/ 33 w 66"/>
                <a:gd name="T29" fmla="*/ 48 h 58"/>
                <a:gd name="T30" fmla="*/ 33 w 66"/>
                <a:gd name="T31" fmla="*/ 48 h 58"/>
                <a:gd name="T32" fmla="*/ 32 w 66"/>
                <a:gd name="T33" fmla="*/ 48 h 58"/>
                <a:gd name="T34" fmla="*/ 11 w 66"/>
                <a:gd name="T35" fmla="*/ 27 h 58"/>
                <a:gd name="T36" fmla="*/ 8 w 66"/>
                <a:gd name="T37" fmla="*/ 19 h 58"/>
                <a:gd name="T38" fmla="*/ 19 w 66"/>
                <a:gd name="T39" fmla="*/ 8 h 58"/>
                <a:gd name="T40" fmla="*/ 27 w 66"/>
                <a:gd name="T41" fmla="*/ 12 h 58"/>
                <a:gd name="T42" fmla="*/ 33 w 66"/>
                <a:gd name="T43" fmla="*/ 18 h 58"/>
                <a:gd name="T44" fmla="*/ 39 w 66"/>
                <a:gd name="T45" fmla="*/ 12 h 58"/>
                <a:gd name="T46" fmla="*/ 47 w 66"/>
                <a:gd name="T47" fmla="*/ 8 h 58"/>
                <a:gd name="T48" fmla="*/ 57 w 66"/>
                <a:gd name="T49" fmla="*/ 19 h 58"/>
                <a:gd name="T50" fmla="*/ 54 w 66"/>
                <a:gd name="T51" fmla="*/ 2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58">
                  <a:moveTo>
                    <a:pt x="66" y="19"/>
                  </a:moveTo>
                  <a:cubicBezTo>
                    <a:pt x="66" y="8"/>
                    <a:pt x="57" y="0"/>
                    <a:pt x="47" y="0"/>
                  </a:cubicBezTo>
                  <a:cubicBezTo>
                    <a:pt x="41" y="0"/>
                    <a:pt x="36" y="2"/>
                    <a:pt x="33" y="6"/>
                  </a:cubicBezTo>
                  <a:cubicBezTo>
                    <a:pt x="29" y="2"/>
                    <a:pt x="24" y="0"/>
                    <a:pt x="19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24"/>
                    <a:pt x="2" y="29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8" y="56"/>
                    <a:pt x="31" y="58"/>
                    <a:pt x="33" y="58"/>
                  </a:cubicBezTo>
                  <a:cubicBezTo>
                    <a:pt x="35" y="58"/>
                    <a:pt x="37" y="56"/>
                    <a:pt x="39" y="54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63" y="29"/>
                    <a:pt x="66" y="24"/>
                    <a:pt x="66" y="19"/>
                  </a:cubicBezTo>
                  <a:close/>
                  <a:moveTo>
                    <a:pt x="54" y="27"/>
                  </a:moveTo>
                  <a:cubicBezTo>
                    <a:pt x="33" y="48"/>
                    <a:pt x="33" y="48"/>
                    <a:pt x="33" y="48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8" y="22"/>
                    <a:pt x="8" y="19"/>
                  </a:cubicBezTo>
                  <a:cubicBezTo>
                    <a:pt x="8" y="13"/>
                    <a:pt x="13" y="8"/>
                    <a:pt x="19" y="8"/>
                  </a:cubicBezTo>
                  <a:cubicBezTo>
                    <a:pt x="22" y="8"/>
                    <a:pt x="24" y="9"/>
                    <a:pt x="27" y="12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41" y="9"/>
                    <a:pt x="44" y="8"/>
                    <a:pt x="47" y="8"/>
                  </a:cubicBezTo>
                  <a:cubicBezTo>
                    <a:pt x="53" y="8"/>
                    <a:pt x="57" y="13"/>
                    <a:pt x="57" y="19"/>
                  </a:cubicBezTo>
                  <a:cubicBezTo>
                    <a:pt x="57" y="22"/>
                    <a:pt x="56" y="25"/>
                    <a:pt x="5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6" name="Freeform 148"/>
            <p:cNvSpPr>
              <a:spLocks noEditPoints="1"/>
            </p:cNvSpPr>
            <p:nvPr/>
          </p:nvSpPr>
          <p:spPr bwMode="auto">
            <a:xfrm>
              <a:off x="2224" y="1466"/>
              <a:ext cx="92" cy="108"/>
            </a:xfrm>
            <a:custGeom>
              <a:avLst/>
              <a:gdLst>
                <a:gd name="T0" fmla="*/ 54 w 75"/>
                <a:gd name="T1" fmla="*/ 0 h 88"/>
                <a:gd name="T2" fmla="*/ 13 w 75"/>
                <a:gd name="T3" fmla="*/ 28 h 88"/>
                <a:gd name="T4" fmla="*/ 16 w 75"/>
                <a:gd name="T5" fmla="*/ 65 h 88"/>
                <a:gd name="T6" fmla="*/ 48 w 75"/>
                <a:gd name="T7" fmla="*/ 27 h 88"/>
                <a:gd name="T8" fmla="*/ 32 w 75"/>
                <a:gd name="T9" fmla="*/ 75 h 88"/>
                <a:gd name="T10" fmla="*/ 69 w 75"/>
                <a:gd name="T11" fmla="*/ 57 h 88"/>
                <a:gd name="T12" fmla="*/ 54 w 75"/>
                <a:gd name="T13" fmla="*/ 0 h 88"/>
                <a:gd name="T14" fmla="*/ 4 w 75"/>
                <a:gd name="T15" fmla="*/ 78 h 88"/>
                <a:gd name="T16" fmla="*/ 10 w 75"/>
                <a:gd name="T17" fmla="*/ 83 h 88"/>
                <a:gd name="T18" fmla="*/ 46 w 75"/>
                <a:gd name="T19" fmla="*/ 41 h 88"/>
                <a:gd name="T20" fmla="*/ 4 w 75"/>
                <a:gd name="T21" fmla="*/ 7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88">
                  <a:moveTo>
                    <a:pt x="54" y="0"/>
                  </a:moveTo>
                  <a:cubicBezTo>
                    <a:pt x="40" y="23"/>
                    <a:pt x="29" y="12"/>
                    <a:pt x="13" y="28"/>
                  </a:cubicBezTo>
                  <a:cubicBezTo>
                    <a:pt x="0" y="42"/>
                    <a:pt x="4" y="59"/>
                    <a:pt x="16" y="65"/>
                  </a:cubicBezTo>
                  <a:cubicBezTo>
                    <a:pt x="28" y="59"/>
                    <a:pt x="40" y="46"/>
                    <a:pt x="48" y="27"/>
                  </a:cubicBezTo>
                  <a:cubicBezTo>
                    <a:pt x="48" y="27"/>
                    <a:pt x="56" y="51"/>
                    <a:pt x="32" y="75"/>
                  </a:cubicBezTo>
                  <a:cubicBezTo>
                    <a:pt x="44" y="88"/>
                    <a:pt x="64" y="79"/>
                    <a:pt x="69" y="57"/>
                  </a:cubicBezTo>
                  <a:cubicBezTo>
                    <a:pt x="75" y="33"/>
                    <a:pt x="60" y="9"/>
                    <a:pt x="54" y="0"/>
                  </a:cubicBezTo>
                  <a:close/>
                  <a:moveTo>
                    <a:pt x="4" y="78"/>
                  </a:moveTo>
                  <a:cubicBezTo>
                    <a:pt x="4" y="79"/>
                    <a:pt x="4" y="83"/>
                    <a:pt x="10" y="83"/>
                  </a:cubicBezTo>
                  <a:cubicBezTo>
                    <a:pt x="14" y="83"/>
                    <a:pt x="35" y="71"/>
                    <a:pt x="46" y="41"/>
                  </a:cubicBezTo>
                  <a:cubicBezTo>
                    <a:pt x="30" y="70"/>
                    <a:pt x="5" y="78"/>
                    <a:pt x="4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7" name="Freeform 149"/>
            <p:cNvSpPr>
              <a:spLocks noEditPoints="1"/>
            </p:cNvSpPr>
            <p:nvPr/>
          </p:nvSpPr>
          <p:spPr bwMode="auto">
            <a:xfrm>
              <a:off x="1648" y="2519"/>
              <a:ext cx="61" cy="62"/>
            </a:xfrm>
            <a:custGeom>
              <a:avLst/>
              <a:gdLst>
                <a:gd name="T0" fmla="*/ 6 w 50"/>
                <a:gd name="T1" fmla="*/ 25 h 51"/>
                <a:gd name="T2" fmla="*/ 17 w 50"/>
                <a:gd name="T3" fmla="*/ 42 h 51"/>
                <a:gd name="T4" fmla="*/ 8 w 50"/>
                <a:gd name="T5" fmla="*/ 18 h 51"/>
                <a:gd name="T6" fmla="*/ 6 w 50"/>
                <a:gd name="T7" fmla="*/ 25 h 51"/>
                <a:gd name="T8" fmla="*/ 38 w 50"/>
                <a:gd name="T9" fmla="*/ 24 h 51"/>
                <a:gd name="T10" fmla="*/ 36 w 50"/>
                <a:gd name="T11" fmla="*/ 19 h 51"/>
                <a:gd name="T12" fmla="*/ 34 w 50"/>
                <a:gd name="T13" fmla="*/ 15 h 51"/>
                <a:gd name="T14" fmla="*/ 38 w 50"/>
                <a:gd name="T15" fmla="*/ 11 h 51"/>
                <a:gd name="T16" fmla="*/ 38 w 50"/>
                <a:gd name="T17" fmla="*/ 11 h 51"/>
                <a:gd name="T18" fmla="*/ 25 w 50"/>
                <a:gd name="T19" fmla="*/ 7 h 51"/>
                <a:gd name="T20" fmla="*/ 9 w 50"/>
                <a:gd name="T21" fmla="*/ 15 h 51"/>
                <a:gd name="T22" fmla="*/ 10 w 50"/>
                <a:gd name="T23" fmla="*/ 15 h 51"/>
                <a:gd name="T24" fmla="*/ 15 w 50"/>
                <a:gd name="T25" fmla="*/ 15 h 51"/>
                <a:gd name="T26" fmla="*/ 15 w 50"/>
                <a:gd name="T27" fmla="*/ 16 h 51"/>
                <a:gd name="T28" fmla="*/ 13 w 50"/>
                <a:gd name="T29" fmla="*/ 16 h 51"/>
                <a:gd name="T30" fmla="*/ 20 w 50"/>
                <a:gd name="T31" fmla="*/ 37 h 51"/>
                <a:gd name="T32" fmla="*/ 24 w 50"/>
                <a:gd name="T33" fmla="*/ 24 h 51"/>
                <a:gd name="T34" fmla="*/ 21 w 50"/>
                <a:gd name="T35" fmla="*/ 16 h 51"/>
                <a:gd name="T36" fmla="*/ 19 w 50"/>
                <a:gd name="T37" fmla="*/ 16 h 51"/>
                <a:gd name="T38" fmla="*/ 20 w 50"/>
                <a:gd name="T39" fmla="*/ 15 h 51"/>
                <a:gd name="T40" fmla="*/ 25 w 50"/>
                <a:gd name="T41" fmla="*/ 15 h 51"/>
                <a:gd name="T42" fmla="*/ 30 w 50"/>
                <a:gd name="T43" fmla="*/ 15 h 51"/>
                <a:gd name="T44" fmla="*/ 30 w 50"/>
                <a:gd name="T45" fmla="*/ 16 h 51"/>
                <a:gd name="T46" fmla="*/ 28 w 50"/>
                <a:gd name="T47" fmla="*/ 16 h 51"/>
                <a:gd name="T48" fmla="*/ 34 w 50"/>
                <a:gd name="T49" fmla="*/ 36 h 51"/>
                <a:gd name="T50" fmla="*/ 36 w 50"/>
                <a:gd name="T51" fmla="*/ 30 h 51"/>
                <a:gd name="T52" fmla="*/ 38 w 50"/>
                <a:gd name="T53" fmla="*/ 24 h 51"/>
                <a:gd name="T54" fmla="*/ 25 w 50"/>
                <a:gd name="T55" fmla="*/ 27 h 51"/>
                <a:gd name="T56" fmla="*/ 20 w 50"/>
                <a:gd name="T57" fmla="*/ 43 h 51"/>
                <a:gd name="T58" fmla="*/ 25 w 50"/>
                <a:gd name="T59" fmla="*/ 44 h 51"/>
                <a:gd name="T60" fmla="*/ 31 w 50"/>
                <a:gd name="T61" fmla="*/ 43 h 51"/>
                <a:gd name="T62" fmla="*/ 31 w 50"/>
                <a:gd name="T63" fmla="*/ 42 h 51"/>
                <a:gd name="T64" fmla="*/ 25 w 50"/>
                <a:gd name="T65" fmla="*/ 27 h 51"/>
                <a:gd name="T66" fmla="*/ 42 w 50"/>
                <a:gd name="T67" fmla="*/ 16 h 51"/>
                <a:gd name="T68" fmla="*/ 42 w 50"/>
                <a:gd name="T69" fmla="*/ 18 h 51"/>
                <a:gd name="T70" fmla="*/ 40 w 50"/>
                <a:gd name="T71" fmla="*/ 25 h 51"/>
                <a:gd name="T72" fmla="*/ 35 w 50"/>
                <a:gd name="T73" fmla="*/ 41 h 51"/>
                <a:gd name="T74" fmla="*/ 44 w 50"/>
                <a:gd name="T75" fmla="*/ 25 h 51"/>
                <a:gd name="T76" fmla="*/ 42 w 50"/>
                <a:gd name="T77" fmla="*/ 16 h 51"/>
                <a:gd name="T78" fmla="*/ 25 w 50"/>
                <a:gd name="T79" fmla="*/ 0 h 51"/>
                <a:gd name="T80" fmla="*/ 0 w 50"/>
                <a:gd name="T81" fmla="*/ 25 h 51"/>
                <a:gd name="T82" fmla="*/ 25 w 50"/>
                <a:gd name="T83" fmla="*/ 51 h 51"/>
                <a:gd name="T84" fmla="*/ 50 w 50"/>
                <a:gd name="T85" fmla="*/ 25 h 51"/>
                <a:gd name="T86" fmla="*/ 25 w 50"/>
                <a:gd name="T87" fmla="*/ 0 h 51"/>
                <a:gd name="T88" fmla="*/ 25 w 50"/>
                <a:gd name="T89" fmla="*/ 47 h 51"/>
                <a:gd name="T90" fmla="*/ 3 w 50"/>
                <a:gd name="T91" fmla="*/ 25 h 51"/>
                <a:gd name="T92" fmla="*/ 25 w 50"/>
                <a:gd name="T93" fmla="*/ 3 h 51"/>
                <a:gd name="T94" fmla="*/ 47 w 50"/>
                <a:gd name="T95" fmla="*/ 25 h 51"/>
                <a:gd name="T96" fmla="*/ 25 w 50"/>
                <a:gd name="T97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0" h="51">
                  <a:moveTo>
                    <a:pt x="6" y="25"/>
                  </a:moveTo>
                  <a:cubicBezTo>
                    <a:pt x="6" y="32"/>
                    <a:pt x="10" y="39"/>
                    <a:pt x="17" y="4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7" y="20"/>
                    <a:pt x="6" y="22"/>
                    <a:pt x="6" y="25"/>
                  </a:cubicBezTo>
                  <a:close/>
                  <a:moveTo>
                    <a:pt x="38" y="24"/>
                  </a:moveTo>
                  <a:cubicBezTo>
                    <a:pt x="38" y="22"/>
                    <a:pt x="37" y="20"/>
                    <a:pt x="36" y="19"/>
                  </a:cubicBezTo>
                  <a:cubicBezTo>
                    <a:pt x="35" y="18"/>
                    <a:pt x="34" y="16"/>
                    <a:pt x="34" y="15"/>
                  </a:cubicBezTo>
                  <a:cubicBezTo>
                    <a:pt x="34" y="13"/>
                    <a:pt x="36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4" y="8"/>
                    <a:pt x="30" y="7"/>
                    <a:pt x="25" y="7"/>
                  </a:cubicBezTo>
                  <a:cubicBezTo>
                    <a:pt x="18" y="7"/>
                    <a:pt x="12" y="10"/>
                    <a:pt x="9" y="15"/>
                  </a:cubicBezTo>
                  <a:cubicBezTo>
                    <a:pt x="9" y="15"/>
                    <a:pt x="10" y="15"/>
                    <a:pt x="10" y="15"/>
                  </a:cubicBezTo>
                  <a:cubicBezTo>
                    <a:pt x="12" y="15"/>
                    <a:pt x="15" y="15"/>
                    <a:pt x="15" y="15"/>
                  </a:cubicBezTo>
                  <a:cubicBezTo>
                    <a:pt x="16" y="15"/>
                    <a:pt x="16" y="16"/>
                    <a:pt x="15" y="16"/>
                  </a:cubicBezTo>
                  <a:cubicBezTo>
                    <a:pt x="15" y="16"/>
                    <a:pt x="14" y="16"/>
                    <a:pt x="13" y="16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19" y="16"/>
                    <a:pt x="19" y="16"/>
                  </a:cubicBezTo>
                  <a:cubicBezTo>
                    <a:pt x="18" y="16"/>
                    <a:pt x="19" y="15"/>
                    <a:pt x="20" y="15"/>
                  </a:cubicBezTo>
                  <a:cubicBezTo>
                    <a:pt x="20" y="15"/>
                    <a:pt x="23" y="15"/>
                    <a:pt x="25" y="15"/>
                  </a:cubicBezTo>
                  <a:cubicBezTo>
                    <a:pt x="27" y="15"/>
                    <a:pt x="30" y="15"/>
                    <a:pt x="30" y="15"/>
                  </a:cubicBezTo>
                  <a:cubicBezTo>
                    <a:pt x="31" y="15"/>
                    <a:pt x="31" y="16"/>
                    <a:pt x="30" y="16"/>
                  </a:cubicBezTo>
                  <a:cubicBezTo>
                    <a:pt x="30" y="16"/>
                    <a:pt x="29" y="16"/>
                    <a:pt x="28" y="1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28"/>
                    <a:pt x="38" y="26"/>
                    <a:pt x="38" y="24"/>
                  </a:cubicBezTo>
                  <a:close/>
                  <a:moveTo>
                    <a:pt x="25" y="27"/>
                  </a:moveTo>
                  <a:cubicBezTo>
                    <a:pt x="20" y="43"/>
                    <a:pt x="20" y="43"/>
                    <a:pt x="20" y="43"/>
                  </a:cubicBezTo>
                  <a:cubicBezTo>
                    <a:pt x="21" y="43"/>
                    <a:pt x="23" y="44"/>
                    <a:pt x="25" y="44"/>
                  </a:cubicBezTo>
                  <a:cubicBezTo>
                    <a:pt x="27" y="44"/>
                    <a:pt x="29" y="43"/>
                    <a:pt x="31" y="43"/>
                  </a:cubicBezTo>
                  <a:cubicBezTo>
                    <a:pt x="31" y="43"/>
                    <a:pt x="31" y="42"/>
                    <a:pt x="31" y="42"/>
                  </a:cubicBezTo>
                  <a:lnTo>
                    <a:pt x="25" y="27"/>
                  </a:lnTo>
                  <a:close/>
                  <a:moveTo>
                    <a:pt x="42" y="16"/>
                  </a:moveTo>
                  <a:cubicBezTo>
                    <a:pt x="42" y="17"/>
                    <a:pt x="42" y="17"/>
                    <a:pt x="42" y="18"/>
                  </a:cubicBezTo>
                  <a:cubicBezTo>
                    <a:pt x="42" y="20"/>
                    <a:pt x="41" y="22"/>
                    <a:pt x="40" y="2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40" y="38"/>
                    <a:pt x="44" y="32"/>
                    <a:pt x="44" y="25"/>
                  </a:cubicBezTo>
                  <a:cubicBezTo>
                    <a:pt x="44" y="22"/>
                    <a:pt x="43" y="19"/>
                    <a:pt x="42" y="16"/>
                  </a:cubicBezTo>
                  <a:close/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1"/>
                    <a:pt x="25" y="51"/>
                  </a:cubicBezTo>
                  <a:cubicBezTo>
                    <a:pt x="39" y="51"/>
                    <a:pt x="50" y="39"/>
                    <a:pt x="50" y="25"/>
                  </a:cubicBezTo>
                  <a:cubicBezTo>
                    <a:pt x="50" y="11"/>
                    <a:pt x="39" y="0"/>
                    <a:pt x="25" y="0"/>
                  </a:cubicBezTo>
                  <a:close/>
                  <a:moveTo>
                    <a:pt x="25" y="47"/>
                  </a:moveTo>
                  <a:cubicBezTo>
                    <a:pt x="13" y="47"/>
                    <a:pt x="3" y="37"/>
                    <a:pt x="3" y="25"/>
                  </a:cubicBezTo>
                  <a:cubicBezTo>
                    <a:pt x="3" y="13"/>
                    <a:pt x="13" y="3"/>
                    <a:pt x="25" y="3"/>
                  </a:cubicBezTo>
                  <a:cubicBezTo>
                    <a:pt x="37" y="3"/>
                    <a:pt x="47" y="13"/>
                    <a:pt x="47" y="25"/>
                  </a:cubicBezTo>
                  <a:cubicBezTo>
                    <a:pt x="47" y="37"/>
                    <a:pt x="37" y="47"/>
                    <a:pt x="25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8" name="Freeform 150"/>
            <p:cNvSpPr>
              <a:spLocks noEditPoints="1"/>
            </p:cNvSpPr>
            <p:nvPr/>
          </p:nvSpPr>
          <p:spPr bwMode="auto">
            <a:xfrm>
              <a:off x="1857" y="1775"/>
              <a:ext cx="101" cy="101"/>
            </a:xfrm>
            <a:custGeom>
              <a:avLst/>
              <a:gdLst>
                <a:gd name="T0" fmla="*/ 79 w 82"/>
                <a:gd name="T1" fmla="*/ 69 h 82"/>
                <a:gd name="T2" fmla="*/ 60 w 82"/>
                <a:gd name="T3" fmla="*/ 53 h 82"/>
                <a:gd name="T4" fmla="*/ 54 w 82"/>
                <a:gd name="T5" fmla="*/ 50 h 82"/>
                <a:gd name="T6" fmla="*/ 61 w 82"/>
                <a:gd name="T7" fmla="*/ 30 h 82"/>
                <a:gd name="T8" fmla="*/ 30 w 82"/>
                <a:gd name="T9" fmla="*/ 0 h 82"/>
                <a:gd name="T10" fmla="*/ 0 w 82"/>
                <a:gd name="T11" fmla="*/ 30 h 82"/>
                <a:gd name="T12" fmla="*/ 30 w 82"/>
                <a:gd name="T13" fmla="*/ 61 h 82"/>
                <a:gd name="T14" fmla="*/ 50 w 82"/>
                <a:gd name="T15" fmla="*/ 54 h 82"/>
                <a:gd name="T16" fmla="*/ 53 w 82"/>
                <a:gd name="T17" fmla="*/ 60 h 82"/>
                <a:gd name="T18" fmla="*/ 69 w 82"/>
                <a:gd name="T19" fmla="*/ 79 h 82"/>
                <a:gd name="T20" fmla="*/ 80 w 82"/>
                <a:gd name="T21" fmla="*/ 79 h 82"/>
                <a:gd name="T22" fmla="*/ 79 w 82"/>
                <a:gd name="T23" fmla="*/ 69 h 82"/>
                <a:gd name="T24" fmla="*/ 30 w 82"/>
                <a:gd name="T25" fmla="*/ 51 h 82"/>
                <a:gd name="T26" fmla="*/ 10 w 82"/>
                <a:gd name="T27" fmla="*/ 30 h 82"/>
                <a:gd name="T28" fmla="*/ 30 w 82"/>
                <a:gd name="T29" fmla="*/ 10 h 82"/>
                <a:gd name="T30" fmla="*/ 51 w 82"/>
                <a:gd name="T31" fmla="*/ 30 h 82"/>
                <a:gd name="T32" fmla="*/ 30 w 82"/>
                <a:gd name="T33" fmla="*/ 5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" h="82">
                  <a:moveTo>
                    <a:pt x="79" y="69"/>
                  </a:moveTo>
                  <a:cubicBezTo>
                    <a:pt x="60" y="53"/>
                    <a:pt x="60" y="53"/>
                    <a:pt x="60" y="53"/>
                  </a:cubicBezTo>
                  <a:cubicBezTo>
                    <a:pt x="58" y="51"/>
                    <a:pt x="56" y="50"/>
                    <a:pt x="54" y="50"/>
                  </a:cubicBezTo>
                  <a:cubicBezTo>
                    <a:pt x="58" y="45"/>
                    <a:pt x="61" y="38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1"/>
                    <a:pt x="30" y="61"/>
                  </a:cubicBezTo>
                  <a:cubicBezTo>
                    <a:pt x="38" y="61"/>
                    <a:pt x="45" y="58"/>
                    <a:pt x="50" y="54"/>
                  </a:cubicBezTo>
                  <a:cubicBezTo>
                    <a:pt x="50" y="55"/>
                    <a:pt x="51" y="58"/>
                    <a:pt x="53" y="60"/>
                  </a:cubicBezTo>
                  <a:cubicBezTo>
                    <a:pt x="69" y="79"/>
                    <a:pt x="69" y="79"/>
                    <a:pt x="69" y="79"/>
                  </a:cubicBezTo>
                  <a:cubicBezTo>
                    <a:pt x="72" y="82"/>
                    <a:pt x="77" y="82"/>
                    <a:pt x="80" y="79"/>
                  </a:cubicBezTo>
                  <a:cubicBezTo>
                    <a:pt x="82" y="77"/>
                    <a:pt x="82" y="72"/>
                    <a:pt x="79" y="69"/>
                  </a:cubicBezTo>
                  <a:close/>
                  <a:moveTo>
                    <a:pt x="30" y="51"/>
                  </a:moveTo>
                  <a:cubicBezTo>
                    <a:pt x="19" y="51"/>
                    <a:pt x="10" y="42"/>
                    <a:pt x="10" y="30"/>
                  </a:cubicBezTo>
                  <a:cubicBezTo>
                    <a:pt x="10" y="19"/>
                    <a:pt x="19" y="10"/>
                    <a:pt x="30" y="10"/>
                  </a:cubicBezTo>
                  <a:cubicBezTo>
                    <a:pt x="42" y="10"/>
                    <a:pt x="51" y="19"/>
                    <a:pt x="51" y="30"/>
                  </a:cubicBezTo>
                  <a:cubicBezTo>
                    <a:pt x="51" y="42"/>
                    <a:pt x="42" y="51"/>
                    <a:pt x="30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9" name="Freeform 151"/>
            <p:cNvSpPr>
              <a:spLocks/>
            </p:cNvSpPr>
            <p:nvPr/>
          </p:nvSpPr>
          <p:spPr bwMode="auto">
            <a:xfrm>
              <a:off x="2223" y="1048"/>
              <a:ext cx="76" cy="74"/>
            </a:xfrm>
            <a:custGeom>
              <a:avLst/>
              <a:gdLst>
                <a:gd name="T0" fmla="*/ 39 w 62"/>
                <a:gd name="T1" fmla="*/ 42 h 60"/>
                <a:gd name="T2" fmla="*/ 37 w 62"/>
                <a:gd name="T3" fmla="*/ 37 h 60"/>
                <a:gd name="T4" fmla="*/ 43 w 62"/>
                <a:gd name="T5" fmla="*/ 27 h 60"/>
                <a:gd name="T6" fmla="*/ 44 w 62"/>
                <a:gd name="T7" fmla="*/ 19 h 60"/>
                <a:gd name="T8" fmla="*/ 31 w 62"/>
                <a:gd name="T9" fmla="*/ 0 h 60"/>
                <a:gd name="T10" fmla="*/ 18 w 62"/>
                <a:gd name="T11" fmla="*/ 19 h 60"/>
                <a:gd name="T12" fmla="*/ 20 w 62"/>
                <a:gd name="T13" fmla="*/ 27 h 60"/>
                <a:gd name="T14" fmla="*/ 25 w 62"/>
                <a:gd name="T15" fmla="*/ 37 h 60"/>
                <a:gd name="T16" fmla="*/ 23 w 62"/>
                <a:gd name="T17" fmla="*/ 42 h 60"/>
                <a:gd name="T18" fmla="*/ 0 w 62"/>
                <a:gd name="T19" fmla="*/ 60 h 60"/>
                <a:gd name="T20" fmla="*/ 31 w 62"/>
                <a:gd name="T21" fmla="*/ 60 h 60"/>
                <a:gd name="T22" fmla="*/ 62 w 62"/>
                <a:gd name="T23" fmla="*/ 60 h 60"/>
                <a:gd name="T24" fmla="*/ 39 w 62"/>
                <a:gd name="T25" fmla="*/ 4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60">
                  <a:moveTo>
                    <a:pt x="39" y="42"/>
                  </a:moveTo>
                  <a:cubicBezTo>
                    <a:pt x="37" y="42"/>
                    <a:pt x="37" y="37"/>
                    <a:pt x="37" y="37"/>
                  </a:cubicBezTo>
                  <a:cubicBezTo>
                    <a:pt x="37" y="37"/>
                    <a:pt x="42" y="33"/>
                    <a:pt x="43" y="27"/>
                  </a:cubicBezTo>
                  <a:cubicBezTo>
                    <a:pt x="45" y="27"/>
                    <a:pt x="47" y="21"/>
                    <a:pt x="44" y="19"/>
                  </a:cubicBezTo>
                  <a:cubicBezTo>
                    <a:pt x="44" y="16"/>
                    <a:pt x="48" y="0"/>
                    <a:pt x="31" y="0"/>
                  </a:cubicBezTo>
                  <a:cubicBezTo>
                    <a:pt x="15" y="0"/>
                    <a:pt x="18" y="16"/>
                    <a:pt x="18" y="19"/>
                  </a:cubicBezTo>
                  <a:cubicBezTo>
                    <a:pt x="15" y="21"/>
                    <a:pt x="17" y="27"/>
                    <a:pt x="20" y="27"/>
                  </a:cubicBezTo>
                  <a:cubicBezTo>
                    <a:pt x="21" y="33"/>
                    <a:pt x="25" y="37"/>
                    <a:pt x="25" y="37"/>
                  </a:cubicBezTo>
                  <a:cubicBezTo>
                    <a:pt x="25" y="37"/>
                    <a:pt x="25" y="42"/>
                    <a:pt x="23" y="42"/>
                  </a:cubicBezTo>
                  <a:cubicBezTo>
                    <a:pt x="19" y="43"/>
                    <a:pt x="0" y="51"/>
                    <a:pt x="0" y="60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62" y="60"/>
                    <a:pt x="62" y="60"/>
                    <a:pt x="62" y="60"/>
                  </a:cubicBezTo>
                  <a:cubicBezTo>
                    <a:pt x="62" y="51"/>
                    <a:pt x="44" y="43"/>
                    <a:pt x="39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0" name="Freeform 152"/>
            <p:cNvSpPr>
              <a:spLocks/>
            </p:cNvSpPr>
            <p:nvPr/>
          </p:nvSpPr>
          <p:spPr bwMode="auto">
            <a:xfrm>
              <a:off x="1698" y="1222"/>
              <a:ext cx="93" cy="93"/>
            </a:xfrm>
            <a:custGeom>
              <a:avLst/>
              <a:gdLst>
                <a:gd name="T0" fmla="*/ 24 w 75"/>
                <a:gd name="T1" fmla="*/ 14 h 75"/>
                <a:gd name="T2" fmla="*/ 75 w 75"/>
                <a:gd name="T3" fmla="*/ 0 h 75"/>
                <a:gd name="T4" fmla="*/ 75 w 75"/>
                <a:gd name="T5" fmla="*/ 4 h 75"/>
                <a:gd name="T6" fmla="*/ 75 w 75"/>
                <a:gd name="T7" fmla="*/ 14 h 75"/>
                <a:gd name="T8" fmla="*/ 75 w 75"/>
                <a:gd name="T9" fmla="*/ 54 h 75"/>
                <a:gd name="T10" fmla="*/ 59 w 75"/>
                <a:gd name="T11" fmla="*/ 65 h 75"/>
                <a:gd name="T12" fmla="*/ 42 w 75"/>
                <a:gd name="T13" fmla="*/ 54 h 75"/>
                <a:gd name="T14" fmla="*/ 59 w 75"/>
                <a:gd name="T15" fmla="*/ 42 h 75"/>
                <a:gd name="T16" fmla="*/ 66 w 75"/>
                <a:gd name="T17" fmla="*/ 43 h 75"/>
                <a:gd name="T18" fmla="*/ 66 w 75"/>
                <a:gd name="T19" fmla="*/ 19 h 75"/>
                <a:gd name="T20" fmla="*/ 33 w 75"/>
                <a:gd name="T21" fmla="*/ 28 h 75"/>
                <a:gd name="T22" fmla="*/ 33 w 75"/>
                <a:gd name="T23" fmla="*/ 63 h 75"/>
                <a:gd name="T24" fmla="*/ 16 w 75"/>
                <a:gd name="T25" fmla="*/ 75 h 75"/>
                <a:gd name="T26" fmla="*/ 0 w 75"/>
                <a:gd name="T27" fmla="*/ 63 h 75"/>
                <a:gd name="T28" fmla="*/ 16 w 75"/>
                <a:gd name="T29" fmla="*/ 51 h 75"/>
                <a:gd name="T30" fmla="*/ 24 w 75"/>
                <a:gd name="T31" fmla="*/ 52 h 75"/>
                <a:gd name="T32" fmla="*/ 24 w 75"/>
                <a:gd name="T33" fmla="*/ 28 h 75"/>
                <a:gd name="T34" fmla="*/ 24 w 75"/>
                <a:gd name="T35" fmla="*/ 1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5" h="75">
                  <a:moveTo>
                    <a:pt x="24" y="14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60"/>
                    <a:pt x="68" y="65"/>
                    <a:pt x="59" y="65"/>
                  </a:cubicBezTo>
                  <a:cubicBezTo>
                    <a:pt x="50" y="65"/>
                    <a:pt x="42" y="60"/>
                    <a:pt x="42" y="54"/>
                  </a:cubicBezTo>
                  <a:cubicBezTo>
                    <a:pt x="42" y="47"/>
                    <a:pt x="50" y="42"/>
                    <a:pt x="59" y="42"/>
                  </a:cubicBezTo>
                  <a:cubicBezTo>
                    <a:pt x="61" y="42"/>
                    <a:pt x="64" y="42"/>
                    <a:pt x="66" y="43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70"/>
                    <a:pt x="26" y="75"/>
                    <a:pt x="16" y="75"/>
                  </a:cubicBezTo>
                  <a:cubicBezTo>
                    <a:pt x="7" y="75"/>
                    <a:pt x="0" y="70"/>
                    <a:pt x="0" y="63"/>
                  </a:cubicBezTo>
                  <a:cubicBezTo>
                    <a:pt x="0" y="57"/>
                    <a:pt x="7" y="51"/>
                    <a:pt x="16" y="51"/>
                  </a:cubicBezTo>
                  <a:cubicBezTo>
                    <a:pt x="19" y="51"/>
                    <a:pt x="21" y="52"/>
                    <a:pt x="24" y="52"/>
                  </a:cubicBezTo>
                  <a:cubicBezTo>
                    <a:pt x="24" y="28"/>
                    <a:pt x="24" y="28"/>
                    <a:pt x="24" y="28"/>
                  </a:cubicBezTo>
                  <a:lnTo>
                    <a:pt x="2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1" name="Freeform 153"/>
            <p:cNvSpPr>
              <a:spLocks/>
            </p:cNvSpPr>
            <p:nvPr/>
          </p:nvSpPr>
          <p:spPr bwMode="auto">
            <a:xfrm>
              <a:off x="1336" y="1472"/>
              <a:ext cx="48" cy="52"/>
            </a:xfrm>
            <a:custGeom>
              <a:avLst/>
              <a:gdLst>
                <a:gd name="T0" fmla="*/ 31 w 39"/>
                <a:gd name="T1" fmla="*/ 16 h 42"/>
                <a:gd name="T2" fmla="*/ 25 w 39"/>
                <a:gd name="T3" fmla="*/ 19 h 42"/>
                <a:gd name="T4" fmla="*/ 22 w 39"/>
                <a:gd name="T5" fmla="*/ 21 h 42"/>
                <a:gd name="T6" fmla="*/ 25 w 39"/>
                <a:gd name="T7" fmla="*/ 15 h 42"/>
                <a:gd name="T8" fmla="*/ 28 w 39"/>
                <a:gd name="T9" fmla="*/ 9 h 42"/>
                <a:gd name="T10" fmla="*/ 19 w 39"/>
                <a:gd name="T11" fmla="*/ 0 h 42"/>
                <a:gd name="T12" fmla="*/ 11 w 39"/>
                <a:gd name="T13" fmla="*/ 9 h 42"/>
                <a:gd name="T14" fmla="*/ 14 w 39"/>
                <a:gd name="T15" fmla="*/ 15 h 42"/>
                <a:gd name="T16" fmla="*/ 18 w 39"/>
                <a:gd name="T17" fmla="*/ 21 h 42"/>
                <a:gd name="T18" fmla="*/ 14 w 39"/>
                <a:gd name="T19" fmla="*/ 19 h 42"/>
                <a:gd name="T20" fmla="*/ 8 w 39"/>
                <a:gd name="T21" fmla="*/ 17 h 42"/>
                <a:gd name="T22" fmla="*/ 0 w 39"/>
                <a:gd name="T23" fmla="*/ 25 h 42"/>
                <a:gd name="T24" fmla="*/ 9 w 39"/>
                <a:gd name="T25" fmla="*/ 34 h 42"/>
                <a:gd name="T26" fmla="*/ 15 w 39"/>
                <a:gd name="T27" fmla="*/ 31 h 42"/>
                <a:gd name="T28" fmla="*/ 18 w 39"/>
                <a:gd name="T29" fmla="*/ 28 h 42"/>
                <a:gd name="T30" fmla="*/ 12 w 39"/>
                <a:gd name="T31" fmla="*/ 41 h 42"/>
                <a:gd name="T32" fmla="*/ 12 w 39"/>
                <a:gd name="T33" fmla="*/ 42 h 42"/>
                <a:gd name="T34" fmla="*/ 20 w 39"/>
                <a:gd name="T35" fmla="*/ 42 h 42"/>
                <a:gd name="T36" fmla="*/ 28 w 39"/>
                <a:gd name="T37" fmla="*/ 42 h 42"/>
                <a:gd name="T38" fmla="*/ 28 w 39"/>
                <a:gd name="T39" fmla="*/ 40 h 42"/>
                <a:gd name="T40" fmla="*/ 22 w 39"/>
                <a:gd name="T41" fmla="*/ 28 h 42"/>
                <a:gd name="T42" fmla="*/ 25 w 39"/>
                <a:gd name="T43" fmla="*/ 31 h 42"/>
                <a:gd name="T44" fmla="*/ 31 w 39"/>
                <a:gd name="T45" fmla="*/ 33 h 42"/>
                <a:gd name="T46" fmla="*/ 39 w 39"/>
                <a:gd name="T47" fmla="*/ 24 h 42"/>
                <a:gd name="T48" fmla="*/ 31 w 39"/>
                <a:gd name="T49" fmla="*/ 1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9" h="42">
                  <a:moveTo>
                    <a:pt x="31" y="16"/>
                  </a:moveTo>
                  <a:cubicBezTo>
                    <a:pt x="28" y="16"/>
                    <a:pt x="26" y="17"/>
                    <a:pt x="25" y="19"/>
                  </a:cubicBezTo>
                  <a:cubicBezTo>
                    <a:pt x="24" y="20"/>
                    <a:pt x="23" y="20"/>
                    <a:pt x="22" y="21"/>
                  </a:cubicBezTo>
                  <a:cubicBezTo>
                    <a:pt x="22" y="19"/>
                    <a:pt x="24" y="16"/>
                    <a:pt x="25" y="15"/>
                  </a:cubicBezTo>
                  <a:cubicBezTo>
                    <a:pt x="27" y="13"/>
                    <a:pt x="28" y="11"/>
                    <a:pt x="28" y="9"/>
                  </a:cubicBezTo>
                  <a:cubicBezTo>
                    <a:pt x="27" y="4"/>
                    <a:pt x="24" y="0"/>
                    <a:pt x="19" y="0"/>
                  </a:cubicBezTo>
                  <a:cubicBezTo>
                    <a:pt x="14" y="1"/>
                    <a:pt x="11" y="5"/>
                    <a:pt x="11" y="9"/>
                  </a:cubicBezTo>
                  <a:cubicBezTo>
                    <a:pt x="11" y="12"/>
                    <a:pt x="12" y="14"/>
                    <a:pt x="14" y="15"/>
                  </a:cubicBezTo>
                  <a:cubicBezTo>
                    <a:pt x="15" y="16"/>
                    <a:pt x="17" y="19"/>
                    <a:pt x="18" y="21"/>
                  </a:cubicBezTo>
                  <a:cubicBezTo>
                    <a:pt x="16" y="21"/>
                    <a:pt x="15" y="20"/>
                    <a:pt x="14" y="19"/>
                  </a:cubicBezTo>
                  <a:cubicBezTo>
                    <a:pt x="13" y="18"/>
                    <a:pt x="11" y="17"/>
                    <a:pt x="8" y="17"/>
                  </a:cubicBezTo>
                  <a:cubicBezTo>
                    <a:pt x="4" y="17"/>
                    <a:pt x="0" y="21"/>
                    <a:pt x="0" y="25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1" y="34"/>
                    <a:pt x="13" y="33"/>
                    <a:pt x="15" y="31"/>
                  </a:cubicBezTo>
                  <a:cubicBezTo>
                    <a:pt x="15" y="30"/>
                    <a:pt x="17" y="29"/>
                    <a:pt x="18" y="28"/>
                  </a:cubicBezTo>
                  <a:cubicBezTo>
                    <a:pt x="18" y="34"/>
                    <a:pt x="15" y="39"/>
                    <a:pt x="12" y="41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39"/>
                    <a:pt x="22" y="34"/>
                    <a:pt x="22" y="28"/>
                  </a:cubicBezTo>
                  <a:cubicBezTo>
                    <a:pt x="23" y="29"/>
                    <a:pt x="24" y="30"/>
                    <a:pt x="25" y="31"/>
                  </a:cubicBezTo>
                  <a:cubicBezTo>
                    <a:pt x="27" y="32"/>
                    <a:pt x="29" y="33"/>
                    <a:pt x="31" y="33"/>
                  </a:cubicBezTo>
                  <a:cubicBezTo>
                    <a:pt x="36" y="33"/>
                    <a:pt x="39" y="29"/>
                    <a:pt x="39" y="24"/>
                  </a:cubicBezTo>
                  <a:cubicBezTo>
                    <a:pt x="39" y="20"/>
                    <a:pt x="35" y="16"/>
                    <a:pt x="3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2" name="Freeform 154"/>
            <p:cNvSpPr>
              <a:spLocks noEditPoints="1"/>
            </p:cNvSpPr>
            <p:nvPr/>
          </p:nvSpPr>
          <p:spPr bwMode="auto">
            <a:xfrm>
              <a:off x="1888" y="2187"/>
              <a:ext cx="72" cy="71"/>
            </a:xfrm>
            <a:custGeom>
              <a:avLst/>
              <a:gdLst>
                <a:gd name="T0" fmla="*/ 29 w 59"/>
                <a:gd name="T1" fmla="*/ 0 h 58"/>
                <a:gd name="T2" fmla="*/ 0 w 59"/>
                <a:gd name="T3" fmla="*/ 29 h 58"/>
                <a:gd name="T4" fmla="*/ 29 w 59"/>
                <a:gd name="T5" fmla="*/ 58 h 58"/>
                <a:gd name="T6" fmla="*/ 59 w 59"/>
                <a:gd name="T7" fmla="*/ 29 h 58"/>
                <a:gd name="T8" fmla="*/ 29 w 59"/>
                <a:gd name="T9" fmla="*/ 0 h 58"/>
                <a:gd name="T10" fmla="*/ 47 w 59"/>
                <a:gd name="T11" fmla="*/ 25 h 58"/>
                <a:gd name="T12" fmla="*/ 31 w 59"/>
                <a:gd name="T13" fmla="*/ 47 h 58"/>
                <a:gd name="T14" fmla="*/ 23 w 59"/>
                <a:gd name="T15" fmla="*/ 44 h 58"/>
                <a:gd name="T16" fmla="*/ 17 w 59"/>
                <a:gd name="T17" fmla="*/ 26 h 58"/>
                <a:gd name="T18" fmla="*/ 13 w 59"/>
                <a:gd name="T19" fmla="*/ 28 h 58"/>
                <a:gd name="T20" fmla="*/ 12 w 59"/>
                <a:gd name="T21" fmla="*/ 26 h 58"/>
                <a:gd name="T22" fmla="*/ 22 w 59"/>
                <a:gd name="T23" fmla="*/ 18 h 58"/>
                <a:gd name="T24" fmla="*/ 28 w 59"/>
                <a:gd name="T25" fmla="*/ 30 h 58"/>
                <a:gd name="T26" fmla="*/ 31 w 59"/>
                <a:gd name="T27" fmla="*/ 37 h 58"/>
                <a:gd name="T28" fmla="*/ 36 w 59"/>
                <a:gd name="T29" fmla="*/ 30 h 58"/>
                <a:gd name="T30" fmla="*/ 32 w 59"/>
                <a:gd name="T31" fmla="*/ 26 h 58"/>
                <a:gd name="T32" fmla="*/ 47 w 59"/>
                <a:gd name="T33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9" h="58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46" y="58"/>
                    <a:pt x="59" y="45"/>
                    <a:pt x="59" y="29"/>
                  </a:cubicBezTo>
                  <a:cubicBezTo>
                    <a:pt x="59" y="13"/>
                    <a:pt x="46" y="0"/>
                    <a:pt x="29" y="0"/>
                  </a:cubicBezTo>
                  <a:close/>
                  <a:moveTo>
                    <a:pt x="47" y="25"/>
                  </a:moveTo>
                  <a:cubicBezTo>
                    <a:pt x="45" y="36"/>
                    <a:pt x="34" y="45"/>
                    <a:pt x="31" y="47"/>
                  </a:cubicBezTo>
                  <a:cubicBezTo>
                    <a:pt x="27" y="49"/>
                    <a:pt x="24" y="46"/>
                    <a:pt x="23" y="44"/>
                  </a:cubicBezTo>
                  <a:cubicBezTo>
                    <a:pt x="22" y="41"/>
                    <a:pt x="18" y="28"/>
                    <a:pt x="17" y="26"/>
                  </a:cubicBezTo>
                  <a:cubicBezTo>
                    <a:pt x="16" y="25"/>
                    <a:pt x="13" y="28"/>
                    <a:pt x="13" y="28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8" y="19"/>
                    <a:pt x="22" y="18"/>
                  </a:cubicBezTo>
                  <a:cubicBezTo>
                    <a:pt x="27" y="17"/>
                    <a:pt x="27" y="25"/>
                    <a:pt x="28" y="30"/>
                  </a:cubicBezTo>
                  <a:cubicBezTo>
                    <a:pt x="29" y="34"/>
                    <a:pt x="30" y="37"/>
                    <a:pt x="31" y="37"/>
                  </a:cubicBezTo>
                  <a:cubicBezTo>
                    <a:pt x="32" y="37"/>
                    <a:pt x="34" y="34"/>
                    <a:pt x="36" y="30"/>
                  </a:cubicBezTo>
                  <a:cubicBezTo>
                    <a:pt x="38" y="27"/>
                    <a:pt x="36" y="23"/>
                    <a:pt x="32" y="26"/>
                  </a:cubicBezTo>
                  <a:cubicBezTo>
                    <a:pt x="34" y="16"/>
                    <a:pt x="49" y="14"/>
                    <a:pt x="4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3" name="Freeform 155"/>
            <p:cNvSpPr>
              <a:spLocks noEditPoints="1"/>
            </p:cNvSpPr>
            <p:nvPr/>
          </p:nvSpPr>
          <p:spPr bwMode="auto">
            <a:xfrm>
              <a:off x="2064" y="2751"/>
              <a:ext cx="53" cy="59"/>
            </a:xfrm>
            <a:custGeom>
              <a:avLst/>
              <a:gdLst>
                <a:gd name="T0" fmla="*/ 34 w 43"/>
                <a:gd name="T1" fmla="*/ 14 h 48"/>
                <a:gd name="T2" fmla="*/ 36 w 43"/>
                <a:gd name="T3" fmla="*/ 12 h 48"/>
                <a:gd name="T4" fmla="*/ 39 w 43"/>
                <a:gd name="T5" fmla="*/ 7 h 48"/>
                <a:gd name="T6" fmla="*/ 38 w 43"/>
                <a:gd name="T7" fmla="*/ 1 h 48"/>
                <a:gd name="T8" fmla="*/ 34 w 43"/>
                <a:gd name="T9" fmla="*/ 0 h 48"/>
                <a:gd name="T10" fmla="*/ 27 w 43"/>
                <a:gd name="T11" fmla="*/ 3 h 48"/>
                <a:gd name="T12" fmla="*/ 21 w 43"/>
                <a:gd name="T13" fmla="*/ 13 h 48"/>
                <a:gd name="T14" fmla="*/ 16 w 43"/>
                <a:gd name="T15" fmla="*/ 3 h 48"/>
                <a:gd name="T16" fmla="*/ 10 w 43"/>
                <a:gd name="T17" fmla="*/ 1 h 48"/>
                <a:gd name="T18" fmla="*/ 6 w 43"/>
                <a:gd name="T19" fmla="*/ 2 h 48"/>
                <a:gd name="T20" fmla="*/ 7 w 43"/>
                <a:gd name="T21" fmla="*/ 12 h 48"/>
                <a:gd name="T22" fmla="*/ 10 w 43"/>
                <a:gd name="T23" fmla="*/ 14 h 48"/>
                <a:gd name="T24" fmla="*/ 0 w 43"/>
                <a:gd name="T25" fmla="*/ 14 h 48"/>
                <a:gd name="T26" fmla="*/ 0 w 43"/>
                <a:gd name="T27" fmla="*/ 27 h 48"/>
                <a:gd name="T28" fmla="*/ 3 w 43"/>
                <a:gd name="T29" fmla="*/ 27 h 48"/>
                <a:gd name="T30" fmla="*/ 3 w 43"/>
                <a:gd name="T31" fmla="*/ 48 h 48"/>
                <a:gd name="T32" fmla="*/ 40 w 43"/>
                <a:gd name="T33" fmla="*/ 48 h 48"/>
                <a:gd name="T34" fmla="*/ 40 w 43"/>
                <a:gd name="T35" fmla="*/ 27 h 48"/>
                <a:gd name="T36" fmla="*/ 43 w 43"/>
                <a:gd name="T37" fmla="*/ 27 h 48"/>
                <a:gd name="T38" fmla="*/ 43 w 43"/>
                <a:gd name="T39" fmla="*/ 14 h 48"/>
                <a:gd name="T40" fmla="*/ 34 w 43"/>
                <a:gd name="T41" fmla="*/ 14 h 48"/>
                <a:gd name="T42" fmla="*/ 29 w 43"/>
                <a:gd name="T43" fmla="*/ 5 h 48"/>
                <a:gd name="T44" fmla="*/ 34 w 43"/>
                <a:gd name="T45" fmla="*/ 3 h 48"/>
                <a:gd name="T46" fmla="*/ 35 w 43"/>
                <a:gd name="T47" fmla="*/ 4 h 48"/>
                <a:gd name="T48" fmla="*/ 34 w 43"/>
                <a:gd name="T49" fmla="*/ 10 h 48"/>
                <a:gd name="T50" fmla="*/ 27 w 43"/>
                <a:gd name="T51" fmla="*/ 14 h 48"/>
                <a:gd name="T52" fmla="*/ 24 w 43"/>
                <a:gd name="T53" fmla="*/ 14 h 48"/>
                <a:gd name="T54" fmla="*/ 29 w 43"/>
                <a:gd name="T55" fmla="*/ 5 h 48"/>
                <a:gd name="T56" fmla="*/ 8 w 43"/>
                <a:gd name="T57" fmla="*/ 7 h 48"/>
                <a:gd name="T58" fmla="*/ 9 w 43"/>
                <a:gd name="T59" fmla="*/ 5 h 48"/>
                <a:gd name="T60" fmla="*/ 10 w 43"/>
                <a:gd name="T61" fmla="*/ 4 h 48"/>
                <a:gd name="T62" fmla="*/ 10 w 43"/>
                <a:gd name="T63" fmla="*/ 4 h 48"/>
                <a:gd name="T64" fmla="*/ 13 w 43"/>
                <a:gd name="T65" fmla="*/ 6 h 48"/>
                <a:gd name="T66" fmla="*/ 17 w 43"/>
                <a:gd name="T67" fmla="*/ 13 h 48"/>
                <a:gd name="T68" fmla="*/ 17 w 43"/>
                <a:gd name="T69" fmla="*/ 13 h 48"/>
                <a:gd name="T70" fmla="*/ 17 w 43"/>
                <a:gd name="T71" fmla="*/ 13 h 48"/>
                <a:gd name="T72" fmla="*/ 9 w 43"/>
                <a:gd name="T73" fmla="*/ 9 h 48"/>
                <a:gd name="T74" fmla="*/ 8 w 43"/>
                <a:gd name="T75" fmla="*/ 7 h 48"/>
                <a:gd name="T76" fmla="*/ 18 w 43"/>
                <a:gd name="T77" fmla="*/ 45 h 48"/>
                <a:gd name="T78" fmla="*/ 6 w 43"/>
                <a:gd name="T79" fmla="*/ 45 h 48"/>
                <a:gd name="T80" fmla="*/ 6 w 43"/>
                <a:gd name="T81" fmla="*/ 25 h 48"/>
                <a:gd name="T82" fmla="*/ 18 w 43"/>
                <a:gd name="T83" fmla="*/ 25 h 48"/>
                <a:gd name="T84" fmla="*/ 18 w 43"/>
                <a:gd name="T85" fmla="*/ 45 h 48"/>
                <a:gd name="T86" fmla="*/ 18 w 43"/>
                <a:gd name="T87" fmla="*/ 24 h 48"/>
                <a:gd name="T88" fmla="*/ 3 w 43"/>
                <a:gd name="T89" fmla="*/ 24 h 48"/>
                <a:gd name="T90" fmla="*/ 3 w 43"/>
                <a:gd name="T91" fmla="*/ 17 h 48"/>
                <a:gd name="T92" fmla="*/ 18 w 43"/>
                <a:gd name="T93" fmla="*/ 17 h 48"/>
                <a:gd name="T94" fmla="*/ 18 w 43"/>
                <a:gd name="T95" fmla="*/ 24 h 48"/>
                <a:gd name="T96" fmla="*/ 37 w 43"/>
                <a:gd name="T97" fmla="*/ 45 h 48"/>
                <a:gd name="T98" fmla="*/ 25 w 43"/>
                <a:gd name="T99" fmla="*/ 45 h 48"/>
                <a:gd name="T100" fmla="*/ 25 w 43"/>
                <a:gd name="T101" fmla="*/ 25 h 48"/>
                <a:gd name="T102" fmla="*/ 37 w 43"/>
                <a:gd name="T103" fmla="*/ 25 h 48"/>
                <a:gd name="T104" fmla="*/ 37 w 43"/>
                <a:gd name="T105" fmla="*/ 45 h 48"/>
                <a:gd name="T106" fmla="*/ 40 w 43"/>
                <a:gd name="T107" fmla="*/ 24 h 48"/>
                <a:gd name="T108" fmla="*/ 25 w 43"/>
                <a:gd name="T109" fmla="*/ 24 h 48"/>
                <a:gd name="T110" fmla="*/ 25 w 43"/>
                <a:gd name="T111" fmla="*/ 17 h 48"/>
                <a:gd name="T112" fmla="*/ 40 w 43"/>
                <a:gd name="T113" fmla="*/ 17 h 48"/>
                <a:gd name="T114" fmla="*/ 40 w 43"/>
                <a:gd name="T115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3" h="48">
                  <a:moveTo>
                    <a:pt x="34" y="14"/>
                  </a:moveTo>
                  <a:cubicBezTo>
                    <a:pt x="35" y="14"/>
                    <a:pt x="36" y="13"/>
                    <a:pt x="36" y="12"/>
                  </a:cubicBezTo>
                  <a:cubicBezTo>
                    <a:pt x="38" y="11"/>
                    <a:pt x="39" y="9"/>
                    <a:pt x="39" y="7"/>
                  </a:cubicBezTo>
                  <a:cubicBezTo>
                    <a:pt x="40" y="5"/>
                    <a:pt x="39" y="3"/>
                    <a:pt x="38" y="1"/>
                  </a:cubicBezTo>
                  <a:cubicBezTo>
                    <a:pt x="37" y="0"/>
                    <a:pt x="35" y="0"/>
                    <a:pt x="34" y="0"/>
                  </a:cubicBezTo>
                  <a:cubicBezTo>
                    <a:pt x="31" y="0"/>
                    <a:pt x="29" y="1"/>
                    <a:pt x="27" y="3"/>
                  </a:cubicBezTo>
                  <a:cubicBezTo>
                    <a:pt x="24" y="6"/>
                    <a:pt x="22" y="10"/>
                    <a:pt x="21" y="13"/>
                  </a:cubicBezTo>
                  <a:cubicBezTo>
                    <a:pt x="20" y="10"/>
                    <a:pt x="19" y="6"/>
                    <a:pt x="16" y="3"/>
                  </a:cubicBezTo>
                  <a:cubicBezTo>
                    <a:pt x="14" y="2"/>
                    <a:pt x="12" y="1"/>
                    <a:pt x="10" y="1"/>
                  </a:cubicBezTo>
                  <a:cubicBezTo>
                    <a:pt x="9" y="1"/>
                    <a:pt x="7" y="1"/>
                    <a:pt x="6" y="2"/>
                  </a:cubicBezTo>
                  <a:cubicBezTo>
                    <a:pt x="4" y="5"/>
                    <a:pt x="4" y="9"/>
                    <a:pt x="7" y="12"/>
                  </a:cubicBezTo>
                  <a:cubicBezTo>
                    <a:pt x="8" y="13"/>
                    <a:pt x="9" y="14"/>
                    <a:pt x="1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14"/>
                    <a:pt x="43" y="14"/>
                    <a:pt x="43" y="14"/>
                  </a:cubicBezTo>
                  <a:lnTo>
                    <a:pt x="34" y="14"/>
                  </a:lnTo>
                  <a:close/>
                  <a:moveTo>
                    <a:pt x="29" y="5"/>
                  </a:moveTo>
                  <a:cubicBezTo>
                    <a:pt x="31" y="4"/>
                    <a:pt x="32" y="3"/>
                    <a:pt x="34" y="3"/>
                  </a:cubicBezTo>
                  <a:cubicBezTo>
                    <a:pt x="34" y="3"/>
                    <a:pt x="35" y="3"/>
                    <a:pt x="35" y="4"/>
                  </a:cubicBezTo>
                  <a:cubicBezTo>
                    <a:pt x="37" y="5"/>
                    <a:pt x="36" y="8"/>
                    <a:pt x="34" y="10"/>
                  </a:cubicBezTo>
                  <a:cubicBezTo>
                    <a:pt x="32" y="12"/>
                    <a:pt x="29" y="13"/>
                    <a:pt x="27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2"/>
                    <a:pt x="27" y="8"/>
                    <a:pt x="29" y="5"/>
                  </a:cubicBezTo>
                  <a:close/>
                  <a:moveTo>
                    <a:pt x="8" y="7"/>
                  </a:moveTo>
                  <a:cubicBezTo>
                    <a:pt x="8" y="6"/>
                    <a:pt x="8" y="5"/>
                    <a:pt x="9" y="5"/>
                  </a:cubicBezTo>
                  <a:cubicBezTo>
                    <a:pt x="9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5" y="7"/>
                    <a:pt x="16" y="10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4" y="12"/>
                    <a:pt x="11" y="11"/>
                    <a:pt x="9" y="9"/>
                  </a:cubicBezTo>
                  <a:cubicBezTo>
                    <a:pt x="9" y="9"/>
                    <a:pt x="8" y="8"/>
                    <a:pt x="8" y="7"/>
                  </a:cubicBezTo>
                  <a:close/>
                  <a:moveTo>
                    <a:pt x="18" y="45"/>
                  </a:moveTo>
                  <a:cubicBezTo>
                    <a:pt x="6" y="45"/>
                    <a:pt x="6" y="45"/>
                    <a:pt x="6" y="4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8" y="25"/>
                    <a:pt x="18" y="25"/>
                    <a:pt x="18" y="25"/>
                  </a:cubicBezTo>
                  <a:lnTo>
                    <a:pt x="18" y="45"/>
                  </a:lnTo>
                  <a:close/>
                  <a:moveTo>
                    <a:pt x="18" y="24"/>
                  </a:moveTo>
                  <a:cubicBezTo>
                    <a:pt x="3" y="24"/>
                    <a:pt x="3" y="24"/>
                    <a:pt x="3" y="2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24"/>
                  </a:lnTo>
                  <a:close/>
                  <a:moveTo>
                    <a:pt x="37" y="45"/>
                  </a:moveTo>
                  <a:cubicBezTo>
                    <a:pt x="25" y="45"/>
                    <a:pt x="25" y="45"/>
                    <a:pt x="25" y="4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7" y="25"/>
                    <a:pt x="37" y="25"/>
                    <a:pt x="37" y="25"/>
                  </a:cubicBezTo>
                  <a:lnTo>
                    <a:pt x="37" y="45"/>
                  </a:lnTo>
                  <a:close/>
                  <a:moveTo>
                    <a:pt x="40" y="24"/>
                  </a:moveTo>
                  <a:cubicBezTo>
                    <a:pt x="25" y="24"/>
                    <a:pt x="25" y="24"/>
                    <a:pt x="25" y="24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4" name="Freeform 156"/>
            <p:cNvSpPr>
              <a:spLocks noEditPoints="1"/>
            </p:cNvSpPr>
            <p:nvPr/>
          </p:nvSpPr>
          <p:spPr bwMode="auto">
            <a:xfrm>
              <a:off x="3988" y="2920"/>
              <a:ext cx="146" cy="131"/>
            </a:xfrm>
            <a:custGeom>
              <a:avLst/>
              <a:gdLst>
                <a:gd name="T0" fmla="*/ 50 w 119"/>
                <a:gd name="T1" fmla="*/ 0 h 106"/>
                <a:gd name="T2" fmla="*/ 50 w 119"/>
                <a:gd name="T3" fmla="*/ 0 h 106"/>
                <a:gd name="T4" fmla="*/ 99 w 119"/>
                <a:gd name="T5" fmla="*/ 40 h 106"/>
                <a:gd name="T6" fmla="*/ 50 w 119"/>
                <a:gd name="T7" fmla="*/ 80 h 106"/>
                <a:gd name="T8" fmla="*/ 42 w 119"/>
                <a:gd name="T9" fmla="*/ 80 h 106"/>
                <a:gd name="T10" fmla="*/ 7 w 119"/>
                <a:gd name="T11" fmla="*/ 93 h 106"/>
                <a:gd name="T12" fmla="*/ 7 w 119"/>
                <a:gd name="T13" fmla="*/ 90 h 106"/>
                <a:gd name="T14" fmla="*/ 19 w 119"/>
                <a:gd name="T15" fmla="*/ 74 h 106"/>
                <a:gd name="T16" fmla="*/ 18 w 119"/>
                <a:gd name="T17" fmla="*/ 71 h 106"/>
                <a:gd name="T18" fmla="*/ 0 w 119"/>
                <a:gd name="T19" fmla="*/ 40 h 106"/>
                <a:gd name="T20" fmla="*/ 50 w 119"/>
                <a:gd name="T21" fmla="*/ 0 h 106"/>
                <a:gd name="T22" fmla="*/ 103 w 119"/>
                <a:gd name="T23" fmla="*/ 90 h 106"/>
                <a:gd name="T24" fmla="*/ 113 w 119"/>
                <a:gd name="T25" fmla="*/ 104 h 106"/>
                <a:gd name="T26" fmla="*/ 113 w 119"/>
                <a:gd name="T27" fmla="*/ 106 h 106"/>
                <a:gd name="T28" fmla="*/ 83 w 119"/>
                <a:gd name="T29" fmla="*/ 95 h 106"/>
                <a:gd name="T30" fmla="*/ 76 w 119"/>
                <a:gd name="T31" fmla="*/ 95 h 106"/>
                <a:gd name="T32" fmla="*/ 50 w 119"/>
                <a:gd name="T33" fmla="*/ 88 h 106"/>
                <a:gd name="T34" fmla="*/ 90 w 119"/>
                <a:gd name="T35" fmla="*/ 75 h 106"/>
                <a:gd name="T36" fmla="*/ 103 w 119"/>
                <a:gd name="T37" fmla="*/ 59 h 106"/>
                <a:gd name="T38" fmla="*/ 107 w 119"/>
                <a:gd name="T39" fmla="*/ 40 h 106"/>
                <a:gd name="T40" fmla="*/ 107 w 119"/>
                <a:gd name="T41" fmla="*/ 37 h 106"/>
                <a:gd name="T42" fmla="*/ 119 w 119"/>
                <a:gd name="T43" fmla="*/ 61 h 106"/>
                <a:gd name="T44" fmla="*/ 103 w 119"/>
                <a:gd name="T45" fmla="*/ 88 h 106"/>
                <a:gd name="T46" fmla="*/ 103 w 119"/>
                <a:gd name="T47" fmla="*/ 9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9" h="106">
                  <a:moveTo>
                    <a:pt x="50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77" y="0"/>
                    <a:pt x="99" y="18"/>
                    <a:pt x="99" y="40"/>
                  </a:cubicBezTo>
                  <a:cubicBezTo>
                    <a:pt x="99" y="62"/>
                    <a:pt x="77" y="80"/>
                    <a:pt x="50" y="80"/>
                  </a:cubicBezTo>
                  <a:cubicBezTo>
                    <a:pt x="47" y="80"/>
                    <a:pt x="44" y="80"/>
                    <a:pt x="42" y="80"/>
                  </a:cubicBezTo>
                  <a:cubicBezTo>
                    <a:pt x="31" y="91"/>
                    <a:pt x="19" y="92"/>
                    <a:pt x="7" y="93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13" y="87"/>
                    <a:pt x="19" y="81"/>
                    <a:pt x="19" y="74"/>
                  </a:cubicBezTo>
                  <a:cubicBezTo>
                    <a:pt x="19" y="73"/>
                    <a:pt x="19" y="72"/>
                    <a:pt x="18" y="71"/>
                  </a:cubicBezTo>
                  <a:cubicBezTo>
                    <a:pt x="7" y="64"/>
                    <a:pt x="0" y="53"/>
                    <a:pt x="0" y="40"/>
                  </a:cubicBezTo>
                  <a:cubicBezTo>
                    <a:pt x="0" y="18"/>
                    <a:pt x="22" y="0"/>
                    <a:pt x="50" y="0"/>
                  </a:cubicBezTo>
                  <a:close/>
                  <a:moveTo>
                    <a:pt x="103" y="90"/>
                  </a:moveTo>
                  <a:cubicBezTo>
                    <a:pt x="103" y="96"/>
                    <a:pt x="107" y="101"/>
                    <a:pt x="113" y="104"/>
                  </a:cubicBezTo>
                  <a:cubicBezTo>
                    <a:pt x="113" y="106"/>
                    <a:pt x="113" y="106"/>
                    <a:pt x="113" y="106"/>
                  </a:cubicBezTo>
                  <a:cubicBezTo>
                    <a:pt x="102" y="106"/>
                    <a:pt x="92" y="104"/>
                    <a:pt x="83" y="95"/>
                  </a:cubicBezTo>
                  <a:cubicBezTo>
                    <a:pt x="81" y="95"/>
                    <a:pt x="79" y="95"/>
                    <a:pt x="76" y="95"/>
                  </a:cubicBezTo>
                  <a:cubicBezTo>
                    <a:pt x="66" y="95"/>
                    <a:pt x="57" y="93"/>
                    <a:pt x="50" y="88"/>
                  </a:cubicBezTo>
                  <a:cubicBezTo>
                    <a:pt x="65" y="88"/>
                    <a:pt x="79" y="83"/>
                    <a:pt x="90" y="75"/>
                  </a:cubicBezTo>
                  <a:cubicBezTo>
                    <a:pt x="95" y="70"/>
                    <a:pt x="100" y="65"/>
                    <a:pt x="103" y="59"/>
                  </a:cubicBezTo>
                  <a:cubicBezTo>
                    <a:pt x="106" y="53"/>
                    <a:pt x="107" y="47"/>
                    <a:pt x="107" y="40"/>
                  </a:cubicBezTo>
                  <a:cubicBezTo>
                    <a:pt x="107" y="39"/>
                    <a:pt x="107" y="38"/>
                    <a:pt x="107" y="37"/>
                  </a:cubicBezTo>
                  <a:cubicBezTo>
                    <a:pt x="115" y="43"/>
                    <a:pt x="119" y="52"/>
                    <a:pt x="119" y="61"/>
                  </a:cubicBezTo>
                  <a:cubicBezTo>
                    <a:pt x="119" y="72"/>
                    <a:pt x="113" y="81"/>
                    <a:pt x="103" y="88"/>
                  </a:cubicBezTo>
                  <a:cubicBezTo>
                    <a:pt x="103" y="89"/>
                    <a:pt x="103" y="89"/>
                    <a:pt x="103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5" name="Freeform 157"/>
            <p:cNvSpPr>
              <a:spLocks noEditPoints="1"/>
            </p:cNvSpPr>
            <p:nvPr/>
          </p:nvSpPr>
          <p:spPr bwMode="auto">
            <a:xfrm>
              <a:off x="3902" y="2731"/>
              <a:ext cx="86" cy="86"/>
            </a:xfrm>
            <a:custGeom>
              <a:avLst/>
              <a:gdLst>
                <a:gd name="T0" fmla="*/ 35 w 70"/>
                <a:gd name="T1" fmla="*/ 0 h 70"/>
                <a:gd name="T2" fmla="*/ 0 w 70"/>
                <a:gd name="T3" fmla="*/ 35 h 70"/>
                <a:gd name="T4" fmla="*/ 35 w 70"/>
                <a:gd name="T5" fmla="*/ 70 h 70"/>
                <a:gd name="T6" fmla="*/ 70 w 70"/>
                <a:gd name="T7" fmla="*/ 35 h 70"/>
                <a:gd name="T8" fmla="*/ 35 w 70"/>
                <a:gd name="T9" fmla="*/ 0 h 70"/>
                <a:gd name="T10" fmla="*/ 29 w 70"/>
                <a:gd name="T11" fmla="*/ 56 h 70"/>
                <a:gd name="T12" fmla="*/ 14 w 70"/>
                <a:gd name="T13" fmla="*/ 38 h 70"/>
                <a:gd name="T14" fmla="*/ 21 w 70"/>
                <a:gd name="T15" fmla="*/ 31 h 70"/>
                <a:gd name="T16" fmla="*/ 29 w 70"/>
                <a:gd name="T17" fmla="*/ 41 h 70"/>
                <a:gd name="T18" fmla="*/ 54 w 70"/>
                <a:gd name="T19" fmla="*/ 21 h 70"/>
                <a:gd name="T20" fmla="*/ 57 w 70"/>
                <a:gd name="T21" fmla="*/ 24 h 70"/>
                <a:gd name="T22" fmla="*/ 29 w 70"/>
                <a:gd name="T23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70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54"/>
                    <a:pt x="16" y="70"/>
                    <a:pt x="35" y="70"/>
                  </a:cubicBezTo>
                  <a:cubicBezTo>
                    <a:pt x="54" y="70"/>
                    <a:pt x="70" y="54"/>
                    <a:pt x="70" y="35"/>
                  </a:cubicBezTo>
                  <a:cubicBezTo>
                    <a:pt x="70" y="16"/>
                    <a:pt x="54" y="0"/>
                    <a:pt x="35" y="0"/>
                  </a:cubicBezTo>
                  <a:close/>
                  <a:moveTo>
                    <a:pt x="29" y="56"/>
                  </a:moveTo>
                  <a:cubicBezTo>
                    <a:pt x="14" y="38"/>
                    <a:pt x="14" y="38"/>
                    <a:pt x="14" y="38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7" y="24"/>
                    <a:pt x="57" y="24"/>
                    <a:pt x="57" y="24"/>
                  </a:cubicBezTo>
                  <a:lnTo>
                    <a:pt x="29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6" name="Freeform 158"/>
            <p:cNvSpPr>
              <a:spLocks noEditPoints="1"/>
            </p:cNvSpPr>
            <p:nvPr/>
          </p:nvSpPr>
          <p:spPr bwMode="auto">
            <a:xfrm>
              <a:off x="3486" y="2874"/>
              <a:ext cx="105" cy="120"/>
            </a:xfrm>
            <a:custGeom>
              <a:avLst/>
              <a:gdLst>
                <a:gd name="T0" fmla="*/ 55 w 86"/>
                <a:gd name="T1" fmla="*/ 14 h 98"/>
                <a:gd name="T2" fmla="*/ 55 w 86"/>
                <a:gd name="T3" fmla="*/ 27 h 98"/>
                <a:gd name="T4" fmla="*/ 65 w 86"/>
                <a:gd name="T5" fmla="*/ 33 h 98"/>
                <a:gd name="T6" fmla="*/ 74 w 86"/>
                <a:gd name="T7" fmla="*/ 55 h 98"/>
                <a:gd name="T8" fmla="*/ 65 w 86"/>
                <a:gd name="T9" fmla="*/ 76 h 98"/>
                <a:gd name="T10" fmla="*/ 43 w 86"/>
                <a:gd name="T11" fmla="*/ 85 h 98"/>
                <a:gd name="T12" fmla="*/ 22 w 86"/>
                <a:gd name="T13" fmla="*/ 76 h 98"/>
                <a:gd name="T14" fmla="*/ 13 w 86"/>
                <a:gd name="T15" fmla="*/ 55 h 98"/>
                <a:gd name="T16" fmla="*/ 22 w 86"/>
                <a:gd name="T17" fmla="*/ 33 h 98"/>
                <a:gd name="T18" fmla="*/ 31 w 86"/>
                <a:gd name="T19" fmla="*/ 27 h 98"/>
                <a:gd name="T20" fmla="*/ 31 w 86"/>
                <a:gd name="T21" fmla="*/ 14 h 98"/>
                <a:gd name="T22" fmla="*/ 0 w 86"/>
                <a:gd name="T23" fmla="*/ 55 h 98"/>
                <a:gd name="T24" fmla="*/ 43 w 86"/>
                <a:gd name="T25" fmla="*/ 98 h 98"/>
                <a:gd name="T26" fmla="*/ 86 w 86"/>
                <a:gd name="T27" fmla="*/ 55 h 98"/>
                <a:gd name="T28" fmla="*/ 55 w 86"/>
                <a:gd name="T29" fmla="*/ 14 h 98"/>
                <a:gd name="T30" fmla="*/ 37 w 86"/>
                <a:gd name="T31" fmla="*/ 0 h 98"/>
                <a:gd name="T32" fmla="*/ 49 w 86"/>
                <a:gd name="T33" fmla="*/ 0 h 98"/>
                <a:gd name="T34" fmla="*/ 49 w 86"/>
                <a:gd name="T35" fmla="*/ 49 h 98"/>
                <a:gd name="T36" fmla="*/ 37 w 86"/>
                <a:gd name="T37" fmla="*/ 49 h 98"/>
                <a:gd name="T38" fmla="*/ 37 w 86"/>
                <a:gd name="T3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98">
                  <a:moveTo>
                    <a:pt x="55" y="14"/>
                  </a:moveTo>
                  <a:cubicBezTo>
                    <a:pt x="55" y="27"/>
                    <a:pt x="55" y="27"/>
                    <a:pt x="55" y="27"/>
                  </a:cubicBezTo>
                  <a:cubicBezTo>
                    <a:pt x="59" y="28"/>
                    <a:pt x="62" y="30"/>
                    <a:pt x="65" y="33"/>
                  </a:cubicBezTo>
                  <a:cubicBezTo>
                    <a:pt x="71" y="39"/>
                    <a:pt x="74" y="47"/>
                    <a:pt x="74" y="55"/>
                  </a:cubicBezTo>
                  <a:cubicBezTo>
                    <a:pt x="74" y="63"/>
                    <a:pt x="71" y="71"/>
                    <a:pt x="65" y="76"/>
                  </a:cubicBezTo>
                  <a:cubicBezTo>
                    <a:pt x="59" y="82"/>
                    <a:pt x="51" y="85"/>
                    <a:pt x="43" y="85"/>
                  </a:cubicBezTo>
                  <a:cubicBezTo>
                    <a:pt x="35" y="85"/>
                    <a:pt x="27" y="82"/>
                    <a:pt x="22" y="76"/>
                  </a:cubicBezTo>
                  <a:cubicBezTo>
                    <a:pt x="16" y="71"/>
                    <a:pt x="13" y="63"/>
                    <a:pt x="13" y="55"/>
                  </a:cubicBezTo>
                  <a:cubicBezTo>
                    <a:pt x="13" y="47"/>
                    <a:pt x="16" y="39"/>
                    <a:pt x="22" y="33"/>
                  </a:cubicBezTo>
                  <a:cubicBezTo>
                    <a:pt x="24" y="30"/>
                    <a:pt x="27" y="28"/>
                    <a:pt x="31" y="2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13" y="19"/>
                    <a:pt x="0" y="35"/>
                    <a:pt x="0" y="55"/>
                  </a:cubicBezTo>
                  <a:cubicBezTo>
                    <a:pt x="0" y="78"/>
                    <a:pt x="20" y="98"/>
                    <a:pt x="43" y="98"/>
                  </a:cubicBezTo>
                  <a:cubicBezTo>
                    <a:pt x="67" y="98"/>
                    <a:pt x="86" y="78"/>
                    <a:pt x="86" y="55"/>
                  </a:cubicBezTo>
                  <a:cubicBezTo>
                    <a:pt x="86" y="35"/>
                    <a:pt x="73" y="19"/>
                    <a:pt x="55" y="14"/>
                  </a:cubicBezTo>
                  <a:close/>
                  <a:moveTo>
                    <a:pt x="37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37" y="49"/>
                    <a:pt x="37" y="49"/>
                    <a:pt x="37" y="49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7" name="Freeform 159"/>
            <p:cNvSpPr>
              <a:spLocks/>
            </p:cNvSpPr>
            <p:nvPr/>
          </p:nvSpPr>
          <p:spPr bwMode="auto">
            <a:xfrm>
              <a:off x="3354" y="2998"/>
              <a:ext cx="143" cy="118"/>
            </a:xfrm>
            <a:custGeom>
              <a:avLst/>
              <a:gdLst>
                <a:gd name="T0" fmla="*/ 57 w 116"/>
                <a:gd name="T1" fmla="*/ 1 h 96"/>
                <a:gd name="T2" fmla="*/ 48 w 116"/>
                <a:gd name="T3" fmla="*/ 8 h 96"/>
                <a:gd name="T4" fmla="*/ 55 w 116"/>
                <a:gd name="T5" fmla="*/ 18 h 96"/>
                <a:gd name="T6" fmla="*/ 85 w 116"/>
                <a:gd name="T7" fmla="*/ 22 h 96"/>
                <a:gd name="T8" fmla="*/ 5 w 116"/>
                <a:gd name="T9" fmla="*/ 81 h 96"/>
                <a:gd name="T10" fmla="*/ 3 w 116"/>
                <a:gd name="T11" fmla="*/ 93 h 96"/>
                <a:gd name="T12" fmla="*/ 8 w 116"/>
                <a:gd name="T13" fmla="*/ 96 h 96"/>
                <a:gd name="T14" fmla="*/ 15 w 116"/>
                <a:gd name="T15" fmla="*/ 95 h 96"/>
                <a:gd name="T16" fmla="*/ 95 w 116"/>
                <a:gd name="T17" fmla="*/ 36 h 96"/>
                <a:gd name="T18" fmla="*/ 90 w 116"/>
                <a:gd name="T19" fmla="*/ 66 h 96"/>
                <a:gd name="T20" fmla="*/ 97 w 116"/>
                <a:gd name="T21" fmla="*/ 76 h 96"/>
                <a:gd name="T22" fmla="*/ 107 w 116"/>
                <a:gd name="T23" fmla="*/ 69 h 96"/>
                <a:gd name="T24" fmla="*/ 116 w 116"/>
                <a:gd name="T25" fmla="*/ 10 h 96"/>
                <a:gd name="T26" fmla="*/ 57 w 116"/>
                <a:gd name="T27" fmla="*/ 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96">
                  <a:moveTo>
                    <a:pt x="57" y="1"/>
                  </a:moveTo>
                  <a:cubicBezTo>
                    <a:pt x="53" y="0"/>
                    <a:pt x="48" y="3"/>
                    <a:pt x="48" y="8"/>
                  </a:cubicBezTo>
                  <a:cubicBezTo>
                    <a:pt x="47" y="12"/>
                    <a:pt x="50" y="17"/>
                    <a:pt x="55" y="18"/>
                  </a:cubicBezTo>
                  <a:cubicBezTo>
                    <a:pt x="85" y="22"/>
                    <a:pt x="85" y="22"/>
                    <a:pt x="85" y="22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1" y="84"/>
                    <a:pt x="0" y="89"/>
                    <a:pt x="3" y="93"/>
                  </a:cubicBezTo>
                  <a:cubicBezTo>
                    <a:pt x="4" y="95"/>
                    <a:pt x="6" y="96"/>
                    <a:pt x="8" y="96"/>
                  </a:cubicBezTo>
                  <a:cubicBezTo>
                    <a:pt x="10" y="96"/>
                    <a:pt x="13" y="96"/>
                    <a:pt x="15" y="95"/>
                  </a:cubicBezTo>
                  <a:cubicBezTo>
                    <a:pt x="95" y="36"/>
                    <a:pt x="95" y="36"/>
                    <a:pt x="95" y="36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90" y="71"/>
                    <a:pt x="93" y="75"/>
                    <a:pt x="97" y="76"/>
                  </a:cubicBezTo>
                  <a:cubicBezTo>
                    <a:pt x="102" y="76"/>
                    <a:pt x="106" y="73"/>
                    <a:pt x="107" y="69"/>
                  </a:cubicBezTo>
                  <a:cubicBezTo>
                    <a:pt x="116" y="10"/>
                    <a:pt x="116" y="10"/>
                    <a:pt x="116" y="10"/>
                  </a:cubicBezTo>
                  <a:lnTo>
                    <a:pt x="57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8" name="Freeform 160"/>
            <p:cNvSpPr>
              <a:spLocks noEditPoints="1"/>
            </p:cNvSpPr>
            <p:nvPr/>
          </p:nvSpPr>
          <p:spPr bwMode="auto">
            <a:xfrm>
              <a:off x="3672" y="2822"/>
              <a:ext cx="123" cy="130"/>
            </a:xfrm>
            <a:custGeom>
              <a:avLst/>
              <a:gdLst>
                <a:gd name="T0" fmla="*/ 90 w 100"/>
                <a:gd name="T1" fmla="*/ 0 h 106"/>
                <a:gd name="T2" fmla="*/ 10 w 100"/>
                <a:gd name="T3" fmla="*/ 0 h 106"/>
                <a:gd name="T4" fmla="*/ 0 w 100"/>
                <a:gd name="T5" fmla="*/ 10 h 106"/>
                <a:gd name="T6" fmla="*/ 0 w 100"/>
                <a:gd name="T7" fmla="*/ 96 h 106"/>
                <a:gd name="T8" fmla="*/ 10 w 100"/>
                <a:gd name="T9" fmla="*/ 106 h 106"/>
                <a:gd name="T10" fmla="*/ 90 w 100"/>
                <a:gd name="T11" fmla="*/ 106 h 106"/>
                <a:gd name="T12" fmla="*/ 100 w 100"/>
                <a:gd name="T13" fmla="*/ 96 h 106"/>
                <a:gd name="T14" fmla="*/ 100 w 100"/>
                <a:gd name="T15" fmla="*/ 10 h 106"/>
                <a:gd name="T16" fmla="*/ 90 w 100"/>
                <a:gd name="T17" fmla="*/ 0 h 106"/>
                <a:gd name="T18" fmla="*/ 86 w 100"/>
                <a:gd name="T19" fmla="*/ 93 h 106"/>
                <a:gd name="T20" fmla="*/ 13 w 100"/>
                <a:gd name="T21" fmla="*/ 93 h 106"/>
                <a:gd name="T22" fmla="*/ 13 w 100"/>
                <a:gd name="T23" fmla="*/ 13 h 106"/>
                <a:gd name="T24" fmla="*/ 86 w 100"/>
                <a:gd name="T25" fmla="*/ 13 h 106"/>
                <a:gd name="T26" fmla="*/ 86 w 100"/>
                <a:gd name="T27" fmla="*/ 93 h 106"/>
                <a:gd name="T28" fmla="*/ 26 w 100"/>
                <a:gd name="T29" fmla="*/ 47 h 106"/>
                <a:gd name="T30" fmla="*/ 73 w 100"/>
                <a:gd name="T31" fmla="*/ 47 h 106"/>
                <a:gd name="T32" fmla="*/ 73 w 100"/>
                <a:gd name="T33" fmla="*/ 53 h 106"/>
                <a:gd name="T34" fmla="*/ 26 w 100"/>
                <a:gd name="T35" fmla="*/ 53 h 106"/>
                <a:gd name="T36" fmla="*/ 26 w 100"/>
                <a:gd name="T37" fmla="*/ 47 h 106"/>
                <a:gd name="T38" fmla="*/ 26 w 100"/>
                <a:gd name="T39" fmla="*/ 60 h 106"/>
                <a:gd name="T40" fmla="*/ 73 w 100"/>
                <a:gd name="T41" fmla="*/ 60 h 106"/>
                <a:gd name="T42" fmla="*/ 73 w 100"/>
                <a:gd name="T43" fmla="*/ 66 h 106"/>
                <a:gd name="T44" fmla="*/ 26 w 100"/>
                <a:gd name="T45" fmla="*/ 66 h 106"/>
                <a:gd name="T46" fmla="*/ 26 w 100"/>
                <a:gd name="T47" fmla="*/ 60 h 106"/>
                <a:gd name="T48" fmla="*/ 26 w 100"/>
                <a:gd name="T49" fmla="*/ 73 h 106"/>
                <a:gd name="T50" fmla="*/ 73 w 100"/>
                <a:gd name="T51" fmla="*/ 73 h 106"/>
                <a:gd name="T52" fmla="*/ 73 w 100"/>
                <a:gd name="T53" fmla="*/ 80 h 106"/>
                <a:gd name="T54" fmla="*/ 26 w 100"/>
                <a:gd name="T55" fmla="*/ 80 h 106"/>
                <a:gd name="T56" fmla="*/ 26 w 100"/>
                <a:gd name="T57" fmla="*/ 73 h 106"/>
                <a:gd name="T58" fmla="*/ 26 w 100"/>
                <a:gd name="T59" fmla="*/ 33 h 106"/>
                <a:gd name="T60" fmla="*/ 73 w 100"/>
                <a:gd name="T61" fmla="*/ 33 h 106"/>
                <a:gd name="T62" fmla="*/ 73 w 100"/>
                <a:gd name="T63" fmla="*/ 40 h 106"/>
                <a:gd name="T64" fmla="*/ 26 w 100"/>
                <a:gd name="T65" fmla="*/ 40 h 106"/>
                <a:gd name="T66" fmla="*/ 26 w 100"/>
                <a:gd name="T67" fmla="*/ 3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0" h="106">
                  <a:moveTo>
                    <a:pt x="9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4" y="106"/>
                    <a:pt x="10" y="106"/>
                  </a:cubicBezTo>
                  <a:cubicBezTo>
                    <a:pt x="90" y="106"/>
                    <a:pt x="90" y="106"/>
                    <a:pt x="90" y="106"/>
                  </a:cubicBezTo>
                  <a:cubicBezTo>
                    <a:pt x="95" y="106"/>
                    <a:pt x="100" y="102"/>
                    <a:pt x="100" y="96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0" y="4"/>
                    <a:pt x="95" y="0"/>
                    <a:pt x="90" y="0"/>
                  </a:cubicBezTo>
                  <a:close/>
                  <a:moveTo>
                    <a:pt x="86" y="93"/>
                  </a:moveTo>
                  <a:cubicBezTo>
                    <a:pt x="13" y="93"/>
                    <a:pt x="13" y="93"/>
                    <a:pt x="13" y="9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86" y="13"/>
                    <a:pt x="86" y="13"/>
                    <a:pt x="86" y="13"/>
                  </a:cubicBezTo>
                  <a:lnTo>
                    <a:pt x="86" y="93"/>
                  </a:lnTo>
                  <a:close/>
                  <a:moveTo>
                    <a:pt x="26" y="47"/>
                  </a:moveTo>
                  <a:cubicBezTo>
                    <a:pt x="73" y="47"/>
                    <a:pt x="73" y="47"/>
                    <a:pt x="73" y="47"/>
                  </a:cubicBezTo>
                  <a:cubicBezTo>
                    <a:pt x="73" y="53"/>
                    <a:pt x="73" y="53"/>
                    <a:pt x="73" y="53"/>
                  </a:cubicBezTo>
                  <a:cubicBezTo>
                    <a:pt x="26" y="53"/>
                    <a:pt x="26" y="53"/>
                    <a:pt x="26" y="53"/>
                  </a:cubicBezTo>
                  <a:lnTo>
                    <a:pt x="26" y="47"/>
                  </a:lnTo>
                  <a:close/>
                  <a:moveTo>
                    <a:pt x="26" y="60"/>
                  </a:moveTo>
                  <a:cubicBezTo>
                    <a:pt x="73" y="60"/>
                    <a:pt x="73" y="60"/>
                    <a:pt x="73" y="60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26" y="66"/>
                    <a:pt x="26" y="66"/>
                    <a:pt x="26" y="66"/>
                  </a:cubicBezTo>
                  <a:lnTo>
                    <a:pt x="26" y="60"/>
                  </a:lnTo>
                  <a:close/>
                  <a:moveTo>
                    <a:pt x="26" y="73"/>
                  </a:moveTo>
                  <a:cubicBezTo>
                    <a:pt x="73" y="73"/>
                    <a:pt x="73" y="73"/>
                    <a:pt x="73" y="73"/>
                  </a:cubicBezTo>
                  <a:cubicBezTo>
                    <a:pt x="73" y="80"/>
                    <a:pt x="73" y="80"/>
                    <a:pt x="73" y="80"/>
                  </a:cubicBezTo>
                  <a:cubicBezTo>
                    <a:pt x="26" y="80"/>
                    <a:pt x="26" y="80"/>
                    <a:pt x="26" y="80"/>
                  </a:cubicBezTo>
                  <a:lnTo>
                    <a:pt x="26" y="73"/>
                  </a:lnTo>
                  <a:close/>
                  <a:moveTo>
                    <a:pt x="26" y="33"/>
                  </a:moveTo>
                  <a:cubicBezTo>
                    <a:pt x="73" y="33"/>
                    <a:pt x="73" y="33"/>
                    <a:pt x="73" y="33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26" y="40"/>
                    <a:pt x="26" y="40"/>
                    <a:pt x="26" y="40"/>
                  </a:cubicBezTo>
                  <a:lnTo>
                    <a:pt x="26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9" name="Freeform 161"/>
            <p:cNvSpPr>
              <a:spLocks/>
            </p:cNvSpPr>
            <p:nvPr/>
          </p:nvSpPr>
          <p:spPr bwMode="auto">
            <a:xfrm>
              <a:off x="3827" y="2838"/>
              <a:ext cx="140" cy="140"/>
            </a:xfrm>
            <a:custGeom>
              <a:avLst/>
              <a:gdLst>
                <a:gd name="T0" fmla="*/ 86 w 114"/>
                <a:gd name="T1" fmla="*/ 72 h 114"/>
                <a:gd name="T2" fmla="*/ 66 w 114"/>
                <a:gd name="T3" fmla="*/ 52 h 114"/>
                <a:gd name="T4" fmla="*/ 114 w 114"/>
                <a:gd name="T5" fmla="*/ 16 h 114"/>
                <a:gd name="T6" fmla="*/ 100 w 114"/>
                <a:gd name="T7" fmla="*/ 2 h 114"/>
                <a:gd name="T8" fmla="*/ 40 w 114"/>
                <a:gd name="T9" fmla="*/ 26 h 114"/>
                <a:gd name="T10" fmla="*/ 21 w 114"/>
                <a:gd name="T11" fmla="*/ 7 h 114"/>
                <a:gd name="T12" fmla="*/ 4 w 114"/>
                <a:gd name="T13" fmla="*/ 4 h 114"/>
                <a:gd name="T14" fmla="*/ 7 w 114"/>
                <a:gd name="T15" fmla="*/ 21 h 114"/>
                <a:gd name="T16" fmla="*/ 26 w 114"/>
                <a:gd name="T17" fmla="*/ 40 h 114"/>
                <a:gd name="T18" fmla="*/ 2 w 114"/>
                <a:gd name="T19" fmla="*/ 100 h 114"/>
                <a:gd name="T20" fmla="*/ 16 w 114"/>
                <a:gd name="T21" fmla="*/ 114 h 114"/>
                <a:gd name="T22" fmla="*/ 52 w 114"/>
                <a:gd name="T23" fmla="*/ 66 h 114"/>
                <a:gd name="T24" fmla="*/ 72 w 114"/>
                <a:gd name="T25" fmla="*/ 86 h 114"/>
                <a:gd name="T26" fmla="*/ 72 w 114"/>
                <a:gd name="T27" fmla="*/ 114 h 114"/>
                <a:gd name="T28" fmla="*/ 86 w 114"/>
                <a:gd name="T29" fmla="*/ 114 h 114"/>
                <a:gd name="T30" fmla="*/ 93 w 114"/>
                <a:gd name="T31" fmla="*/ 93 h 114"/>
                <a:gd name="T32" fmla="*/ 114 w 114"/>
                <a:gd name="T33" fmla="*/ 86 h 114"/>
                <a:gd name="T34" fmla="*/ 114 w 114"/>
                <a:gd name="T35" fmla="*/ 72 h 114"/>
                <a:gd name="T36" fmla="*/ 86 w 114"/>
                <a:gd name="T37" fmla="*/ 7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14">
                  <a:moveTo>
                    <a:pt x="86" y="72"/>
                  </a:moveTo>
                  <a:cubicBezTo>
                    <a:pt x="66" y="52"/>
                    <a:pt x="66" y="52"/>
                    <a:pt x="66" y="52"/>
                  </a:cubicBezTo>
                  <a:cubicBezTo>
                    <a:pt x="114" y="16"/>
                    <a:pt x="114" y="16"/>
                    <a:pt x="114" y="16"/>
                  </a:cubicBezTo>
                  <a:cubicBezTo>
                    <a:pt x="100" y="2"/>
                    <a:pt x="100" y="2"/>
                    <a:pt x="100" y="2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6" y="2"/>
                    <a:pt x="8" y="0"/>
                    <a:pt x="4" y="4"/>
                  </a:cubicBezTo>
                  <a:cubicBezTo>
                    <a:pt x="0" y="8"/>
                    <a:pt x="2" y="16"/>
                    <a:pt x="7" y="21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" y="100"/>
                    <a:pt x="2" y="100"/>
                    <a:pt x="2" y="100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72" y="114"/>
                    <a:pt x="72" y="114"/>
                    <a:pt x="72" y="114"/>
                  </a:cubicBezTo>
                  <a:cubicBezTo>
                    <a:pt x="86" y="114"/>
                    <a:pt x="86" y="114"/>
                    <a:pt x="86" y="114"/>
                  </a:cubicBezTo>
                  <a:cubicBezTo>
                    <a:pt x="93" y="93"/>
                    <a:pt x="93" y="93"/>
                    <a:pt x="93" y="93"/>
                  </a:cubicBezTo>
                  <a:cubicBezTo>
                    <a:pt x="114" y="86"/>
                    <a:pt x="114" y="86"/>
                    <a:pt x="114" y="86"/>
                  </a:cubicBezTo>
                  <a:cubicBezTo>
                    <a:pt x="114" y="72"/>
                    <a:pt x="114" y="72"/>
                    <a:pt x="114" y="72"/>
                  </a:cubicBezTo>
                  <a:cubicBezTo>
                    <a:pt x="86" y="72"/>
                    <a:pt x="86" y="72"/>
                    <a:pt x="8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0" name="Freeform 162"/>
            <p:cNvSpPr>
              <a:spLocks/>
            </p:cNvSpPr>
            <p:nvPr/>
          </p:nvSpPr>
          <p:spPr bwMode="auto">
            <a:xfrm>
              <a:off x="3836" y="3011"/>
              <a:ext cx="132" cy="109"/>
            </a:xfrm>
            <a:custGeom>
              <a:avLst/>
              <a:gdLst>
                <a:gd name="T0" fmla="*/ 108 w 108"/>
                <a:gd name="T1" fmla="*/ 10 h 88"/>
                <a:gd name="T2" fmla="*/ 96 w 108"/>
                <a:gd name="T3" fmla="*/ 14 h 88"/>
                <a:gd name="T4" fmla="*/ 105 w 108"/>
                <a:gd name="T5" fmla="*/ 2 h 88"/>
                <a:gd name="T6" fmla="*/ 91 w 108"/>
                <a:gd name="T7" fmla="*/ 7 h 88"/>
                <a:gd name="T8" fmla="*/ 75 w 108"/>
                <a:gd name="T9" fmla="*/ 0 h 88"/>
                <a:gd name="T10" fmla="*/ 53 w 108"/>
                <a:gd name="T11" fmla="*/ 22 h 88"/>
                <a:gd name="T12" fmla="*/ 54 w 108"/>
                <a:gd name="T13" fmla="*/ 27 h 88"/>
                <a:gd name="T14" fmla="*/ 8 w 108"/>
                <a:gd name="T15" fmla="*/ 4 h 88"/>
                <a:gd name="T16" fmla="*/ 5 w 108"/>
                <a:gd name="T17" fmla="*/ 15 h 88"/>
                <a:gd name="T18" fmla="*/ 15 w 108"/>
                <a:gd name="T19" fmla="*/ 34 h 88"/>
                <a:gd name="T20" fmla="*/ 5 w 108"/>
                <a:gd name="T21" fmla="*/ 31 h 88"/>
                <a:gd name="T22" fmla="*/ 5 w 108"/>
                <a:gd name="T23" fmla="*/ 31 h 88"/>
                <a:gd name="T24" fmla="*/ 23 w 108"/>
                <a:gd name="T25" fmla="*/ 53 h 88"/>
                <a:gd name="T26" fmla="*/ 17 w 108"/>
                <a:gd name="T27" fmla="*/ 54 h 88"/>
                <a:gd name="T28" fmla="*/ 13 w 108"/>
                <a:gd name="T29" fmla="*/ 53 h 88"/>
                <a:gd name="T30" fmla="*/ 33 w 108"/>
                <a:gd name="T31" fmla="*/ 69 h 88"/>
                <a:gd name="T32" fmla="*/ 6 w 108"/>
                <a:gd name="T33" fmla="*/ 78 h 88"/>
                <a:gd name="T34" fmla="*/ 0 w 108"/>
                <a:gd name="T35" fmla="*/ 78 h 88"/>
                <a:gd name="T36" fmla="*/ 34 w 108"/>
                <a:gd name="T37" fmla="*/ 88 h 88"/>
                <a:gd name="T38" fmla="*/ 97 w 108"/>
                <a:gd name="T39" fmla="*/ 25 h 88"/>
                <a:gd name="T40" fmla="*/ 97 w 108"/>
                <a:gd name="T41" fmla="*/ 22 h 88"/>
                <a:gd name="T42" fmla="*/ 108 w 108"/>
                <a:gd name="T43" fmla="*/ 1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8" h="88">
                  <a:moveTo>
                    <a:pt x="108" y="10"/>
                  </a:moveTo>
                  <a:cubicBezTo>
                    <a:pt x="104" y="12"/>
                    <a:pt x="100" y="13"/>
                    <a:pt x="96" y="14"/>
                  </a:cubicBezTo>
                  <a:cubicBezTo>
                    <a:pt x="100" y="11"/>
                    <a:pt x="104" y="7"/>
                    <a:pt x="105" y="2"/>
                  </a:cubicBezTo>
                  <a:cubicBezTo>
                    <a:pt x="101" y="4"/>
                    <a:pt x="96" y="6"/>
                    <a:pt x="91" y="7"/>
                  </a:cubicBezTo>
                  <a:cubicBezTo>
                    <a:pt x="87" y="3"/>
                    <a:pt x="81" y="0"/>
                    <a:pt x="75" y="0"/>
                  </a:cubicBezTo>
                  <a:cubicBezTo>
                    <a:pt x="63" y="0"/>
                    <a:pt x="53" y="10"/>
                    <a:pt x="53" y="22"/>
                  </a:cubicBezTo>
                  <a:cubicBezTo>
                    <a:pt x="53" y="24"/>
                    <a:pt x="53" y="26"/>
                    <a:pt x="54" y="27"/>
                  </a:cubicBezTo>
                  <a:cubicBezTo>
                    <a:pt x="35" y="26"/>
                    <a:pt x="19" y="17"/>
                    <a:pt x="8" y="4"/>
                  </a:cubicBezTo>
                  <a:cubicBezTo>
                    <a:pt x="6" y="7"/>
                    <a:pt x="5" y="11"/>
                    <a:pt x="5" y="15"/>
                  </a:cubicBezTo>
                  <a:cubicBezTo>
                    <a:pt x="5" y="23"/>
                    <a:pt x="9" y="30"/>
                    <a:pt x="15" y="34"/>
                  </a:cubicBezTo>
                  <a:cubicBezTo>
                    <a:pt x="11" y="33"/>
                    <a:pt x="8" y="33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42"/>
                    <a:pt x="12" y="51"/>
                    <a:pt x="23" y="53"/>
                  </a:cubicBezTo>
                  <a:cubicBezTo>
                    <a:pt x="21" y="53"/>
                    <a:pt x="19" y="54"/>
                    <a:pt x="17" y="54"/>
                  </a:cubicBezTo>
                  <a:cubicBezTo>
                    <a:pt x="15" y="54"/>
                    <a:pt x="14" y="53"/>
                    <a:pt x="13" y="53"/>
                  </a:cubicBezTo>
                  <a:cubicBezTo>
                    <a:pt x="15" y="62"/>
                    <a:pt x="23" y="68"/>
                    <a:pt x="33" y="69"/>
                  </a:cubicBezTo>
                  <a:cubicBezTo>
                    <a:pt x="26" y="74"/>
                    <a:pt x="16" y="78"/>
                    <a:pt x="6" y="78"/>
                  </a:cubicBezTo>
                  <a:cubicBezTo>
                    <a:pt x="4" y="78"/>
                    <a:pt x="2" y="78"/>
                    <a:pt x="0" y="78"/>
                  </a:cubicBezTo>
                  <a:cubicBezTo>
                    <a:pt x="10" y="84"/>
                    <a:pt x="22" y="88"/>
                    <a:pt x="34" y="88"/>
                  </a:cubicBezTo>
                  <a:cubicBezTo>
                    <a:pt x="75" y="88"/>
                    <a:pt x="97" y="54"/>
                    <a:pt x="97" y="25"/>
                  </a:cubicBezTo>
                  <a:cubicBezTo>
                    <a:pt x="97" y="24"/>
                    <a:pt x="97" y="23"/>
                    <a:pt x="97" y="22"/>
                  </a:cubicBezTo>
                  <a:cubicBezTo>
                    <a:pt x="102" y="19"/>
                    <a:pt x="105" y="15"/>
                    <a:pt x="10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1" name="Freeform 163"/>
            <p:cNvSpPr>
              <a:spLocks/>
            </p:cNvSpPr>
            <p:nvPr/>
          </p:nvSpPr>
          <p:spPr bwMode="auto">
            <a:xfrm>
              <a:off x="4032" y="3079"/>
              <a:ext cx="93" cy="97"/>
            </a:xfrm>
            <a:custGeom>
              <a:avLst/>
              <a:gdLst>
                <a:gd name="T0" fmla="*/ 49 w 93"/>
                <a:gd name="T1" fmla="*/ 0 h 97"/>
                <a:gd name="T2" fmla="*/ 49 w 93"/>
                <a:gd name="T3" fmla="*/ 44 h 97"/>
                <a:gd name="T4" fmla="*/ 93 w 93"/>
                <a:gd name="T5" fmla="*/ 0 h 97"/>
                <a:gd name="T6" fmla="*/ 93 w 93"/>
                <a:gd name="T7" fmla="*/ 97 h 97"/>
                <a:gd name="T8" fmla="*/ 49 w 93"/>
                <a:gd name="T9" fmla="*/ 53 h 97"/>
                <a:gd name="T10" fmla="*/ 49 w 93"/>
                <a:gd name="T11" fmla="*/ 97 h 97"/>
                <a:gd name="T12" fmla="*/ 0 w 93"/>
                <a:gd name="T13" fmla="*/ 48 h 97"/>
                <a:gd name="T14" fmla="*/ 49 w 93"/>
                <a:gd name="T15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" h="97">
                  <a:moveTo>
                    <a:pt x="49" y="0"/>
                  </a:moveTo>
                  <a:lnTo>
                    <a:pt x="49" y="44"/>
                  </a:lnTo>
                  <a:lnTo>
                    <a:pt x="93" y="0"/>
                  </a:lnTo>
                  <a:lnTo>
                    <a:pt x="93" y="97"/>
                  </a:lnTo>
                  <a:lnTo>
                    <a:pt x="49" y="53"/>
                  </a:lnTo>
                  <a:lnTo>
                    <a:pt x="49" y="97"/>
                  </a:lnTo>
                  <a:lnTo>
                    <a:pt x="0" y="48"/>
                  </a:ln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2" name="Freeform 164"/>
            <p:cNvSpPr>
              <a:spLocks noEditPoints="1"/>
            </p:cNvSpPr>
            <p:nvPr/>
          </p:nvSpPr>
          <p:spPr bwMode="auto">
            <a:xfrm>
              <a:off x="3864" y="3097"/>
              <a:ext cx="140" cy="142"/>
            </a:xfrm>
            <a:custGeom>
              <a:avLst/>
              <a:gdLst>
                <a:gd name="T0" fmla="*/ 0 w 114"/>
                <a:gd name="T1" fmla="*/ 83 h 115"/>
                <a:gd name="T2" fmla="*/ 10 w 114"/>
                <a:gd name="T3" fmla="*/ 94 h 115"/>
                <a:gd name="T4" fmla="*/ 30 w 114"/>
                <a:gd name="T5" fmla="*/ 74 h 115"/>
                <a:gd name="T6" fmla="*/ 41 w 114"/>
                <a:gd name="T7" fmla="*/ 85 h 115"/>
                <a:gd name="T8" fmla="*/ 21 w 114"/>
                <a:gd name="T9" fmla="*/ 105 h 115"/>
                <a:gd name="T10" fmla="*/ 31 w 114"/>
                <a:gd name="T11" fmla="*/ 115 h 115"/>
                <a:gd name="T12" fmla="*/ 51 w 114"/>
                <a:gd name="T13" fmla="*/ 95 h 115"/>
                <a:gd name="T14" fmla="*/ 64 w 114"/>
                <a:gd name="T15" fmla="*/ 108 h 115"/>
                <a:gd name="T16" fmla="*/ 74 w 114"/>
                <a:gd name="T17" fmla="*/ 98 h 115"/>
                <a:gd name="T18" fmla="*/ 17 w 114"/>
                <a:gd name="T19" fmla="*/ 41 h 115"/>
                <a:gd name="T20" fmla="*/ 7 w 114"/>
                <a:gd name="T21" fmla="*/ 51 h 115"/>
                <a:gd name="T22" fmla="*/ 20 w 114"/>
                <a:gd name="T23" fmla="*/ 63 h 115"/>
                <a:gd name="T24" fmla="*/ 0 w 114"/>
                <a:gd name="T25" fmla="*/ 83 h 115"/>
                <a:gd name="T26" fmla="*/ 84 w 114"/>
                <a:gd name="T27" fmla="*/ 31 h 115"/>
                <a:gd name="T28" fmla="*/ 26 w 114"/>
                <a:gd name="T29" fmla="*/ 40 h 115"/>
                <a:gd name="T30" fmla="*/ 75 w 114"/>
                <a:gd name="T31" fmla="*/ 89 h 115"/>
                <a:gd name="T32" fmla="*/ 84 w 114"/>
                <a:gd name="T33" fmla="*/ 31 h 115"/>
                <a:gd name="T34" fmla="*/ 93 w 114"/>
                <a:gd name="T35" fmla="*/ 36 h 115"/>
                <a:gd name="T36" fmla="*/ 79 w 114"/>
                <a:gd name="T37" fmla="*/ 22 h 115"/>
                <a:gd name="T38" fmla="*/ 100 w 114"/>
                <a:gd name="T39" fmla="*/ 0 h 115"/>
                <a:gd name="T40" fmla="*/ 114 w 114"/>
                <a:gd name="T41" fmla="*/ 15 h 115"/>
                <a:gd name="T42" fmla="*/ 93 w 114"/>
                <a:gd name="T43" fmla="*/ 3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5">
                  <a:moveTo>
                    <a:pt x="0" y="83"/>
                  </a:moveTo>
                  <a:cubicBezTo>
                    <a:pt x="10" y="94"/>
                    <a:pt x="10" y="94"/>
                    <a:pt x="10" y="94"/>
                  </a:cubicBezTo>
                  <a:cubicBezTo>
                    <a:pt x="30" y="74"/>
                    <a:pt x="30" y="74"/>
                    <a:pt x="30" y="74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31" y="115"/>
                    <a:pt x="31" y="115"/>
                    <a:pt x="31" y="115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74" y="98"/>
                    <a:pt x="74" y="98"/>
                    <a:pt x="74" y="98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20" y="63"/>
                    <a:pt x="20" y="63"/>
                    <a:pt x="20" y="63"/>
                  </a:cubicBezTo>
                  <a:lnTo>
                    <a:pt x="0" y="83"/>
                  </a:lnTo>
                  <a:close/>
                  <a:moveTo>
                    <a:pt x="84" y="31"/>
                  </a:moveTo>
                  <a:cubicBezTo>
                    <a:pt x="65" y="13"/>
                    <a:pt x="41" y="27"/>
                    <a:pt x="26" y="40"/>
                  </a:cubicBezTo>
                  <a:cubicBezTo>
                    <a:pt x="75" y="89"/>
                    <a:pt x="75" y="89"/>
                    <a:pt x="75" y="89"/>
                  </a:cubicBezTo>
                  <a:cubicBezTo>
                    <a:pt x="88" y="74"/>
                    <a:pt x="102" y="50"/>
                    <a:pt x="84" y="31"/>
                  </a:cubicBezTo>
                  <a:close/>
                  <a:moveTo>
                    <a:pt x="93" y="36"/>
                  </a:moveTo>
                  <a:cubicBezTo>
                    <a:pt x="79" y="22"/>
                    <a:pt x="79" y="22"/>
                    <a:pt x="79" y="22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93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3" name="Freeform 165"/>
            <p:cNvSpPr>
              <a:spLocks noEditPoints="1"/>
            </p:cNvSpPr>
            <p:nvPr/>
          </p:nvSpPr>
          <p:spPr bwMode="auto">
            <a:xfrm>
              <a:off x="3521" y="2982"/>
              <a:ext cx="141" cy="139"/>
            </a:xfrm>
            <a:custGeom>
              <a:avLst/>
              <a:gdLst>
                <a:gd name="T0" fmla="*/ 110 w 115"/>
                <a:gd name="T1" fmla="*/ 37 h 113"/>
                <a:gd name="T2" fmla="*/ 86 w 115"/>
                <a:gd name="T3" fmla="*/ 2 h 113"/>
                <a:gd name="T4" fmla="*/ 86 w 115"/>
                <a:gd name="T5" fmla="*/ 2 h 113"/>
                <a:gd name="T6" fmla="*/ 77 w 115"/>
                <a:gd name="T7" fmla="*/ 5 h 113"/>
                <a:gd name="T8" fmla="*/ 32 w 115"/>
                <a:gd name="T9" fmla="*/ 40 h 113"/>
                <a:gd name="T10" fmla="*/ 36 w 115"/>
                <a:gd name="T11" fmla="*/ 57 h 113"/>
                <a:gd name="T12" fmla="*/ 42 w 115"/>
                <a:gd name="T13" fmla="*/ 74 h 113"/>
                <a:gd name="T14" fmla="*/ 98 w 115"/>
                <a:gd name="T15" fmla="*/ 82 h 113"/>
                <a:gd name="T16" fmla="*/ 106 w 115"/>
                <a:gd name="T17" fmla="*/ 79 h 113"/>
                <a:gd name="T18" fmla="*/ 106 w 115"/>
                <a:gd name="T19" fmla="*/ 79 h 113"/>
                <a:gd name="T20" fmla="*/ 110 w 115"/>
                <a:gd name="T21" fmla="*/ 37 h 113"/>
                <a:gd name="T22" fmla="*/ 102 w 115"/>
                <a:gd name="T23" fmla="*/ 74 h 113"/>
                <a:gd name="T24" fmla="*/ 99 w 115"/>
                <a:gd name="T25" fmla="*/ 73 h 113"/>
                <a:gd name="T26" fmla="*/ 93 w 115"/>
                <a:gd name="T27" fmla="*/ 68 h 113"/>
                <a:gd name="T28" fmla="*/ 83 w 115"/>
                <a:gd name="T29" fmla="*/ 44 h 113"/>
                <a:gd name="T30" fmla="*/ 80 w 115"/>
                <a:gd name="T31" fmla="*/ 19 h 113"/>
                <a:gd name="T32" fmla="*/ 82 w 115"/>
                <a:gd name="T33" fmla="*/ 11 h 113"/>
                <a:gd name="T34" fmla="*/ 84 w 115"/>
                <a:gd name="T35" fmla="*/ 9 h 113"/>
                <a:gd name="T36" fmla="*/ 87 w 115"/>
                <a:gd name="T37" fmla="*/ 10 h 113"/>
                <a:gd name="T38" fmla="*/ 93 w 115"/>
                <a:gd name="T39" fmla="*/ 16 h 113"/>
                <a:gd name="T40" fmla="*/ 103 w 115"/>
                <a:gd name="T41" fmla="*/ 39 h 113"/>
                <a:gd name="T42" fmla="*/ 106 w 115"/>
                <a:gd name="T43" fmla="*/ 64 h 113"/>
                <a:gd name="T44" fmla="*/ 104 w 115"/>
                <a:gd name="T45" fmla="*/ 72 h 113"/>
                <a:gd name="T46" fmla="*/ 102 w 115"/>
                <a:gd name="T47" fmla="*/ 74 h 113"/>
                <a:gd name="T48" fmla="*/ 28 w 115"/>
                <a:gd name="T49" fmla="*/ 59 h 113"/>
                <a:gd name="T50" fmla="*/ 25 w 115"/>
                <a:gd name="T51" fmla="*/ 43 h 113"/>
                <a:gd name="T52" fmla="*/ 11 w 115"/>
                <a:gd name="T53" fmla="*/ 48 h 113"/>
                <a:gd name="T54" fmla="*/ 4 w 115"/>
                <a:gd name="T55" fmla="*/ 50 h 113"/>
                <a:gd name="T56" fmla="*/ 0 w 115"/>
                <a:gd name="T57" fmla="*/ 61 h 113"/>
                <a:gd name="T58" fmla="*/ 3 w 115"/>
                <a:gd name="T59" fmla="*/ 71 h 113"/>
                <a:gd name="T60" fmla="*/ 11 w 115"/>
                <a:gd name="T61" fmla="*/ 79 h 113"/>
                <a:gd name="T62" fmla="*/ 19 w 115"/>
                <a:gd name="T63" fmla="*/ 77 h 113"/>
                <a:gd name="T64" fmla="*/ 34 w 115"/>
                <a:gd name="T65" fmla="*/ 74 h 113"/>
                <a:gd name="T66" fmla="*/ 28 w 115"/>
                <a:gd name="T67" fmla="*/ 59 h 113"/>
                <a:gd name="T68" fmla="*/ 47 w 115"/>
                <a:gd name="T69" fmla="*/ 78 h 113"/>
                <a:gd name="T70" fmla="*/ 32 w 115"/>
                <a:gd name="T71" fmla="*/ 79 h 113"/>
                <a:gd name="T72" fmla="*/ 50 w 115"/>
                <a:gd name="T73" fmla="*/ 111 h 113"/>
                <a:gd name="T74" fmla="*/ 54 w 115"/>
                <a:gd name="T75" fmla="*/ 112 h 113"/>
                <a:gd name="T76" fmla="*/ 66 w 115"/>
                <a:gd name="T77" fmla="*/ 103 h 113"/>
                <a:gd name="T78" fmla="*/ 66 w 115"/>
                <a:gd name="T79" fmla="*/ 99 h 113"/>
                <a:gd name="T80" fmla="*/ 47 w 115"/>
                <a:gd name="T81" fmla="*/ 78 h 113"/>
                <a:gd name="T82" fmla="*/ 96 w 115"/>
                <a:gd name="T83" fmla="*/ 54 h 113"/>
                <a:gd name="T84" fmla="*/ 95 w 115"/>
                <a:gd name="T85" fmla="*/ 54 h 113"/>
                <a:gd name="T86" fmla="*/ 93 w 115"/>
                <a:gd name="T87" fmla="*/ 52 h 113"/>
                <a:gd name="T88" fmla="*/ 89 w 115"/>
                <a:gd name="T89" fmla="*/ 43 h 113"/>
                <a:gd name="T90" fmla="*/ 88 w 115"/>
                <a:gd name="T91" fmla="*/ 33 h 113"/>
                <a:gd name="T92" fmla="*/ 89 w 115"/>
                <a:gd name="T93" fmla="*/ 30 h 113"/>
                <a:gd name="T94" fmla="*/ 90 w 115"/>
                <a:gd name="T95" fmla="*/ 29 h 113"/>
                <a:gd name="T96" fmla="*/ 91 w 115"/>
                <a:gd name="T97" fmla="*/ 29 h 113"/>
                <a:gd name="T98" fmla="*/ 93 w 115"/>
                <a:gd name="T99" fmla="*/ 32 h 113"/>
                <a:gd name="T100" fmla="*/ 97 w 115"/>
                <a:gd name="T101" fmla="*/ 41 h 113"/>
                <a:gd name="T102" fmla="*/ 98 w 115"/>
                <a:gd name="T103" fmla="*/ 50 h 113"/>
                <a:gd name="T104" fmla="*/ 97 w 115"/>
                <a:gd name="T105" fmla="*/ 53 h 113"/>
                <a:gd name="T106" fmla="*/ 96 w 115"/>
                <a:gd name="T107" fmla="*/ 5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5" h="113">
                  <a:moveTo>
                    <a:pt x="110" y="37"/>
                  </a:moveTo>
                  <a:cubicBezTo>
                    <a:pt x="104" y="16"/>
                    <a:pt x="93" y="0"/>
                    <a:pt x="86" y="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5"/>
                    <a:pt x="60" y="26"/>
                    <a:pt x="32" y="40"/>
                  </a:cubicBezTo>
                  <a:cubicBezTo>
                    <a:pt x="33" y="45"/>
                    <a:pt x="34" y="50"/>
                    <a:pt x="36" y="57"/>
                  </a:cubicBezTo>
                  <a:cubicBezTo>
                    <a:pt x="37" y="64"/>
                    <a:pt x="39" y="69"/>
                    <a:pt x="42" y="74"/>
                  </a:cubicBezTo>
                  <a:cubicBezTo>
                    <a:pt x="73" y="72"/>
                    <a:pt x="98" y="82"/>
                    <a:pt x="98" y="82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14" y="77"/>
                    <a:pt x="115" y="58"/>
                    <a:pt x="110" y="37"/>
                  </a:cubicBezTo>
                  <a:close/>
                  <a:moveTo>
                    <a:pt x="102" y="74"/>
                  </a:moveTo>
                  <a:cubicBezTo>
                    <a:pt x="101" y="75"/>
                    <a:pt x="99" y="74"/>
                    <a:pt x="99" y="73"/>
                  </a:cubicBezTo>
                  <a:cubicBezTo>
                    <a:pt x="97" y="72"/>
                    <a:pt x="95" y="70"/>
                    <a:pt x="93" y="68"/>
                  </a:cubicBezTo>
                  <a:cubicBezTo>
                    <a:pt x="89" y="62"/>
                    <a:pt x="85" y="54"/>
                    <a:pt x="83" y="44"/>
                  </a:cubicBezTo>
                  <a:cubicBezTo>
                    <a:pt x="80" y="35"/>
                    <a:pt x="79" y="26"/>
                    <a:pt x="80" y="19"/>
                  </a:cubicBezTo>
                  <a:cubicBezTo>
                    <a:pt x="80" y="16"/>
                    <a:pt x="81" y="13"/>
                    <a:pt x="82" y="11"/>
                  </a:cubicBezTo>
                  <a:cubicBezTo>
                    <a:pt x="82" y="10"/>
                    <a:pt x="83" y="9"/>
                    <a:pt x="84" y="9"/>
                  </a:cubicBezTo>
                  <a:cubicBezTo>
                    <a:pt x="85" y="9"/>
                    <a:pt x="87" y="9"/>
                    <a:pt x="87" y="10"/>
                  </a:cubicBezTo>
                  <a:cubicBezTo>
                    <a:pt x="89" y="11"/>
                    <a:pt x="91" y="13"/>
                    <a:pt x="93" y="16"/>
                  </a:cubicBezTo>
                  <a:cubicBezTo>
                    <a:pt x="97" y="21"/>
                    <a:pt x="101" y="30"/>
                    <a:pt x="103" y="39"/>
                  </a:cubicBezTo>
                  <a:cubicBezTo>
                    <a:pt x="106" y="48"/>
                    <a:pt x="107" y="57"/>
                    <a:pt x="106" y="64"/>
                  </a:cubicBezTo>
                  <a:cubicBezTo>
                    <a:pt x="105" y="67"/>
                    <a:pt x="105" y="70"/>
                    <a:pt x="104" y="72"/>
                  </a:cubicBezTo>
                  <a:cubicBezTo>
                    <a:pt x="103" y="73"/>
                    <a:pt x="103" y="74"/>
                    <a:pt x="102" y="74"/>
                  </a:cubicBezTo>
                  <a:close/>
                  <a:moveTo>
                    <a:pt x="28" y="59"/>
                  </a:moveTo>
                  <a:cubicBezTo>
                    <a:pt x="27" y="53"/>
                    <a:pt x="26" y="48"/>
                    <a:pt x="25" y="43"/>
                  </a:cubicBezTo>
                  <a:cubicBezTo>
                    <a:pt x="20" y="45"/>
                    <a:pt x="16" y="46"/>
                    <a:pt x="11" y="48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1" y="79"/>
                    <a:pt x="11" y="79"/>
                    <a:pt x="19" y="77"/>
                  </a:cubicBezTo>
                  <a:cubicBezTo>
                    <a:pt x="24" y="76"/>
                    <a:pt x="28" y="75"/>
                    <a:pt x="34" y="74"/>
                  </a:cubicBezTo>
                  <a:cubicBezTo>
                    <a:pt x="32" y="70"/>
                    <a:pt x="30" y="64"/>
                    <a:pt x="28" y="59"/>
                  </a:cubicBezTo>
                  <a:close/>
                  <a:moveTo>
                    <a:pt x="47" y="78"/>
                  </a:moveTo>
                  <a:cubicBezTo>
                    <a:pt x="32" y="79"/>
                    <a:pt x="32" y="79"/>
                    <a:pt x="32" y="79"/>
                  </a:cubicBezTo>
                  <a:cubicBezTo>
                    <a:pt x="50" y="111"/>
                    <a:pt x="50" y="111"/>
                    <a:pt x="50" y="111"/>
                  </a:cubicBezTo>
                  <a:cubicBezTo>
                    <a:pt x="51" y="112"/>
                    <a:pt x="53" y="113"/>
                    <a:pt x="54" y="112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2"/>
                    <a:pt x="67" y="100"/>
                    <a:pt x="66" y="99"/>
                  </a:cubicBezTo>
                  <a:lnTo>
                    <a:pt x="47" y="78"/>
                  </a:lnTo>
                  <a:close/>
                  <a:moveTo>
                    <a:pt x="96" y="54"/>
                  </a:moveTo>
                  <a:cubicBezTo>
                    <a:pt x="96" y="54"/>
                    <a:pt x="95" y="54"/>
                    <a:pt x="95" y="54"/>
                  </a:cubicBezTo>
                  <a:cubicBezTo>
                    <a:pt x="94" y="53"/>
                    <a:pt x="94" y="53"/>
                    <a:pt x="93" y="52"/>
                  </a:cubicBezTo>
                  <a:cubicBezTo>
                    <a:pt x="91" y="49"/>
                    <a:pt x="90" y="46"/>
                    <a:pt x="89" y="43"/>
                  </a:cubicBezTo>
                  <a:cubicBezTo>
                    <a:pt x="88" y="39"/>
                    <a:pt x="88" y="36"/>
                    <a:pt x="88" y="33"/>
                  </a:cubicBezTo>
                  <a:cubicBezTo>
                    <a:pt x="88" y="32"/>
                    <a:pt x="88" y="31"/>
                    <a:pt x="89" y="30"/>
                  </a:cubicBezTo>
                  <a:cubicBezTo>
                    <a:pt x="89" y="30"/>
                    <a:pt x="89" y="29"/>
                    <a:pt x="90" y="29"/>
                  </a:cubicBezTo>
                  <a:cubicBezTo>
                    <a:pt x="90" y="29"/>
                    <a:pt x="90" y="29"/>
                    <a:pt x="91" y="29"/>
                  </a:cubicBezTo>
                  <a:cubicBezTo>
                    <a:pt x="91" y="30"/>
                    <a:pt x="92" y="31"/>
                    <a:pt x="93" y="32"/>
                  </a:cubicBezTo>
                  <a:cubicBezTo>
                    <a:pt x="94" y="34"/>
                    <a:pt x="96" y="37"/>
                    <a:pt x="97" y="41"/>
                  </a:cubicBezTo>
                  <a:cubicBezTo>
                    <a:pt x="98" y="44"/>
                    <a:pt x="98" y="48"/>
                    <a:pt x="98" y="50"/>
                  </a:cubicBezTo>
                  <a:cubicBezTo>
                    <a:pt x="98" y="52"/>
                    <a:pt x="98" y="53"/>
                    <a:pt x="97" y="53"/>
                  </a:cubicBezTo>
                  <a:cubicBezTo>
                    <a:pt x="97" y="54"/>
                    <a:pt x="97" y="54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4" name="Freeform 166"/>
            <p:cNvSpPr>
              <a:spLocks noEditPoints="1"/>
            </p:cNvSpPr>
            <p:nvPr/>
          </p:nvSpPr>
          <p:spPr bwMode="auto">
            <a:xfrm>
              <a:off x="3688" y="2986"/>
              <a:ext cx="129" cy="130"/>
            </a:xfrm>
            <a:custGeom>
              <a:avLst/>
              <a:gdLst>
                <a:gd name="T0" fmla="*/ 100 w 105"/>
                <a:gd name="T1" fmla="*/ 30 h 106"/>
                <a:gd name="T2" fmla="*/ 71 w 105"/>
                <a:gd name="T3" fmla="*/ 27 h 106"/>
                <a:gd name="T4" fmla="*/ 88 w 105"/>
                <a:gd name="T5" fmla="*/ 10 h 106"/>
                <a:gd name="T6" fmla="*/ 82 w 105"/>
                <a:gd name="T7" fmla="*/ 4 h 106"/>
                <a:gd name="T8" fmla="*/ 59 w 105"/>
                <a:gd name="T9" fmla="*/ 27 h 106"/>
                <a:gd name="T10" fmla="*/ 52 w 105"/>
                <a:gd name="T11" fmla="*/ 27 h 106"/>
                <a:gd name="T12" fmla="*/ 52 w 105"/>
                <a:gd name="T13" fmla="*/ 27 h 106"/>
                <a:gd name="T14" fmla="*/ 26 w 105"/>
                <a:gd name="T15" fmla="*/ 0 h 106"/>
                <a:gd name="T16" fmla="*/ 19 w 105"/>
                <a:gd name="T17" fmla="*/ 7 h 106"/>
                <a:gd name="T18" fmla="*/ 39 w 105"/>
                <a:gd name="T19" fmla="*/ 27 h 106"/>
                <a:gd name="T20" fmla="*/ 4 w 105"/>
                <a:gd name="T21" fmla="*/ 30 h 106"/>
                <a:gd name="T22" fmla="*/ 0 w 105"/>
                <a:gd name="T23" fmla="*/ 66 h 106"/>
                <a:gd name="T24" fmla="*/ 4 w 105"/>
                <a:gd name="T25" fmla="*/ 102 h 106"/>
                <a:gd name="T26" fmla="*/ 52 w 105"/>
                <a:gd name="T27" fmla="*/ 106 h 106"/>
                <a:gd name="T28" fmla="*/ 100 w 105"/>
                <a:gd name="T29" fmla="*/ 102 h 106"/>
                <a:gd name="T30" fmla="*/ 105 w 105"/>
                <a:gd name="T31" fmla="*/ 66 h 106"/>
                <a:gd name="T32" fmla="*/ 100 w 105"/>
                <a:gd name="T33" fmla="*/ 30 h 106"/>
                <a:gd name="T34" fmla="*/ 88 w 105"/>
                <a:gd name="T35" fmla="*/ 90 h 106"/>
                <a:gd name="T36" fmla="*/ 52 w 105"/>
                <a:gd name="T37" fmla="*/ 92 h 106"/>
                <a:gd name="T38" fmla="*/ 16 w 105"/>
                <a:gd name="T39" fmla="*/ 90 h 106"/>
                <a:gd name="T40" fmla="*/ 13 w 105"/>
                <a:gd name="T41" fmla="*/ 66 h 106"/>
                <a:gd name="T42" fmla="*/ 16 w 105"/>
                <a:gd name="T43" fmla="*/ 42 h 106"/>
                <a:gd name="T44" fmla="*/ 52 w 105"/>
                <a:gd name="T45" fmla="*/ 40 h 106"/>
                <a:gd name="T46" fmla="*/ 88 w 105"/>
                <a:gd name="T47" fmla="*/ 42 h 106"/>
                <a:gd name="T48" fmla="*/ 92 w 105"/>
                <a:gd name="T49" fmla="*/ 66 h 106"/>
                <a:gd name="T50" fmla="*/ 88 w 105"/>
                <a:gd name="T51" fmla="*/ 9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5" h="106">
                  <a:moveTo>
                    <a:pt x="100" y="30"/>
                  </a:moveTo>
                  <a:cubicBezTo>
                    <a:pt x="91" y="29"/>
                    <a:pt x="82" y="28"/>
                    <a:pt x="71" y="27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7" y="27"/>
                    <a:pt x="54" y="27"/>
                    <a:pt x="52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27" y="27"/>
                    <a:pt x="15" y="28"/>
                    <a:pt x="4" y="30"/>
                  </a:cubicBezTo>
                  <a:cubicBezTo>
                    <a:pt x="1" y="41"/>
                    <a:pt x="0" y="53"/>
                    <a:pt x="0" y="66"/>
                  </a:cubicBezTo>
                  <a:cubicBezTo>
                    <a:pt x="0" y="79"/>
                    <a:pt x="1" y="91"/>
                    <a:pt x="4" y="102"/>
                  </a:cubicBezTo>
                  <a:cubicBezTo>
                    <a:pt x="19" y="104"/>
                    <a:pt x="35" y="106"/>
                    <a:pt x="52" y="106"/>
                  </a:cubicBezTo>
                  <a:cubicBezTo>
                    <a:pt x="69" y="106"/>
                    <a:pt x="86" y="104"/>
                    <a:pt x="100" y="102"/>
                  </a:cubicBezTo>
                  <a:cubicBezTo>
                    <a:pt x="103" y="91"/>
                    <a:pt x="105" y="79"/>
                    <a:pt x="105" y="66"/>
                  </a:cubicBezTo>
                  <a:cubicBezTo>
                    <a:pt x="105" y="53"/>
                    <a:pt x="103" y="41"/>
                    <a:pt x="100" y="30"/>
                  </a:cubicBezTo>
                  <a:close/>
                  <a:moveTo>
                    <a:pt x="88" y="90"/>
                  </a:moveTo>
                  <a:cubicBezTo>
                    <a:pt x="77" y="92"/>
                    <a:pt x="65" y="92"/>
                    <a:pt x="52" y="92"/>
                  </a:cubicBezTo>
                  <a:cubicBezTo>
                    <a:pt x="39" y="92"/>
                    <a:pt x="27" y="92"/>
                    <a:pt x="16" y="90"/>
                  </a:cubicBezTo>
                  <a:cubicBezTo>
                    <a:pt x="14" y="83"/>
                    <a:pt x="13" y="75"/>
                    <a:pt x="13" y="66"/>
                  </a:cubicBezTo>
                  <a:cubicBezTo>
                    <a:pt x="13" y="58"/>
                    <a:pt x="14" y="49"/>
                    <a:pt x="16" y="42"/>
                  </a:cubicBezTo>
                  <a:cubicBezTo>
                    <a:pt x="27" y="41"/>
                    <a:pt x="39" y="40"/>
                    <a:pt x="52" y="40"/>
                  </a:cubicBezTo>
                  <a:cubicBezTo>
                    <a:pt x="65" y="40"/>
                    <a:pt x="77" y="41"/>
                    <a:pt x="88" y="42"/>
                  </a:cubicBezTo>
                  <a:cubicBezTo>
                    <a:pt x="90" y="49"/>
                    <a:pt x="92" y="58"/>
                    <a:pt x="92" y="66"/>
                  </a:cubicBezTo>
                  <a:cubicBezTo>
                    <a:pt x="92" y="75"/>
                    <a:pt x="90" y="83"/>
                    <a:pt x="88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5" name="Freeform 167"/>
            <p:cNvSpPr>
              <a:spLocks/>
            </p:cNvSpPr>
            <p:nvPr/>
          </p:nvSpPr>
          <p:spPr bwMode="auto">
            <a:xfrm>
              <a:off x="3670" y="3140"/>
              <a:ext cx="157" cy="89"/>
            </a:xfrm>
            <a:custGeom>
              <a:avLst/>
              <a:gdLst>
                <a:gd name="T0" fmla="*/ 128 w 128"/>
                <a:gd name="T1" fmla="*/ 51 h 72"/>
                <a:gd name="T2" fmla="*/ 112 w 128"/>
                <a:gd name="T3" fmla="*/ 29 h 72"/>
                <a:gd name="T4" fmla="*/ 82 w 128"/>
                <a:gd name="T5" fmla="*/ 0 h 72"/>
                <a:gd name="T6" fmla="*/ 58 w 128"/>
                <a:gd name="T7" fmla="*/ 12 h 72"/>
                <a:gd name="T8" fmla="*/ 45 w 128"/>
                <a:gd name="T9" fmla="*/ 5 h 72"/>
                <a:gd name="T10" fmla="*/ 29 w 128"/>
                <a:gd name="T11" fmla="*/ 22 h 72"/>
                <a:gd name="T12" fmla="*/ 29 w 128"/>
                <a:gd name="T13" fmla="*/ 24 h 72"/>
                <a:gd name="T14" fmla="*/ 24 w 128"/>
                <a:gd name="T15" fmla="*/ 24 h 72"/>
                <a:gd name="T16" fmla="*/ 0 w 128"/>
                <a:gd name="T17" fmla="*/ 48 h 72"/>
                <a:gd name="T18" fmla="*/ 24 w 128"/>
                <a:gd name="T19" fmla="*/ 72 h 72"/>
                <a:gd name="T20" fmla="*/ 106 w 128"/>
                <a:gd name="T21" fmla="*/ 72 h 72"/>
                <a:gd name="T22" fmla="*/ 106 w 128"/>
                <a:gd name="T23" fmla="*/ 72 h 72"/>
                <a:gd name="T24" fmla="*/ 128 w 128"/>
                <a:gd name="T25" fmla="*/ 5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72">
                  <a:moveTo>
                    <a:pt x="128" y="51"/>
                  </a:moveTo>
                  <a:cubicBezTo>
                    <a:pt x="128" y="40"/>
                    <a:pt x="121" y="32"/>
                    <a:pt x="112" y="29"/>
                  </a:cubicBezTo>
                  <a:cubicBezTo>
                    <a:pt x="111" y="13"/>
                    <a:pt x="98" y="0"/>
                    <a:pt x="82" y="0"/>
                  </a:cubicBezTo>
                  <a:cubicBezTo>
                    <a:pt x="72" y="0"/>
                    <a:pt x="64" y="5"/>
                    <a:pt x="58" y="12"/>
                  </a:cubicBezTo>
                  <a:cubicBezTo>
                    <a:pt x="55" y="8"/>
                    <a:pt x="51" y="5"/>
                    <a:pt x="45" y="5"/>
                  </a:cubicBezTo>
                  <a:cubicBezTo>
                    <a:pt x="36" y="5"/>
                    <a:pt x="29" y="13"/>
                    <a:pt x="29" y="22"/>
                  </a:cubicBezTo>
                  <a:cubicBezTo>
                    <a:pt x="29" y="23"/>
                    <a:pt x="29" y="24"/>
                    <a:pt x="29" y="24"/>
                  </a:cubicBezTo>
                  <a:cubicBezTo>
                    <a:pt x="27" y="24"/>
                    <a:pt x="26" y="24"/>
                    <a:pt x="24" y="24"/>
                  </a:cubicBezTo>
                  <a:cubicBezTo>
                    <a:pt x="11" y="24"/>
                    <a:pt x="0" y="35"/>
                    <a:pt x="0" y="48"/>
                  </a:cubicBezTo>
                  <a:cubicBezTo>
                    <a:pt x="0" y="62"/>
                    <a:pt x="11" y="72"/>
                    <a:pt x="24" y="72"/>
                  </a:cubicBezTo>
                  <a:cubicBezTo>
                    <a:pt x="106" y="72"/>
                    <a:pt x="106" y="72"/>
                    <a:pt x="106" y="72"/>
                  </a:cubicBezTo>
                  <a:cubicBezTo>
                    <a:pt x="106" y="72"/>
                    <a:pt x="106" y="72"/>
                    <a:pt x="106" y="72"/>
                  </a:cubicBezTo>
                  <a:cubicBezTo>
                    <a:pt x="118" y="72"/>
                    <a:pt x="128" y="63"/>
                    <a:pt x="128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6" name="Freeform 168"/>
            <p:cNvSpPr>
              <a:spLocks noEditPoints="1"/>
            </p:cNvSpPr>
            <p:nvPr/>
          </p:nvSpPr>
          <p:spPr bwMode="auto">
            <a:xfrm>
              <a:off x="3524" y="3140"/>
              <a:ext cx="108" cy="89"/>
            </a:xfrm>
            <a:custGeom>
              <a:avLst/>
              <a:gdLst>
                <a:gd name="T0" fmla="*/ 0 w 88"/>
                <a:gd name="T1" fmla="*/ 0 h 72"/>
                <a:gd name="T2" fmla="*/ 0 w 88"/>
                <a:gd name="T3" fmla="*/ 72 h 72"/>
                <a:gd name="T4" fmla="*/ 88 w 88"/>
                <a:gd name="T5" fmla="*/ 72 h 72"/>
                <a:gd name="T6" fmla="*/ 88 w 88"/>
                <a:gd name="T7" fmla="*/ 0 h 72"/>
                <a:gd name="T8" fmla="*/ 0 w 88"/>
                <a:gd name="T9" fmla="*/ 0 h 72"/>
                <a:gd name="T10" fmla="*/ 83 w 88"/>
                <a:gd name="T11" fmla="*/ 67 h 72"/>
                <a:gd name="T12" fmla="*/ 5 w 88"/>
                <a:gd name="T13" fmla="*/ 67 h 72"/>
                <a:gd name="T14" fmla="*/ 5 w 88"/>
                <a:gd name="T15" fmla="*/ 6 h 72"/>
                <a:gd name="T16" fmla="*/ 83 w 88"/>
                <a:gd name="T17" fmla="*/ 6 h 72"/>
                <a:gd name="T18" fmla="*/ 83 w 88"/>
                <a:gd name="T19" fmla="*/ 67 h 72"/>
                <a:gd name="T20" fmla="*/ 61 w 88"/>
                <a:gd name="T21" fmla="*/ 20 h 72"/>
                <a:gd name="T22" fmla="*/ 69 w 88"/>
                <a:gd name="T23" fmla="*/ 28 h 72"/>
                <a:gd name="T24" fmla="*/ 77 w 88"/>
                <a:gd name="T25" fmla="*/ 20 h 72"/>
                <a:gd name="T26" fmla="*/ 69 w 88"/>
                <a:gd name="T27" fmla="*/ 11 h 72"/>
                <a:gd name="T28" fmla="*/ 61 w 88"/>
                <a:gd name="T29" fmla="*/ 20 h 72"/>
                <a:gd name="T30" fmla="*/ 77 w 88"/>
                <a:gd name="T31" fmla="*/ 61 h 72"/>
                <a:gd name="T32" fmla="*/ 11 w 88"/>
                <a:gd name="T33" fmla="*/ 61 h 72"/>
                <a:gd name="T34" fmla="*/ 27 w 88"/>
                <a:gd name="T35" fmla="*/ 17 h 72"/>
                <a:gd name="T36" fmla="*/ 50 w 88"/>
                <a:gd name="T37" fmla="*/ 45 h 72"/>
                <a:gd name="T38" fmla="*/ 61 w 88"/>
                <a:gd name="T39" fmla="*/ 36 h 72"/>
                <a:gd name="T40" fmla="*/ 77 w 88"/>
                <a:gd name="T41" fmla="*/ 6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72">
                  <a:moveTo>
                    <a:pt x="0" y="0"/>
                  </a:moveTo>
                  <a:cubicBezTo>
                    <a:pt x="0" y="72"/>
                    <a:pt x="0" y="72"/>
                    <a:pt x="0" y="72"/>
                  </a:cubicBezTo>
                  <a:cubicBezTo>
                    <a:pt x="88" y="72"/>
                    <a:pt x="88" y="72"/>
                    <a:pt x="88" y="72"/>
                  </a:cubicBezTo>
                  <a:cubicBezTo>
                    <a:pt x="88" y="0"/>
                    <a:pt x="88" y="0"/>
                    <a:pt x="88" y="0"/>
                  </a:cubicBezTo>
                  <a:lnTo>
                    <a:pt x="0" y="0"/>
                  </a:lnTo>
                  <a:close/>
                  <a:moveTo>
                    <a:pt x="83" y="67"/>
                  </a:moveTo>
                  <a:cubicBezTo>
                    <a:pt x="5" y="67"/>
                    <a:pt x="5" y="67"/>
                    <a:pt x="5" y="6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3" y="6"/>
                    <a:pt x="83" y="6"/>
                    <a:pt x="83" y="6"/>
                  </a:cubicBezTo>
                  <a:lnTo>
                    <a:pt x="83" y="67"/>
                  </a:lnTo>
                  <a:close/>
                  <a:moveTo>
                    <a:pt x="61" y="20"/>
                  </a:moveTo>
                  <a:cubicBezTo>
                    <a:pt x="61" y="24"/>
                    <a:pt x="64" y="28"/>
                    <a:pt x="69" y="28"/>
                  </a:cubicBezTo>
                  <a:cubicBezTo>
                    <a:pt x="74" y="28"/>
                    <a:pt x="77" y="24"/>
                    <a:pt x="77" y="20"/>
                  </a:cubicBezTo>
                  <a:cubicBezTo>
                    <a:pt x="77" y="15"/>
                    <a:pt x="74" y="11"/>
                    <a:pt x="69" y="11"/>
                  </a:cubicBezTo>
                  <a:cubicBezTo>
                    <a:pt x="64" y="11"/>
                    <a:pt x="61" y="15"/>
                    <a:pt x="61" y="20"/>
                  </a:cubicBezTo>
                  <a:close/>
                  <a:moveTo>
                    <a:pt x="77" y="61"/>
                  </a:moveTo>
                  <a:cubicBezTo>
                    <a:pt x="11" y="61"/>
                    <a:pt x="11" y="61"/>
                    <a:pt x="11" y="6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61" y="36"/>
                    <a:pt x="61" y="36"/>
                    <a:pt x="61" y="36"/>
                  </a:cubicBezTo>
                  <a:lnTo>
                    <a:pt x="77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7" name="Freeform 169"/>
            <p:cNvSpPr>
              <a:spLocks noEditPoints="1"/>
            </p:cNvSpPr>
            <p:nvPr/>
          </p:nvSpPr>
          <p:spPr bwMode="auto">
            <a:xfrm>
              <a:off x="3366" y="3121"/>
              <a:ext cx="105" cy="105"/>
            </a:xfrm>
            <a:custGeom>
              <a:avLst/>
              <a:gdLst>
                <a:gd name="T0" fmla="*/ 57 w 85"/>
                <a:gd name="T1" fmla="*/ 58 h 86"/>
                <a:gd name="T2" fmla="*/ 82 w 85"/>
                <a:gd name="T3" fmla="*/ 47 h 86"/>
                <a:gd name="T4" fmla="*/ 82 w 85"/>
                <a:gd name="T5" fmla="*/ 59 h 86"/>
                <a:gd name="T6" fmla="*/ 66 w 85"/>
                <a:gd name="T7" fmla="*/ 67 h 86"/>
                <a:gd name="T8" fmla="*/ 59 w 85"/>
                <a:gd name="T9" fmla="*/ 84 h 86"/>
                <a:gd name="T10" fmla="*/ 47 w 85"/>
                <a:gd name="T11" fmla="*/ 84 h 86"/>
                <a:gd name="T12" fmla="*/ 57 w 85"/>
                <a:gd name="T13" fmla="*/ 58 h 86"/>
                <a:gd name="T14" fmla="*/ 24 w 85"/>
                <a:gd name="T15" fmla="*/ 85 h 86"/>
                <a:gd name="T16" fmla="*/ 39 w 85"/>
                <a:gd name="T17" fmla="*/ 42 h 86"/>
                <a:gd name="T18" fmla="*/ 81 w 85"/>
                <a:gd name="T19" fmla="*/ 23 h 86"/>
                <a:gd name="T20" fmla="*/ 81 w 85"/>
                <a:gd name="T21" fmla="*/ 35 h 86"/>
                <a:gd name="T22" fmla="*/ 81 w 85"/>
                <a:gd name="T23" fmla="*/ 35 h 86"/>
                <a:gd name="T24" fmla="*/ 48 w 85"/>
                <a:gd name="T25" fmla="*/ 50 h 86"/>
                <a:gd name="T26" fmla="*/ 36 w 85"/>
                <a:gd name="T27" fmla="*/ 85 h 86"/>
                <a:gd name="T28" fmla="*/ 24 w 85"/>
                <a:gd name="T29" fmla="*/ 85 h 86"/>
                <a:gd name="T30" fmla="*/ 49 w 85"/>
                <a:gd name="T31" fmla="*/ 7 h 86"/>
                <a:gd name="T32" fmla="*/ 80 w 85"/>
                <a:gd name="T33" fmla="*/ 0 h 86"/>
                <a:gd name="T34" fmla="*/ 80 w 85"/>
                <a:gd name="T35" fmla="*/ 0 h 86"/>
                <a:gd name="T36" fmla="*/ 80 w 85"/>
                <a:gd name="T37" fmla="*/ 11 h 86"/>
                <a:gd name="T38" fmla="*/ 31 w 85"/>
                <a:gd name="T39" fmla="*/ 34 h 86"/>
                <a:gd name="T40" fmla="*/ 12 w 85"/>
                <a:gd name="T41" fmla="*/ 85 h 86"/>
                <a:gd name="T42" fmla="*/ 0 w 85"/>
                <a:gd name="T43" fmla="*/ 86 h 86"/>
                <a:gd name="T44" fmla="*/ 5 w 85"/>
                <a:gd name="T45" fmla="*/ 54 h 86"/>
                <a:gd name="T46" fmla="*/ 22 w 85"/>
                <a:gd name="T47" fmla="*/ 26 h 86"/>
                <a:gd name="T48" fmla="*/ 49 w 85"/>
                <a:gd name="T49" fmla="*/ 7 h 86"/>
                <a:gd name="T50" fmla="*/ 75 w 85"/>
                <a:gd name="T51" fmla="*/ 83 h 86"/>
                <a:gd name="T52" fmla="*/ 83 w 85"/>
                <a:gd name="T53" fmla="*/ 83 h 86"/>
                <a:gd name="T54" fmla="*/ 83 w 85"/>
                <a:gd name="T55" fmla="*/ 74 h 86"/>
                <a:gd name="T56" fmla="*/ 74 w 85"/>
                <a:gd name="T57" fmla="*/ 75 h 86"/>
                <a:gd name="T58" fmla="*/ 75 w 85"/>
                <a:gd name="T59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5" h="86">
                  <a:moveTo>
                    <a:pt x="57" y="58"/>
                  </a:moveTo>
                  <a:cubicBezTo>
                    <a:pt x="64" y="51"/>
                    <a:pt x="73" y="47"/>
                    <a:pt x="82" y="47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76" y="59"/>
                    <a:pt x="70" y="62"/>
                    <a:pt x="66" y="67"/>
                  </a:cubicBezTo>
                  <a:cubicBezTo>
                    <a:pt x="61" y="71"/>
                    <a:pt x="59" y="78"/>
                    <a:pt x="59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7" y="75"/>
                    <a:pt x="50" y="66"/>
                    <a:pt x="57" y="58"/>
                  </a:cubicBezTo>
                  <a:close/>
                  <a:moveTo>
                    <a:pt x="24" y="85"/>
                  </a:moveTo>
                  <a:cubicBezTo>
                    <a:pt x="23" y="69"/>
                    <a:pt x="29" y="54"/>
                    <a:pt x="39" y="42"/>
                  </a:cubicBezTo>
                  <a:cubicBezTo>
                    <a:pt x="50" y="31"/>
                    <a:pt x="65" y="24"/>
                    <a:pt x="81" y="23"/>
                  </a:cubicBezTo>
                  <a:cubicBezTo>
                    <a:pt x="81" y="35"/>
                    <a:pt x="81" y="35"/>
                    <a:pt x="81" y="35"/>
                  </a:cubicBezTo>
                  <a:cubicBezTo>
                    <a:pt x="81" y="35"/>
                    <a:pt x="81" y="35"/>
                    <a:pt x="81" y="35"/>
                  </a:cubicBezTo>
                  <a:cubicBezTo>
                    <a:pt x="69" y="36"/>
                    <a:pt x="57" y="41"/>
                    <a:pt x="48" y="50"/>
                  </a:cubicBezTo>
                  <a:cubicBezTo>
                    <a:pt x="40" y="60"/>
                    <a:pt x="35" y="72"/>
                    <a:pt x="36" y="85"/>
                  </a:cubicBezTo>
                  <a:lnTo>
                    <a:pt x="24" y="85"/>
                  </a:lnTo>
                  <a:close/>
                  <a:moveTo>
                    <a:pt x="49" y="7"/>
                  </a:moveTo>
                  <a:cubicBezTo>
                    <a:pt x="59" y="2"/>
                    <a:pt x="69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61" y="12"/>
                    <a:pt x="44" y="20"/>
                    <a:pt x="31" y="34"/>
                  </a:cubicBezTo>
                  <a:cubicBezTo>
                    <a:pt x="18" y="48"/>
                    <a:pt x="11" y="66"/>
                    <a:pt x="12" y="85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75"/>
                    <a:pt x="1" y="65"/>
                    <a:pt x="5" y="54"/>
                  </a:cubicBezTo>
                  <a:cubicBezTo>
                    <a:pt x="9" y="44"/>
                    <a:pt x="14" y="34"/>
                    <a:pt x="22" y="26"/>
                  </a:cubicBezTo>
                  <a:cubicBezTo>
                    <a:pt x="30" y="18"/>
                    <a:pt x="39" y="11"/>
                    <a:pt x="49" y="7"/>
                  </a:cubicBezTo>
                  <a:close/>
                  <a:moveTo>
                    <a:pt x="75" y="83"/>
                  </a:moveTo>
                  <a:cubicBezTo>
                    <a:pt x="77" y="85"/>
                    <a:pt x="81" y="85"/>
                    <a:pt x="83" y="83"/>
                  </a:cubicBezTo>
                  <a:cubicBezTo>
                    <a:pt x="85" y="80"/>
                    <a:pt x="85" y="76"/>
                    <a:pt x="83" y="74"/>
                  </a:cubicBezTo>
                  <a:cubicBezTo>
                    <a:pt x="80" y="72"/>
                    <a:pt x="77" y="72"/>
                    <a:pt x="74" y="75"/>
                  </a:cubicBezTo>
                  <a:cubicBezTo>
                    <a:pt x="72" y="77"/>
                    <a:pt x="72" y="81"/>
                    <a:pt x="75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8" name="Freeform 170"/>
            <p:cNvSpPr>
              <a:spLocks noEditPoints="1"/>
            </p:cNvSpPr>
            <p:nvPr/>
          </p:nvSpPr>
          <p:spPr bwMode="auto">
            <a:xfrm>
              <a:off x="1907" y="1484"/>
              <a:ext cx="59" cy="80"/>
            </a:xfrm>
            <a:custGeom>
              <a:avLst/>
              <a:gdLst>
                <a:gd name="T0" fmla="*/ 46 w 48"/>
                <a:gd name="T1" fmla="*/ 8 h 65"/>
                <a:gd name="T2" fmla="*/ 42 w 48"/>
                <a:gd name="T3" fmla="*/ 8 h 65"/>
                <a:gd name="T4" fmla="*/ 42 w 48"/>
                <a:gd name="T5" fmla="*/ 12 h 65"/>
                <a:gd name="T6" fmla="*/ 44 w 48"/>
                <a:gd name="T7" fmla="*/ 12 h 65"/>
                <a:gd name="T8" fmla="*/ 44 w 48"/>
                <a:gd name="T9" fmla="*/ 44 h 65"/>
                <a:gd name="T10" fmla="*/ 28 w 48"/>
                <a:gd name="T11" fmla="*/ 44 h 65"/>
                <a:gd name="T12" fmla="*/ 28 w 48"/>
                <a:gd name="T13" fmla="*/ 61 h 65"/>
                <a:gd name="T14" fmla="*/ 4 w 48"/>
                <a:gd name="T15" fmla="*/ 61 h 65"/>
                <a:gd name="T16" fmla="*/ 4 w 48"/>
                <a:gd name="T17" fmla="*/ 12 h 65"/>
                <a:gd name="T18" fmla="*/ 6 w 48"/>
                <a:gd name="T19" fmla="*/ 12 h 65"/>
                <a:gd name="T20" fmla="*/ 6 w 48"/>
                <a:gd name="T21" fmla="*/ 8 h 65"/>
                <a:gd name="T22" fmla="*/ 2 w 48"/>
                <a:gd name="T23" fmla="*/ 8 h 65"/>
                <a:gd name="T24" fmla="*/ 0 w 48"/>
                <a:gd name="T25" fmla="*/ 10 h 65"/>
                <a:gd name="T26" fmla="*/ 0 w 48"/>
                <a:gd name="T27" fmla="*/ 63 h 65"/>
                <a:gd name="T28" fmla="*/ 2 w 48"/>
                <a:gd name="T29" fmla="*/ 65 h 65"/>
                <a:gd name="T30" fmla="*/ 34 w 48"/>
                <a:gd name="T31" fmla="*/ 65 h 65"/>
                <a:gd name="T32" fmla="*/ 48 w 48"/>
                <a:gd name="T33" fmla="*/ 50 h 65"/>
                <a:gd name="T34" fmla="*/ 48 w 48"/>
                <a:gd name="T35" fmla="*/ 10 h 65"/>
                <a:gd name="T36" fmla="*/ 46 w 48"/>
                <a:gd name="T37" fmla="*/ 8 h 65"/>
                <a:gd name="T38" fmla="*/ 32 w 48"/>
                <a:gd name="T39" fmla="*/ 61 h 65"/>
                <a:gd name="T40" fmla="*/ 32 w 48"/>
                <a:gd name="T41" fmla="*/ 49 h 65"/>
                <a:gd name="T42" fmla="*/ 44 w 48"/>
                <a:gd name="T43" fmla="*/ 49 h 65"/>
                <a:gd name="T44" fmla="*/ 32 w 48"/>
                <a:gd name="T45" fmla="*/ 61 h 65"/>
                <a:gd name="T46" fmla="*/ 40 w 48"/>
                <a:gd name="T47" fmla="*/ 8 h 65"/>
                <a:gd name="T48" fmla="*/ 32 w 48"/>
                <a:gd name="T49" fmla="*/ 8 h 65"/>
                <a:gd name="T50" fmla="*/ 32 w 48"/>
                <a:gd name="T51" fmla="*/ 4 h 65"/>
                <a:gd name="T52" fmla="*/ 28 w 48"/>
                <a:gd name="T53" fmla="*/ 0 h 65"/>
                <a:gd name="T54" fmla="*/ 20 w 48"/>
                <a:gd name="T55" fmla="*/ 0 h 65"/>
                <a:gd name="T56" fmla="*/ 16 w 48"/>
                <a:gd name="T57" fmla="*/ 4 h 65"/>
                <a:gd name="T58" fmla="*/ 16 w 48"/>
                <a:gd name="T59" fmla="*/ 8 h 65"/>
                <a:gd name="T60" fmla="*/ 8 w 48"/>
                <a:gd name="T61" fmla="*/ 8 h 65"/>
                <a:gd name="T62" fmla="*/ 8 w 48"/>
                <a:gd name="T63" fmla="*/ 16 h 65"/>
                <a:gd name="T64" fmla="*/ 40 w 48"/>
                <a:gd name="T65" fmla="*/ 16 h 65"/>
                <a:gd name="T66" fmla="*/ 40 w 48"/>
                <a:gd name="T67" fmla="*/ 8 h 65"/>
                <a:gd name="T68" fmla="*/ 28 w 48"/>
                <a:gd name="T69" fmla="*/ 8 h 65"/>
                <a:gd name="T70" fmla="*/ 20 w 48"/>
                <a:gd name="T71" fmla="*/ 8 h 65"/>
                <a:gd name="T72" fmla="*/ 20 w 48"/>
                <a:gd name="T73" fmla="*/ 4 h 65"/>
                <a:gd name="T74" fmla="*/ 20 w 48"/>
                <a:gd name="T75" fmla="*/ 4 h 65"/>
                <a:gd name="T76" fmla="*/ 28 w 48"/>
                <a:gd name="T77" fmla="*/ 4 h 65"/>
                <a:gd name="T78" fmla="*/ 28 w 48"/>
                <a:gd name="T79" fmla="*/ 4 h 65"/>
                <a:gd name="T80" fmla="*/ 28 w 48"/>
                <a:gd name="T81" fmla="*/ 8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" h="65">
                  <a:moveTo>
                    <a:pt x="46" y="8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0" y="9"/>
                    <a:pt x="0" y="10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4"/>
                    <a:pt x="1" y="65"/>
                    <a:pt x="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8"/>
                    <a:pt x="46" y="8"/>
                  </a:cubicBezTo>
                  <a:close/>
                  <a:moveTo>
                    <a:pt x="32" y="61"/>
                  </a:moveTo>
                  <a:cubicBezTo>
                    <a:pt x="32" y="49"/>
                    <a:pt x="32" y="49"/>
                    <a:pt x="32" y="49"/>
                  </a:cubicBezTo>
                  <a:cubicBezTo>
                    <a:pt x="44" y="49"/>
                    <a:pt x="44" y="49"/>
                    <a:pt x="44" y="49"/>
                  </a:cubicBezTo>
                  <a:lnTo>
                    <a:pt x="32" y="61"/>
                  </a:lnTo>
                  <a:close/>
                  <a:moveTo>
                    <a:pt x="40" y="8"/>
                  </a:move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2"/>
                    <a:pt x="30" y="0"/>
                    <a:pt x="28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0"/>
                    <a:pt x="16" y="2"/>
                    <a:pt x="16" y="4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40" y="16"/>
                    <a:pt x="40" y="16"/>
                    <a:pt x="40" y="16"/>
                  </a:cubicBezTo>
                  <a:lnTo>
                    <a:pt x="40" y="8"/>
                  </a:lnTo>
                  <a:close/>
                  <a:moveTo>
                    <a:pt x="28" y="8"/>
                  </a:moveTo>
                  <a:cubicBezTo>
                    <a:pt x="20" y="8"/>
                    <a:pt x="20" y="8"/>
                    <a:pt x="20" y="8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lnTo>
                    <a:pt x="2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9" name="Freeform 171"/>
            <p:cNvSpPr>
              <a:spLocks noEditPoints="1"/>
            </p:cNvSpPr>
            <p:nvPr/>
          </p:nvSpPr>
          <p:spPr bwMode="auto">
            <a:xfrm>
              <a:off x="1423" y="1972"/>
              <a:ext cx="81" cy="81"/>
            </a:xfrm>
            <a:custGeom>
              <a:avLst/>
              <a:gdLst>
                <a:gd name="T0" fmla="*/ 55 w 66"/>
                <a:gd name="T1" fmla="*/ 0 h 66"/>
                <a:gd name="T2" fmla="*/ 11 w 66"/>
                <a:gd name="T3" fmla="*/ 0 h 66"/>
                <a:gd name="T4" fmla="*/ 0 w 66"/>
                <a:gd name="T5" fmla="*/ 11 h 66"/>
                <a:gd name="T6" fmla="*/ 1 w 66"/>
                <a:gd name="T7" fmla="*/ 55 h 66"/>
                <a:gd name="T8" fmla="*/ 12 w 66"/>
                <a:gd name="T9" fmla="*/ 66 h 66"/>
                <a:gd name="T10" fmla="*/ 55 w 66"/>
                <a:gd name="T11" fmla="*/ 66 h 66"/>
                <a:gd name="T12" fmla="*/ 66 w 66"/>
                <a:gd name="T13" fmla="*/ 55 h 66"/>
                <a:gd name="T14" fmla="*/ 66 w 66"/>
                <a:gd name="T15" fmla="*/ 11 h 66"/>
                <a:gd name="T16" fmla="*/ 55 w 66"/>
                <a:gd name="T17" fmla="*/ 0 h 66"/>
                <a:gd name="T18" fmla="*/ 22 w 66"/>
                <a:gd name="T19" fmla="*/ 29 h 66"/>
                <a:gd name="T20" fmla="*/ 45 w 66"/>
                <a:gd name="T21" fmla="*/ 29 h 66"/>
                <a:gd name="T22" fmla="*/ 46 w 66"/>
                <a:gd name="T23" fmla="*/ 33 h 66"/>
                <a:gd name="T24" fmla="*/ 33 w 66"/>
                <a:gd name="T25" fmla="*/ 46 h 66"/>
                <a:gd name="T26" fmla="*/ 21 w 66"/>
                <a:gd name="T27" fmla="*/ 33 h 66"/>
                <a:gd name="T28" fmla="*/ 22 w 66"/>
                <a:gd name="T29" fmla="*/ 29 h 66"/>
                <a:gd name="T30" fmla="*/ 58 w 66"/>
                <a:gd name="T31" fmla="*/ 29 h 66"/>
                <a:gd name="T32" fmla="*/ 58 w 66"/>
                <a:gd name="T33" fmla="*/ 45 h 66"/>
                <a:gd name="T34" fmla="*/ 58 w 66"/>
                <a:gd name="T35" fmla="*/ 53 h 66"/>
                <a:gd name="T36" fmla="*/ 54 w 66"/>
                <a:gd name="T37" fmla="*/ 58 h 66"/>
                <a:gd name="T38" fmla="*/ 13 w 66"/>
                <a:gd name="T39" fmla="*/ 58 h 66"/>
                <a:gd name="T40" fmla="*/ 9 w 66"/>
                <a:gd name="T41" fmla="*/ 54 h 66"/>
                <a:gd name="T42" fmla="*/ 9 w 66"/>
                <a:gd name="T43" fmla="*/ 46 h 66"/>
                <a:gd name="T44" fmla="*/ 9 w 66"/>
                <a:gd name="T45" fmla="*/ 29 h 66"/>
                <a:gd name="T46" fmla="*/ 9 w 66"/>
                <a:gd name="T47" fmla="*/ 29 h 66"/>
                <a:gd name="T48" fmla="*/ 15 w 66"/>
                <a:gd name="T49" fmla="*/ 29 h 66"/>
                <a:gd name="T50" fmla="*/ 15 w 66"/>
                <a:gd name="T51" fmla="*/ 33 h 66"/>
                <a:gd name="T52" fmla="*/ 33 w 66"/>
                <a:gd name="T53" fmla="*/ 52 h 66"/>
                <a:gd name="T54" fmla="*/ 52 w 66"/>
                <a:gd name="T55" fmla="*/ 33 h 66"/>
                <a:gd name="T56" fmla="*/ 51 w 66"/>
                <a:gd name="T57" fmla="*/ 29 h 66"/>
                <a:gd name="T58" fmla="*/ 58 w 66"/>
                <a:gd name="T59" fmla="*/ 29 h 66"/>
                <a:gd name="T60" fmla="*/ 58 w 66"/>
                <a:gd name="T61" fmla="*/ 15 h 66"/>
                <a:gd name="T62" fmla="*/ 56 w 66"/>
                <a:gd name="T63" fmla="*/ 17 h 66"/>
                <a:gd name="T64" fmla="*/ 52 w 66"/>
                <a:gd name="T65" fmla="*/ 17 h 66"/>
                <a:gd name="T66" fmla="*/ 50 w 66"/>
                <a:gd name="T67" fmla="*/ 15 h 66"/>
                <a:gd name="T68" fmla="*/ 50 w 66"/>
                <a:gd name="T69" fmla="*/ 10 h 66"/>
                <a:gd name="T70" fmla="*/ 52 w 66"/>
                <a:gd name="T71" fmla="*/ 8 h 66"/>
                <a:gd name="T72" fmla="*/ 56 w 66"/>
                <a:gd name="T73" fmla="*/ 8 h 66"/>
                <a:gd name="T74" fmla="*/ 58 w 66"/>
                <a:gd name="T75" fmla="*/ 10 h 66"/>
                <a:gd name="T76" fmla="*/ 58 w 66"/>
                <a:gd name="T77" fmla="*/ 1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6" h="66">
                  <a:moveTo>
                    <a:pt x="5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1"/>
                    <a:pt x="0" y="5"/>
                    <a:pt x="0" y="11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61"/>
                    <a:pt x="6" y="66"/>
                    <a:pt x="12" y="66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1" y="66"/>
                    <a:pt x="66" y="61"/>
                    <a:pt x="66" y="55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5"/>
                    <a:pt x="61" y="0"/>
                    <a:pt x="55" y="0"/>
                  </a:cubicBezTo>
                  <a:close/>
                  <a:moveTo>
                    <a:pt x="22" y="29"/>
                  </a:moveTo>
                  <a:cubicBezTo>
                    <a:pt x="45" y="29"/>
                    <a:pt x="45" y="29"/>
                    <a:pt x="45" y="29"/>
                  </a:cubicBezTo>
                  <a:cubicBezTo>
                    <a:pt x="46" y="30"/>
                    <a:pt x="46" y="32"/>
                    <a:pt x="46" y="33"/>
                  </a:cubicBezTo>
                  <a:cubicBezTo>
                    <a:pt x="46" y="40"/>
                    <a:pt x="40" y="46"/>
                    <a:pt x="33" y="46"/>
                  </a:cubicBezTo>
                  <a:cubicBezTo>
                    <a:pt x="27" y="46"/>
                    <a:pt x="21" y="40"/>
                    <a:pt x="21" y="33"/>
                  </a:cubicBezTo>
                  <a:cubicBezTo>
                    <a:pt x="21" y="32"/>
                    <a:pt x="21" y="30"/>
                    <a:pt x="22" y="29"/>
                  </a:cubicBezTo>
                  <a:close/>
                  <a:moveTo>
                    <a:pt x="58" y="29"/>
                  </a:moveTo>
                  <a:cubicBezTo>
                    <a:pt x="58" y="45"/>
                    <a:pt x="58" y="45"/>
                    <a:pt x="58" y="45"/>
                  </a:cubicBezTo>
                  <a:cubicBezTo>
                    <a:pt x="58" y="53"/>
                    <a:pt x="58" y="53"/>
                    <a:pt x="58" y="53"/>
                  </a:cubicBezTo>
                  <a:cubicBezTo>
                    <a:pt x="58" y="56"/>
                    <a:pt x="56" y="57"/>
                    <a:pt x="54" y="58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1" y="58"/>
                    <a:pt x="9" y="56"/>
                    <a:pt x="9" y="54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5" y="32"/>
                    <a:pt x="15" y="33"/>
                  </a:cubicBezTo>
                  <a:cubicBezTo>
                    <a:pt x="15" y="43"/>
                    <a:pt x="23" y="52"/>
                    <a:pt x="33" y="52"/>
                  </a:cubicBezTo>
                  <a:cubicBezTo>
                    <a:pt x="44" y="52"/>
                    <a:pt x="52" y="43"/>
                    <a:pt x="52" y="33"/>
                  </a:cubicBezTo>
                  <a:cubicBezTo>
                    <a:pt x="52" y="32"/>
                    <a:pt x="52" y="30"/>
                    <a:pt x="51" y="29"/>
                  </a:cubicBezTo>
                  <a:cubicBezTo>
                    <a:pt x="58" y="29"/>
                    <a:pt x="58" y="29"/>
                    <a:pt x="58" y="29"/>
                  </a:cubicBezTo>
                  <a:close/>
                  <a:moveTo>
                    <a:pt x="58" y="15"/>
                  </a:moveTo>
                  <a:cubicBezTo>
                    <a:pt x="58" y="16"/>
                    <a:pt x="57" y="17"/>
                    <a:pt x="56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0" y="16"/>
                    <a:pt x="50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50" y="8"/>
                    <a:pt x="52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7" y="8"/>
                    <a:pt x="58" y="9"/>
                    <a:pt x="58" y="10"/>
                  </a:cubicBezTo>
                  <a:lnTo>
                    <a:pt x="58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0" name="Freeform 172"/>
            <p:cNvSpPr>
              <a:spLocks noEditPoints="1"/>
            </p:cNvSpPr>
            <p:nvPr/>
          </p:nvSpPr>
          <p:spPr bwMode="auto">
            <a:xfrm>
              <a:off x="1440" y="960"/>
              <a:ext cx="75" cy="75"/>
            </a:xfrm>
            <a:custGeom>
              <a:avLst/>
              <a:gdLst>
                <a:gd name="T0" fmla="*/ 30 w 61"/>
                <a:gd name="T1" fmla="*/ 0 h 61"/>
                <a:gd name="T2" fmla="*/ 0 w 61"/>
                <a:gd name="T3" fmla="*/ 30 h 61"/>
                <a:gd name="T4" fmla="*/ 30 w 61"/>
                <a:gd name="T5" fmla="*/ 61 h 61"/>
                <a:gd name="T6" fmla="*/ 61 w 61"/>
                <a:gd name="T7" fmla="*/ 30 h 61"/>
                <a:gd name="T8" fmla="*/ 30 w 61"/>
                <a:gd name="T9" fmla="*/ 0 h 61"/>
                <a:gd name="T10" fmla="*/ 30 w 61"/>
                <a:gd name="T11" fmla="*/ 55 h 61"/>
                <a:gd name="T12" fmla="*/ 6 w 61"/>
                <a:gd name="T13" fmla="*/ 30 h 61"/>
                <a:gd name="T14" fmla="*/ 30 w 61"/>
                <a:gd name="T15" fmla="*/ 6 h 61"/>
                <a:gd name="T16" fmla="*/ 55 w 61"/>
                <a:gd name="T17" fmla="*/ 30 h 61"/>
                <a:gd name="T18" fmla="*/ 30 w 61"/>
                <a:gd name="T19" fmla="*/ 55 h 61"/>
                <a:gd name="T20" fmla="*/ 27 w 61"/>
                <a:gd name="T21" fmla="*/ 15 h 61"/>
                <a:gd name="T22" fmla="*/ 34 w 61"/>
                <a:gd name="T23" fmla="*/ 15 h 61"/>
                <a:gd name="T24" fmla="*/ 34 w 61"/>
                <a:gd name="T25" fmla="*/ 23 h 61"/>
                <a:gd name="T26" fmla="*/ 27 w 61"/>
                <a:gd name="T27" fmla="*/ 23 h 61"/>
                <a:gd name="T28" fmla="*/ 27 w 61"/>
                <a:gd name="T29" fmla="*/ 15 h 61"/>
                <a:gd name="T30" fmla="*/ 38 w 61"/>
                <a:gd name="T31" fmla="*/ 46 h 61"/>
                <a:gd name="T32" fmla="*/ 23 w 61"/>
                <a:gd name="T33" fmla="*/ 46 h 61"/>
                <a:gd name="T34" fmla="*/ 23 w 61"/>
                <a:gd name="T35" fmla="*/ 42 h 61"/>
                <a:gd name="T36" fmla="*/ 27 w 61"/>
                <a:gd name="T37" fmla="*/ 42 h 61"/>
                <a:gd name="T38" fmla="*/ 27 w 61"/>
                <a:gd name="T39" fmla="*/ 30 h 61"/>
                <a:gd name="T40" fmla="*/ 23 w 61"/>
                <a:gd name="T41" fmla="*/ 30 h 61"/>
                <a:gd name="T42" fmla="*/ 23 w 61"/>
                <a:gd name="T43" fmla="*/ 27 h 61"/>
                <a:gd name="T44" fmla="*/ 34 w 61"/>
                <a:gd name="T45" fmla="*/ 27 h 61"/>
                <a:gd name="T46" fmla="*/ 34 w 61"/>
                <a:gd name="T47" fmla="*/ 42 h 61"/>
                <a:gd name="T48" fmla="*/ 38 w 61"/>
                <a:gd name="T49" fmla="*/ 42 h 61"/>
                <a:gd name="T50" fmla="*/ 38 w 61"/>
                <a:gd name="T51" fmla="*/ 4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1" h="61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1"/>
                    <a:pt x="30" y="61"/>
                  </a:cubicBezTo>
                  <a:cubicBezTo>
                    <a:pt x="47" y="61"/>
                    <a:pt x="61" y="47"/>
                    <a:pt x="61" y="30"/>
                  </a:cubicBezTo>
                  <a:cubicBezTo>
                    <a:pt x="61" y="14"/>
                    <a:pt x="47" y="0"/>
                    <a:pt x="30" y="0"/>
                  </a:cubicBezTo>
                  <a:close/>
                  <a:moveTo>
                    <a:pt x="30" y="55"/>
                  </a:moveTo>
                  <a:cubicBezTo>
                    <a:pt x="17" y="55"/>
                    <a:pt x="6" y="44"/>
                    <a:pt x="6" y="30"/>
                  </a:cubicBezTo>
                  <a:cubicBezTo>
                    <a:pt x="6" y="17"/>
                    <a:pt x="17" y="6"/>
                    <a:pt x="30" y="6"/>
                  </a:cubicBezTo>
                  <a:cubicBezTo>
                    <a:pt x="44" y="6"/>
                    <a:pt x="55" y="17"/>
                    <a:pt x="55" y="30"/>
                  </a:cubicBezTo>
                  <a:cubicBezTo>
                    <a:pt x="55" y="44"/>
                    <a:pt x="44" y="55"/>
                    <a:pt x="30" y="55"/>
                  </a:cubicBezTo>
                  <a:close/>
                  <a:moveTo>
                    <a:pt x="27" y="15"/>
                  </a:moveTo>
                  <a:cubicBezTo>
                    <a:pt x="34" y="15"/>
                    <a:pt x="34" y="15"/>
                    <a:pt x="34" y="15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27" y="23"/>
                    <a:pt x="27" y="23"/>
                    <a:pt x="27" y="23"/>
                  </a:cubicBezTo>
                  <a:lnTo>
                    <a:pt x="27" y="15"/>
                  </a:lnTo>
                  <a:close/>
                  <a:moveTo>
                    <a:pt x="38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8" y="42"/>
                    <a:pt x="38" y="42"/>
                    <a:pt x="38" y="42"/>
                  </a:cubicBezTo>
                  <a:lnTo>
                    <a:pt x="38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1" name="Freeform 173"/>
            <p:cNvSpPr>
              <a:spLocks noEditPoints="1"/>
            </p:cNvSpPr>
            <p:nvPr/>
          </p:nvSpPr>
          <p:spPr bwMode="auto">
            <a:xfrm>
              <a:off x="1471" y="2896"/>
              <a:ext cx="87" cy="76"/>
            </a:xfrm>
            <a:custGeom>
              <a:avLst/>
              <a:gdLst>
                <a:gd name="T0" fmla="*/ 58 w 87"/>
                <a:gd name="T1" fmla="*/ 10 h 76"/>
                <a:gd name="T2" fmla="*/ 31 w 87"/>
                <a:gd name="T3" fmla="*/ 0 h 76"/>
                <a:gd name="T4" fmla="*/ 0 w 87"/>
                <a:gd name="T5" fmla="*/ 10 h 76"/>
                <a:gd name="T6" fmla="*/ 0 w 87"/>
                <a:gd name="T7" fmla="*/ 76 h 76"/>
                <a:gd name="T8" fmla="*/ 31 w 87"/>
                <a:gd name="T9" fmla="*/ 65 h 76"/>
                <a:gd name="T10" fmla="*/ 58 w 87"/>
                <a:gd name="T11" fmla="*/ 76 h 76"/>
                <a:gd name="T12" fmla="*/ 87 w 87"/>
                <a:gd name="T13" fmla="*/ 65 h 76"/>
                <a:gd name="T14" fmla="*/ 87 w 87"/>
                <a:gd name="T15" fmla="*/ 0 h 76"/>
                <a:gd name="T16" fmla="*/ 58 w 87"/>
                <a:gd name="T17" fmla="*/ 10 h 76"/>
                <a:gd name="T18" fmla="*/ 33 w 87"/>
                <a:gd name="T19" fmla="*/ 6 h 76"/>
                <a:gd name="T20" fmla="*/ 55 w 87"/>
                <a:gd name="T21" fmla="*/ 15 h 76"/>
                <a:gd name="T22" fmla="*/ 55 w 87"/>
                <a:gd name="T23" fmla="*/ 69 h 76"/>
                <a:gd name="T24" fmla="*/ 33 w 87"/>
                <a:gd name="T25" fmla="*/ 60 h 76"/>
                <a:gd name="T26" fmla="*/ 33 w 87"/>
                <a:gd name="T27" fmla="*/ 6 h 76"/>
                <a:gd name="T28" fmla="*/ 6 w 87"/>
                <a:gd name="T29" fmla="*/ 15 h 76"/>
                <a:gd name="T30" fmla="*/ 28 w 87"/>
                <a:gd name="T31" fmla="*/ 6 h 76"/>
                <a:gd name="T32" fmla="*/ 28 w 87"/>
                <a:gd name="T33" fmla="*/ 60 h 76"/>
                <a:gd name="T34" fmla="*/ 6 w 87"/>
                <a:gd name="T35" fmla="*/ 67 h 76"/>
                <a:gd name="T36" fmla="*/ 6 w 87"/>
                <a:gd name="T37" fmla="*/ 15 h 76"/>
                <a:gd name="T38" fmla="*/ 82 w 87"/>
                <a:gd name="T39" fmla="*/ 61 h 76"/>
                <a:gd name="T40" fmla="*/ 60 w 87"/>
                <a:gd name="T41" fmla="*/ 69 h 76"/>
                <a:gd name="T42" fmla="*/ 60 w 87"/>
                <a:gd name="T43" fmla="*/ 15 h 76"/>
                <a:gd name="T44" fmla="*/ 82 w 87"/>
                <a:gd name="T45" fmla="*/ 7 h 76"/>
                <a:gd name="T46" fmla="*/ 82 w 87"/>
                <a:gd name="T47" fmla="*/ 6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7" h="76">
                  <a:moveTo>
                    <a:pt x="58" y="10"/>
                  </a:moveTo>
                  <a:lnTo>
                    <a:pt x="31" y="0"/>
                  </a:lnTo>
                  <a:lnTo>
                    <a:pt x="0" y="10"/>
                  </a:lnTo>
                  <a:lnTo>
                    <a:pt x="0" y="76"/>
                  </a:lnTo>
                  <a:lnTo>
                    <a:pt x="31" y="65"/>
                  </a:lnTo>
                  <a:lnTo>
                    <a:pt x="58" y="76"/>
                  </a:lnTo>
                  <a:lnTo>
                    <a:pt x="87" y="65"/>
                  </a:lnTo>
                  <a:lnTo>
                    <a:pt x="87" y="0"/>
                  </a:lnTo>
                  <a:lnTo>
                    <a:pt x="58" y="10"/>
                  </a:lnTo>
                  <a:close/>
                  <a:moveTo>
                    <a:pt x="33" y="6"/>
                  </a:moveTo>
                  <a:lnTo>
                    <a:pt x="55" y="15"/>
                  </a:lnTo>
                  <a:lnTo>
                    <a:pt x="55" y="69"/>
                  </a:lnTo>
                  <a:lnTo>
                    <a:pt x="33" y="60"/>
                  </a:lnTo>
                  <a:lnTo>
                    <a:pt x="33" y="6"/>
                  </a:lnTo>
                  <a:close/>
                  <a:moveTo>
                    <a:pt x="6" y="15"/>
                  </a:moveTo>
                  <a:lnTo>
                    <a:pt x="28" y="6"/>
                  </a:lnTo>
                  <a:lnTo>
                    <a:pt x="28" y="60"/>
                  </a:lnTo>
                  <a:lnTo>
                    <a:pt x="6" y="67"/>
                  </a:lnTo>
                  <a:lnTo>
                    <a:pt x="6" y="15"/>
                  </a:lnTo>
                  <a:close/>
                  <a:moveTo>
                    <a:pt x="82" y="61"/>
                  </a:moveTo>
                  <a:lnTo>
                    <a:pt x="60" y="69"/>
                  </a:lnTo>
                  <a:lnTo>
                    <a:pt x="60" y="15"/>
                  </a:lnTo>
                  <a:lnTo>
                    <a:pt x="82" y="7"/>
                  </a:lnTo>
                  <a:lnTo>
                    <a:pt x="82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2" name="Freeform 174"/>
            <p:cNvSpPr>
              <a:spLocks noEditPoints="1"/>
            </p:cNvSpPr>
            <p:nvPr/>
          </p:nvSpPr>
          <p:spPr bwMode="auto">
            <a:xfrm>
              <a:off x="2534" y="832"/>
              <a:ext cx="57" cy="58"/>
            </a:xfrm>
            <a:custGeom>
              <a:avLst/>
              <a:gdLst>
                <a:gd name="T0" fmla="*/ 3 w 47"/>
                <a:gd name="T1" fmla="*/ 0 h 47"/>
                <a:gd name="T2" fmla="*/ 21 w 47"/>
                <a:gd name="T3" fmla="*/ 0 h 47"/>
                <a:gd name="T4" fmla="*/ 21 w 47"/>
                <a:gd name="T5" fmla="*/ 3 h 47"/>
                <a:gd name="T6" fmla="*/ 3 w 47"/>
                <a:gd name="T7" fmla="*/ 3 h 47"/>
                <a:gd name="T8" fmla="*/ 3 w 47"/>
                <a:gd name="T9" fmla="*/ 0 h 47"/>
                <a:gd name="T10" fmla="*/ 26 w 47"/>
                <a:gd name="T11" fmla="*/ 0 h 47"/>
                <a:gd name="T12" fmla="*/ 44 w 47"/>
                <a:gd name="T13" fmla="*/ 0 h 47"/>
                <a:gd name="T14" fmla="*/ 44 w 47"/>
                <a:gd name="T15" fmla="*/ 3 h 47"/>
                <a:gd name="T16" fmla="*/ 26 w 47"/>
                <a:gd name="T17" fmla="*/ 3 h 47"/>
                <a:gd name="T18" fmla="*/ 26 w 47"/>
                <a:gd name="T19" fmla="*/ 0 h 47"/>
                <a:gd name="T20" fmla="*/ 43 w 47"/>
                <a:gd name="T21" fmla="*/ 15 h 47"/>
                <a:gd name="T22" fmla="*/ 41 w 47"/>
                <a:gd name="T23" fmla="*/ 15 h 47"/>
                <a:gd name="T24" fmla="*/ 41 w 47"/>
                <a:gd name="T25" fmla="*/ 3 h 47"/>
                <a:gd name="T26" fmla="*/ 29 w 47"/>
                <a:gd name="T27" fmla="*/ 3 h 47"/>
                <a:gd name="T28" fmla="*/ 29 w 47"/>
                <a:gd name="T29" fmla="*/ 15 h 47"/>
                <a:gd name="T30" fmla="*/ 18 w 47"/>
                <a:gd name="T31" fmla="*/ 15 h 47"/>
                <a:gd name="T32" fmla="*/ 18 w 47"/>
                <a:gd name="T33" fmla="*/ 3 h 47"/>
                <a:gd name="T34" fmla="*/ 6 w 47"/>
                <a:gd name="T35" fmla="*/ 3 h 47"/>
                <a:gd name="T36" fmla="*/ 6 w 47"/>
                <a:gd name="T37" fmla="*/ 15 h 47"/>
                <a:gd name="T38" fmla="*/ 4 w 47"/>
                <a:gd name="T39" fmla="*/ 15 h 47"/>
                <a:gd name="T40" fmla="*/ 0 w 47"/>
                <a:gd name="T41" fmla="*/ 18 h 47"/>
                <a:gd name="T42" fmla="*/ 0 w 47"/>
                <a:gd name="T43" fmla="*/ 43 h 47"/>
                <a:gd name="T44" fmla="*/ 4 w 47"/>
                <a:gd name="T45" fmla="*/ 47 h 47"/>
                <a:gd name="T46" fmla="*/ 17 w 47"/>
                <a:gd name="T47" fmla="*/ 47 h 47"/>
                <a:gd name="T48" fmla="*/ 21 w 47"/>
                <a:gd name="T49" fmla="*/ 43 h 47"/>
                <a:gd name="T50" fmla="*/ 21 w 47"/>
                <a:gd name="T51" fmla="*/ 26 h 47"/>
                <a:gd name="T52" fmla="*/ 26 w 47"/>
                <a:gd name="T53" fmla="*/ 26 h 47"/>
                <a:gd name="T54" fmla="*/ 26 w 47"/>
                <a:gd name="T55" fmla="*/ 43 h 47"/>
                <a:gd name="T56" fmla="*/ 30 w 47"/>
                <a:gd name="T57" fmla="*/ 47 h 47"/>
                <a:gd name="T58" fmla="*/ 43 w 47"/>
                <a:gd name="T59" fmla="*/ 47 h 47"/>
                <a:gd name="T60" fmla="*/ 47 w 47"/>
                <a:gd name="T61" fmla="*/ 43 h 47"/>
                <a:gd name="T62" fmla="*/ 47 w 47"/>
                <a:gd name="T63" fmla="*/ 18 h 47"/>
                <a:gd name="T64" fmla="*/ 43 w 47"/>
                <a:gd name="T65" fmla="*/ 15 h 47"/>
                <a:gd name="T66" fmla="*/ 16 w 47"/>
                <a:gd name="T67" fmla="*/ 44 h 47"/>
                <a:gd name="T68" fmla="*/ 5 w 47"/>
                <a:gd name="T69" fmla="*/ 44 h 47"/>
                <a:gd name="T70" fmla="*/ 3 w 47"/>
                <a:gd name="T71" fmla="*/ 42 h 47"/>
                <a:gd name="T72" fmla="*/ 5 w 47"/>
                <a:gd name="T73" fmla="*/ 41 h 47"/>
                <a:gd name="T74" fmla="*/ 16 w 47"/>
                <a:gd name="T75" fmla="*/ 41 h 47"/>
                <a:gd name="T76" fmla="*/ 18 w 47"/>
                <a:gd name="T77" fmla="*/ 42 h 47"/>
                <a:gd name="T78" fmla="*/ 16 w 47"/>
                <a:gd name="T79" fmla="*/ 44 h 47"/>
                <a:gd name="T80" fmla="*/ 25 w 47"/>
                <a:gd name="T81" fmla="*/ 23 h 47"/>
                <a:gd name="T82" fmla="*/ 22 w 47"/>
                <a:gd name="T83" fmla="*/ 23 h 47"/>
                <a:gd name="T84" fmla="*/ 21 w 47"/>
                <a:gd name="T85" fmla="*/ 22 h 47"/>
                <a:gd name="T86" fmla="*/ 22 w 47"/>
                <a:gd name="T87" fmla="*/ 21 h 47"/>
                <a:gd name="T88" fmla="*/ 25 w 47"/>
                <a:gd name="T89" fmla="*/ 21 h 47"/>
                <a:gd name="T90" fmla="*/ 26 w 47"/>
                <a:gd name="T91" fmla="*/ 22 h 47"/>
                <a:gd name="T92" fmla="*/ 25 w 47"/>
                <a:gd name="T93" fmla="*/ 23 h 47"/>
                <a:gd name="T94" fmla="*/ 42 w 47"/>
                <a:gd name="T95" fmla="*/ 44 h 47"/>
                <a:gd name="T96" fmla="*/ 31 w 47"/>
                <a:gd name="T97" fmla="*/ 44 h 47"/>
                <a:gd name="T98" fmla="*/ 29 w 47"/>
                <a:gd name="T99" fmla="*/ 42 h 47"/>
                <a:gd name="T100" fmla="*/ 31 w 47"/>
                <a:gd name="T101" fmla="*/ 41 h 47"/>
                <a:gd name="T102" fmla="*/ 42 w 47"/>
                <a:gd name="T103" fmla="*/ 41 h 47"/>
                <a:gd name="T104" fmla="*/ 44 w 47"/>
                <a:gd name="T105" fmla="*/ 42 h 47"/>
                <a:gd name="T106" fmla="*/ 42 w 47"/>
                <a:gd name="T107" fmla="*/ 4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7" h="47">
                  <a:moveTo>
                    <a:pt x="3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3" y="3"/>
                    <a:pt x="3" y="3"/>
                    <a:pt x="3" y="3"/>
                  </a:cubicBezTo>
                  <a:lnTo>
                    <a:pt x="3" y="0"/>
                  </a:lnTo>
                  <a:close/>
                  <a:moveTo>
                    <a:pt x="26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26" y="3"/>
                    <a:pt x="26" y="3"/>
                    <a:pt x="26" y="3"/>
                  </a:cubicBezTo>
                  <a:lnTo>
                    <a:pt x="26" y="0"/>
                  </a:lnTo>
                  <a:close/>
                  <a:moveTo>
                    <a:pt x="43" y="15"/>
                  </a:moveTo>
                  <a:cubicBezTo>
                    <a:pt x="41" y="15"/>
                    <a:pt x="41" y="15"/>
                    <a:pt x="41" y="15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2" y="15"/>
                    <a:pt x="0" y="16"/>
                    <a:pt x="0" y="18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5"/>
                    <a:pt x="2" y="47"/>
                    <a:pt x="4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9" y="47"/>
                    <a:pt x="21" y="45"/>
                    <a:pt x="21" y="43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5"/>
                    <a:pt x="28" y="47"/>
                    <a:pt x="30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5" y="47"/>
                    <a:pt x="47" y="45"/>
                    <a:pt x="47" y="43"/>
                  </a:cubicBezTo>
                  <a:cubicBezTo>
                    <a:pt x="47" y="18"/>
                    <a:pt x="47" y="18"/>
                    <a:pt x="47" y="18"/>
                  </a:cubicBezTo>
                  <a:cubicBezTo>
                    <a:pt x="47" y="16"/>
                    <a:pt x="45" y="15"/>
                    <a:pt x="43" y="15"/>
                  </a:cubicBezTo>
                  <a:close/>
                  <a:moveTo>
                    <a:pt x="16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4" y="44"/>
                    <a:pt x="3" y="43"/>
                    <a:pt x="3" y="42"/>
                  </a:cubicBezTo>
                  <a:cubicBezTo>
                    <a:pt x="3" y="41"/>
                    <a:pt x="4" y="41"/>
                    <a:pt x="5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7" y="41"/>
                    <a:pt x="18" y="41"/>
                    <a:pt x="18" y="42"/>
                  </a:cubicBezTo>
                  <a:cubicBezTo>
                    <a:pt x="18" y="43"/>
                    <a:pt x="17" y="44"/>
                    <a:pt x="16" y="44"/>
                  </a:cubicBezTo>
                  <a:close/>
                  <a:moveTo>
                    <a:pt x="25" y="23"/>
                  </a:moveTo>
                  <a:cubicBezTo>
                    <a:pt x="22" y="23"/>
                    <a:pt x="22" y="23"/>
                    <a:pt x="22" y="23"/>
                  </a:cubicBezTo>
                  <a:cubicBezTo>
                    <a:pt x="21" y="23"/>
                    <a:pt x="21" y="23"/>
                    <a:pt x="21" y="22"/>
                  </a:cubicBezTo>
                  <a:cubicBezTo>
                    <a:pt x="21" y="21"/>
                    <a:pt x="21" y="21"/>
                    <a:pt x="22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6" y="21"/>
                    <a:pt x="26" y="21"/>
                    <a:pt x="26" y="22"/>
                  </a:cubicBezTo>
                  <a:cubicBezTo>
                    <a:pt x="26" y="23"/>
                    <a:pt x="26" y="23"/>
                    <a:pt x="25" y="23"/>
                  </a:cubicBezTo>
                  <a:close/>
                  <a:moveTo>
                    <a:pt x="42" y="44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0" y="44"/>
                    <a:pt x="29" y="43"/>
                    <a:pt x="29" y="42"/>
                  </a:cubicBezTo>
                  <a:cubicBezTo>
                    <a:pt x="29" y="41"/>
                    <a:pt x="30" y="41"/>
                    <a:pt x="31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4" y="41"/>
                    <a:pt x="44" y="42"/>
                  </a:cubicBezTo>
                  <a:cubicBezTo>
                    <a:pt x="44" y="43"/>
                    <a:pt x="43" y="44"/>
                    <a:pt x="4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3" name="Freeform 175"/>
            <p:cNvSpPr>
              <a:spLocks noEditPoints="1"/>
            </p:cNvSpPr>
            <p:nvPr/>
          </p:nvSpPr>
          <p:spPr bwMode="auto">
            <a:xfrm>
              <a:off x="1852" y="819"/>
              <a:ext cx="71" cy="72"/>
            </a:xfrm>
            <a:custGeom>
              <a:avLst/>
              <a:gdLst>
                <a:gd name="T0" fmla="*/ 29 w 58"/>
                <a:gd name="T1" fmla="*/ 0 h 58"/>
                <a:gd name="T2" fmla="*/ 0 w 58"/>
                <a:gd name="T3" fmla="*/ 29 h 58"/>
                <a:gd name="T4" fmla="*/ 29 w 58"/>
                <a:gd name="T5" fmla="*/ 58 h 58"/>
                <a:gd name="T6" fmla="*/ 58 w 58"/>
                <a:gd name="T7" fmla="*/ 29 h 58"/>
                <a:gd name="T8" fmla="*/ 29 w 58"/>
                <a:gd name="T9" fmla="*/ 0 h 58"/>
                <a:gd name="T10" fmla="*/ 29 w 58"/>
                <a:gd name="T11" fmla="*/ 53 h 58"/>
                <a:gd name="T12" fmla="*/ 5 w 58"/>
                <a:gd name="T13" fmla="*/ 29 h 58"/>
                <a:gd name="T14" fmla="*/ 29 w 58"/>
                <a:gd name="T15" fmla="*/ 6 h 58"/>
                <a:gd name="T16" fmla="*/ 53 w 58"/>
                <a:gd name="T17" fmla="*/ 29 h 58"/>
                <a:gd name="T18" fmla="*/ 29 w 58"/>
                <a:gd name="T19" fmla="*/ 53 h 58"/>
                <a:gd name="T20" fmla="*/ 18 w 58"/>
                <a:gd name="T21" fmla="*/ 18 h 58"/>
                <a:gd name="T22" fmla="*/ 40 w 58"/>
                <a:gd name="T23" fmla="*/ 18 h 58"/>
                <a:gd name="T24" fmla="*/ 40 w 58"/>
                <a:gd name="T25" fmla="*/ 40 h 58"/>
                <a:gd name="T26" fmla="*/ 18 w 58"/>
                <a:gd name="T27" fmla="*/ 40 h 58"/>
                <a:gd name="T28" fmla="*/ 18 w 58"/>
                <a:gd name="T29" fmla="*/ 1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45" y="58"/>
                    <a:pt x="58" y="45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29" y="53"/>
                  </a:moveTo>
                  <a:cubicBezTo>
                    <a:pt x="16" y="53"/>
                    <a:pt x="5" y="42"/>
                    <a:pt x="5" y="29"/>
                  </a:cubicBezTo>
                  <a:cubicBezTo>
                    <a:pt x="5" y="16"/>
                    <a:pt x="16" y="6"/>
                    <a:pt x="29" y="6"/>
                  </a:cubicBezTo>
                  <a:cubicBezTo>
                    <a:pt x="42" y="6"/>
                    <a:pt x="53" y="16"/>
                    <a:pt x="53" y="29"/>
                  </a:cubicBezTo>
                  <a:cubicBezTo>
                    <a:pt x="53" y="42"/>
                    <a:pt x="42" y="53"/>
                    <a:pt x="29" y="53"/>
                  </a:cubicBezTo>
                  <a:close/>
                  <a:moveTo>
                    <a:pt x="18" y="18"/>
                  </a:moveTo>
                  <a:cubicBezTo>
                    <a:pt x="40" y="18"/>
                    <a:pt x="40" y="18"/>
                    <a:pt x="40" y="18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18" y="40"/>
                    <a:pt x="18" y="40"/>
                    <a:pt x="18" y="40"/>
                  </a:cubicBezTo>
                  <a:lnTo>
                    <a:pt x="18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4" name="Freeform 176"/>
            <p:cNvSpPr>
              <a:spLocks noEditPoints="1"/>
            </p:cNvSpPr>
            <p:nvPr/>
          </p:nvSpPr>
          <p:spPr bwMode="auto">
            <a:xfrm>
              <a:off x="1108" y="2334"/>
              <a:ext cx="70" cy="62"/>
            </a:xfrm>
            <a:custGeom>
              <a:avLst/>
              <a:gdLst>
                <a:gd name="T0" fmla="*/ 24 w 57"/>
                <a:gd name="T1" fmla="*/ 0 h 50"/>
                <a:gd name="T2" fmla="*/ 24 w 57"/>
                <a:gd name="T3" fmla="*/ 0 h 50"/>
                <a:gd name="T4" fmla="*/ 47 w 57"/>
                <a:gd name="T5" fmla="*/ 19 h 50"/>
                <a:gd name="T6" fmla="*/ 24 w 57"/>
                <a:gd name="T7" fmla="*/ 38 h 50"/>
                <a:gd name="T8" fmla="*/ 20 w 57"/>
                <a:gd name="T9" fmla="*/ 38 h 50"/>
                <a:gd name="T10" fmla="*/ 3 w 57"/>
                <a:gd name="T11" fmla="*/ 44 h 50"/>
                <a:gd name="T12" fmla="*/ 3 w 57"/>
                <a:gd name="T13" fmla="*/ 43 h 50"/>
                <a:gd name="T14" fmla="*/ 9 w 57"/>
                <a:gd name="T15" fmla="*/ 35 h 50"/>
                <a:gd name="T16" fmla="*/ 9 w 57"/>
                <a:gd name="T17" fmla="*/ 34 h 50"/>
                <a:gd name="T18" fmla="*/ 0 w 57"/>
                <a:gd name="T19" fmla="*/ 19 h 50"/>
                <a:gd name="T20" fmla="*/ 24 w 57"/>
                <a:gd name="T21" fmla="*/ 0 h 50"/>
                <a:gd name="T22" fmla="*/ 49 w 57"/>
                <a:gd name="T23" fmla="*/ 43 h 50"/>
                <a:gd name="T24" fmla="*/ 54 w 57"/>
                <a:gd name="T25" fmla="*/ 49 h 50"/>
                <a:gd name="T26" fmla="*/ 54 w 57"/>
                <a:gd name="T27" fmla="*/ 50 h 50"/>
                <a:gd name="T28" fmla="*/ 40 w 57"/>
                <a:gd name="T29" fmla="*/ 45 h 50"/>
                <a:gd name="T30" fmla="*/ 36 w 57"/>
                <a:gd name="T31" fmla="*/ 45 h 50"/>
                <a:gd name="T32" fmla="*/ 24 w 57"/>
                <a:gd name="T33" fmla="*/ 42 h 50"/>
                <a:gd name="T34" fmla="*/ 43 w 57"/>
                <a:gd name="T35" fmla="*/ 35 h 50"/>
                <a:gd name="T36" fmla="*/ 49 w 57"/>
                <a:gd name="T37" fmla="*/ 28 h 50"/>
                <a:gd name="T38" fmla="*/ 51 w 57"/>
                <a:gd name="T39" fmla="*/ 19 h 50"/>
                <a:gd name="T40" fmla="*/ 51 w 57"/>
                <a:gd name="T41" fmla="*/ 17 h 50"/>
                <a:gd name="T42" fmla="*/ 57 w 57"/>
                <a:gd name="T43" fmla="*/ 29 h 50"/>
                <a:gd name="T44" fmla="*/ 49 w 57"/>
                <a:gd name="T45" fmla="*/ 42 h 50"/>
                <a:gd name="T46" fmla="*/ 49 w 57"/>
                <a:gd name="T47" fmla="*/ 4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" h="50"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7" y="0"/>
                    <a:pt x="47" y="8"/>
                    <a:pt x="47" y="19"/>
                  </a:cubicBezTo>
                  <a:cubicBezTo>
                    <a:pt x="47" y="30"/>
                    <a:pt x="37" y="38"/>
                    <a:pt x="24" y="38"/>
                  </a:cubicBezTo>
                  <a:cubicBezTo>
                    <a:pt x="23" y="38"/>
                    <a:pt x="21" y="38"/>
                    <a:pt x="20" y="38"/>
                  </a:cubicBezTo>
                  <a:cubicBezTo>
                    <a:pt x="15" y="43"/>
                    <a:pt x="9" y="44"/>
                    <a:pt x="3" y="44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6" y="41"/>
                    <a:pt x="9" y="38"/>
                    <a:pt x="9" y="35"/>
                  </a:cubicBezTo>
                  <a:cubicBezTo>
                    <a:pt x="9" y="35"/>
                    <a:pt x="9" y="34"/>
                    <a:pt x="9" y="34"/>
                  </a:cubicBezTo>
                  <a:cubicBezTo>
                    <a:pt x="4" y="30"/>
                    <a:pt x="0" y="25"/>
                    <a:pt x="0" y="19"/>
                  </a:cubicBezTo>
                  <a:cubicBezTo>
                    <a:pt x="0" y="8"/>
                    <a:pt x="11" y="0"/>
                    <a:pt x="24" y="0"/>
                  </a:cubicBezTo>
                  <a:close/>
                  <a:moveTo>
                    <a:pt x="49" y="43"/>
                  </a:moveTo>
                  <a:cubicBezTo>
                    <a:pt x="49" y="45"/>
                    <a:pt x="51" y="48"/>
                    <a:pt x="54" y="49"/>
                  </a:cubicBezTo>
                  <a:cubicBezTo>
                    <a:pt x="54" y="50"/>
                    <a:pt x="54" y="50"/>
                    <a:pt x="54" y="50"/>
                  </a:cubicBezTo>
                  <a:cubicBezTo>
                    <a:pt x="49" y="50"/>
                    <a:pt x="44" y="49"/>
                    <a:pt x="40" y="45"/>
                  </a:cubicBezTo>
                  <a:cubicBezTo>
                    <a:pt x="39" y="45"/>
                    <a:pt x="38" y="45"/>
                    <a:pt x="36" y="45"/>
                  </a:cubicBezTo>
                  <a:cubicBezTo>
                    <a:pt x="32" y="45"/>
                    <a:pt x="27" y="44"/>
                    <a:pt x="24" y="42"/>
                  </a:cubicBezTo>
                  <a:cubicBezTo>
                    <a:pt x="31" y="42"/>
                    <a:pt x="38" y="40"/>
                    <a:pt x="43" y="35"/>
                  </a:cubicBezTo>
                  <a:cubicBezTo>
                    <a:pt x="45" y="33"/>
                    <a:pt x="47" y="31"/>
                    <a:pt x="49" y="28"/>
                  </a:cubicBezTo>
                  <a:cubicBezTo>
                    <a:pt x="50" y="25"/>
                    <a:pt x="51" y="22"/>
                    <a:pt x="51" y="19"/>
                  </a:cubicBezTo>
                  <a:cubicBezTo>
                    <a:pt x="51" y="18"/>
                    <a:pt x="51" y="18"/>
                    <a:pt x="51" y="17"/>
                  </a:cubicBezTo>
                  <a:cubicBezTo>
                    <a:pt x="55" y="20"/>
                    <a:pt x="57" y="24"/>
                    <a:pt x="57" y="29"/>
                  </a:cubicBezTo>
                  <a:cubicBezTo>
                    <a:pt x="57" y="34"/>
                    <a:pt x="54" y="39"/>
                    <a:pt x="49" y="42"/>
                  </a:cubicBezTo>
                  <a:cubicBezTo>
                    <a:pt x="49" y="42"/>
                    <a:pt x="49" y="42"/>
                    <a:pt x="49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5" name="Freeform 177"/>
            <p:cNvSpPr>
              <a:spLocks noEditPoints="1"/>
            </p:cNvSpPr>
            <p:nvPr/>
          </p:nvSpPr>
          <p:spPr bwMode="auto">
            <a:xfrm>
              <a:off x="3247" y="673"/>
              <a:ext cx="89" cy="88"/>
            </a:xfrm>
            <a:custGeom>
              <a:avLst/>
              <a:gdLst>
                <a:gd name="T0" fmla="*/ 14 w 72"/>
                <a:gd name="T1" fmla="*/ 35 h 71"/>
                <a:gd name="T2" fmla="*/ 14 w 72"/>
                <a:gd name="T3" fmla="*/ 33 h 71"/>
                <a:gd name="T4" fmla="*/ 1 w 72"/>
                <a:gd name="T5" fmla="*/ 29 h 71"/>
                <a:gd name="T6" fmla="*/ 0 w 72"/>
                <a:gd name="T7" fmla="*/ 35 h 71"/>
                <a:gd name="T8" fmla="*/ 11 w 72"/>
                <a:gd name="T9" fmla="*/ 62 h 71"/>
                <a:gd name="T10" fmla="*/ 19 w 72"/>
                <a:gd name="T11" fmla="*/ 50 h 71"/>
                <a:gd name="T12" fmla="*/ 14 w 72"/>
                <a:gd name="T13" fmla="*/ 35 h 71"/>
                <a:gd name="T14" fmla="*/ 58 w 72"/>
                <a:gd name="T15" fmla="*/ 35 h 71"/>
                <a:gd name="T16" fmla="*/ 53 w 72"/>
                <a:gd name="T17" fmla="*/ 50 h 71"/>
                <a:gd name="T18" fmla="*/ 61 w 72"/>
                <a:gd name="T19" fmla="*/ 62 h 71"/>
                <a:gd name="T20" fmla="*/ 72 w 72"/>
                <a:gd name="T21" fmla="*/ 35 h 71"/>
                <a:gd name="T22" fmla="*/ 71 w 72"/>
                <a:gd name="T23" fmla="*/ 29 h 71"/>
                <a:gd name="T24" fmla="*/ 58 w 72"/>
                <a:gd name="T25" fmla="*/ 33 h 71"/>
                <a:gd name="T26" fmla="*/ 58 w 72"/>
                <a:gd name="T27" fmla="*/ 35 h 71"/>
                <a:gd name="T28" fmla="*/ 40 w 72"/>
                <a:gd name="T29" fmla="*/ 13 h 71"/>
                <a:gd name="T30" fmla="*/ 56 w 72"/>
                <a:gd name="T31" fmla="*/ 24 h 71"/>
                <a:gd name="T32" fmla="*/ 68 w 72"/>
                <a:gd name="T33" fmla="*/ 20 h 71"/>
                <a:gd name="T34" fmla="*/ 40 w 72"/>
                <a:gd name="T35" fmla="*/ 0 h 71"/>
                <a:gd name="T36" fmla="*/ 40 w 72"/>
                <a:gd name="T37" fmla="*/ 13 h 71"/>
                <a:gd name="T38" fmla="*/ 16 w 72"/>
                <a:gd name="T39" fmla="*/ 24 h 71"/>
                <a:gd name="T40" fmla="*/ 31 w 72"/>
                <a:gd name="T41" fmla="*/ 13 h 71"/>
                <a:gd name="T42" fmla="*/ 31 w 72"/>
                <a:gd name="T43" fmla="*/ 0 h 71"/>
                <a:gd name="T44" fmla="*/ 3 w 72"/>
                <a:gd name="T45" fmla="*/ 20 h 71"/>
                <a:gd name="T46" fmla="*/ 16 w 72"/>
                <a:gd name="T47" fmla="*/ 24 h 71"/>
                <a:gd name="T48" fmla="*/ 45 w 72"/>
                <a:gd name="T49" fmla="*/ 56 h 71"/>
                <a:gd name="T50" fmla="*/ 36 w 72"/>
                <a:gd name="T51" fmla="*/ 58 h 71"/>
                <a:gd name="T52" fmla="*/ 27 w 72"/>
                <a:gd name="T53" fmla="*/ 56 h 71"/>
                <a:gd name="T54" fmla="*/ 19 w 72"/>
                <a:gd name="T55" fmla="*/ 67 h 71"/>
                <a:gd name="T56" fmla="*/ 36 w 72"/>
                <a:gd name="T57" fmla="*/ 71 h 71"/>
                <a:gd name="T58" fmla="*/ 53 w 72"/>
                <a:gd name="T59" fmla="*/ 67 h 71"/>
                <a:gd name="T60" fmla="*/ 45 w 72"/>
                <a:gd name="T61" fmla="*/ 5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2" h="71">
                  <a:moveTo>
                    <a:pt x="14" y="35"/>
                  </a:moveTo>
                  <a:cubicBezTo>
                    <a:pt x="14" y="34"/>
                    <a:pt x="14" y="34"/>
                    <a:pt x="14" y="33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31"/>
                    <a:pt x="0" y="33"/>
                    <a:pt x="0" y="35"/>
                  </a:cubicBezTo>
                  <a:cubicBezTo>
                    <a:pt x="0" y="46"/>
                    <a:pt x="4" y="55"/>
                    <a:pt x="11" y="62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16" y="46"/>
                    <a:pt x="14" y="41"/>
                    <a:pt x="14" y="35"/>
                  </a:cubicBezTo>
                  <a:close/>
                  <a:moveTo>
                    <a:pt x="58" y="35"/>
                  </a:moveTo>
                  <a:cubicBezTo>
                    <a:pt x="58" y="41"/>
                    <a:pt x="56" y="46"/>
                    <a:pt x="53" y="50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68" y="55"/>
                    <a:pt x="72" y="46"/>
                    <a:pt x="72" y="35"/>
                  </a:cubicBezTo>
                  <a:cubicBezTo>
                    <a:pt x="72" y="33"/>
                    <a:pt x="72" y="31"/>
                    <a:pt x="71" y="29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4"/>
                    <a:pt x="58" y="34"/>
                    <a:pt x="58" y="35"/>
                  </a:cubicBezTo>
                  <a:close/>
                  <a:moveTo>
                    <a:pt x="40" y="13"/>
                  </a:moveTo>
                  <a:cubicBezTo>
                    <a:pt x="47" y="15"/>
                    <a:pt x="52" y="19"/>
                    <a:pt x="56" y="24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63" y="9"/>
                    <a:pt x="53" y="1"/>
                    <a:pt x="40" y="0"/>
                  </a:cubicBezTo>
                  <a:lnTo>
                    <a:pt x="40" y="13"/>
                  </a:lnTo>
                  <a:close/>
                  <a:moveTo>
                    <a:pt x="16" y="24"/>
                  </a:moveTo>
                  <a:cubicBezTo>
                    <a:pt x="20" y="19"/>
                    <a:pt x="25" y="15"/>
                    <a:pt x="31" y="1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9" y="1"/>
                    <a:pt x="9" y="9"/>
                    <a:pt x="3" y="20"/>
                  </a:cubicBezTo>
                  <a:lnTo>
                    <a:pt x="16" y="24"/>
                  </a:lnTo>
                  <a:close/>
                  <a:moveTo>
                    <a:pt x="45" y="56"/>
                  </a:moveTo>
                  <a:cubicBezTo>
                    <a:pt x="42" y="57"/>
                    <a:pt x="39" y="58"/>
                    <a:pt x="36" y="58"/>
                  </a:cubicBezTo>
                  <a:cubicBezTo>
                    <a:pt x="33" y="58"/>
                    <a:pt x="30" y="57"/>
                    <a:pt x="27" y="56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24" y="70"/>
                    <a:pt x="30" y="71"/>
                    <a:pt x="36" y="71"/>
                  </a:cubicBezTo>
                  <a:cubicBezTo>
                    <a:pt x="42" y="71"/>
                    <a:pt x="48" y="70"/>
                    <a:pt x="53" y="67"/>
                  </a:cubicBezTo>
                  <a:lnTo>
                    <a:pt x="45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6" name="Freeform 178"/>
            <p:cNvSpPr>
              <a:spLocks noEditPoints="1"/>
            </p:cNvSpPr>
            <p:nvPr/>
          </p:nvSpPr>
          <p:spPr bwMode="auto">
            <a:xfrm>
              <a:off x="2762" y="463"/>
              <a:ext cx="97" cy="74"/>
            </a:xfrm>
            <a:custGeom>
              <a:avLst/>
              <a:gdLst>
                <a:gd name="T0" fmla="*/ 76 w 79"/>
                <a:gd name="T1" fmla="*/ 3 h 60"/>
                <a:gd name="T2" fmla="*/ 40 w 79"/>
                <a:gd name="T3" fmla="*/ 0 h 60"/>
                <a:gd name="T4" fmla="*/ 3 w 79"/>
                <a:gd name="T5" fmla="*/ 3 h 60"/>
                <a:gd name="T6" fmla="*/ 0 w 79"/>
                <a:gd name="T7" fmla="*/ 30 h 60"/>
                <a:gd name="T8" fmla="*/ 3 w 79"/>
                <a:gd name="T9" fmla="*/ 57 h 60"/>
                <a:gd name="T10" fmla="*/ 40 w 79"/>
                <a:gd name="T11" fmla="*/ 60 h 60"/>
                <a:gd name="T12" fmla="*/ 76 w 79"/>
                <a:gd name="T13" fmla="*/ 57 h 60"/>
                <a:gd name="T14" fmla="*/ 79 w 79"/>
                <a:gd name="T15" fmla="*/ 30 h 60"/>
                <a:gd name="T16" fmla="*/ 76 w 79"/>
                <a:gd name="T17" fmla="*/ 3 h 60"/>
                <a:gd name="T18" fmla="*/ 30 w 79"/>
                <a:gd name="T19" fmla="*/ 45 h 60"/>
                <a:gd name="T20" fmla="*/ 30 w 79"/>
                <a:gd name="T21" fmla="*/ 15 h 60"/>
                <a:gd name="T22" fmla="*/ 54 w 79"/>
                <a:gd name="T23" fmla="*/ 30 h 60"/>
                <a:gd name="T24" fmla="*/ 30 w 79"/>
                <a:gd name="T25" fmla="*/ 4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" h="60">
                  <a:moveTo>
                    <a:pt x="76" y="3"/>
                  </a:moveTo>
                  <a:cubicBezTo>
                    <a:pt x="65" y="1"/>
                    <a:pt x="52" y="0"/>
                    <a:pt x="40" y="0"/>
                  </a:cubicBezTo>
                  <a:cubicBezTo>
                    <a:pt x="27" y="0"/>
                    <a:pt x="14" y="1"/>
                    <a:pt x="3" y="3"/>
                  </a:cubicBezTo>
                  <a:cubicBezTo>
                    <a:pt x="1" y="11"/>
                    <a:pt x="0" y="20"/>
                    <a:pt x="0" y="30"/>
                  </a:cubicBezTo>
                  <a:cubicBezTo>
                    <a:pt x="0" y="40"/>
                    <a:pt x="1" y="49"/>
                    <a:pt x="3" y="57"/>
                  </a:cubicBezTo>
                  <a:cubicBezTo>
                    <a:pt x="14" y="59"/>
                    <a:pt x="27" y="60"/>
                    <a:pt x="40" y="60"/>
                  </a:cubicBezTo>
                  <a:cubicBezTo>
                    <a:pt x="52" y="60"/>
                    <a:pt x="65" y="59"/>
                    <a:pt x="76" y="57"/>
                  </a:cubicBezTo>
                  <a:cubicBezTo>
                    <a:pt x="78" y="49"/>
                    <a:pt x="79" y="40"/>
                    <a:pt x="79" y="30"/>
                  </a:cubicBezTo>
                  <a:cubicBezTo>
                    <a:pt x="79" y="20"/>
                    <a:pt x="78" y="11"/>
                    <a:pt x="76" y="3"/>
                  </a:cubicBezTo>
                  <a:close/>
                  <a:moveTo>
                    <a:pt x="30" y="45"/>
                  </a:moveTo>
                  <a:cubicBezTo>
                    <a:pt x="30" y="15"/>
                    <a:pt x="30" y="15"/>
                    <a:pt x="30" y="15"/>
                  </a:cubicBezTo>
                  <a:cubicBezTo>
                    <a:pt x="54" y="30"/>
                    <a:pt x="54" y="30"/>
                    <a:pt x="54" y="30"/>
                  </a:cubicBezTo>
                  <a:lnTo>
                    <a:pt x="30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7" name="Freeform 179"/>
            <p:cNvSpPr>
              <a:spLocks noEditPoints="1"/>
            </p:cNvSpPr>
            <p:nvPr/>
          </p:nvSpPr>
          <p:spPr bwMode="auto">
            <a:xfrm>
              <a:off x="3300" y="914"/>
              <a:ext cx="73" cy="71"/>
            </a:xfrm>
            <a:custGeom>
              <a:avLst/>
              <a:gdLst>
                <a:gd name="T0" fmla="*/ 30 w 59"/>
                <a:gd name="T1" fmla="*/ 0 h 58"/>
                <a:gd name="T2" fmla="*/ 0 w 59"/>
                <a:gd name="T3" fmla="*/ 29 h 58"/>
                <a:gd name="T4" fmla="*/ 30 w 59"/>
                <a:gd name="T5" fmla="*/ 58 h 58"/>
                <a:gd name="T6" fmla="*/ 59 w 59"/>
                <a:gd name="T7" fmla="*/ 29 h 58"/>
                <a:gd name="T8" fmla="*/ 30 w 59"/>
                <a:gd name="T9" fmla="*/ 0 h 58"/>
                <a:gd name="T10" fmla="*/ 47 w 59"/>
                <a:gd name="T11" fmla="*/ 25 h 58"/>
                <a:gd name="T12" fmla="*/ 31 w 59"/>
                <a:gd name="T13" fmla="*/ 47 h 58"/>
                <a:gd name="T14" fmla="*/ 24 w 59"/>
                <a:gd name="T15" fmla="*/ 44 h 58"/>
                <a:gd name="T16" fmla="*/ 18 w 59"/>
                <a:gd name="T17" fmla="*/ 26 h 58"/>
                <a:gd name="T18" fmla="*/ 14 w 59"/>
                <a:gd name="T19" fmla="*/ 28 h 58"/>
                <a:gd name="T20" fmla="*/ 12 w 59"/>
                <a:gd name="T21" fmla="*/ 26 h 58"/>
                <a:gd name="T22" fmla="*/ 23 w 59"/>
                <a:gd name="T23" fmla="*/ 18 h 58"/>
                <a:gd name="T24" fmla="*/ 29 w 59"/>
                <a:gd name="T25" fmla="*/ 30 h 58"/>
                <a:gd name="T26" fmla="*/ 32 w 59"/>
                <a:gd name="T27" fmla="*/ 37 h 58"/>
                <a:gd name="T28" fmla="*/ 36 w 59"/>
                <a:gd name="T29" fmla="*/ 30 h 58"/>
                <a:gd name="T30" fmla="*/ 32 w 59"/>
                <a:gd name="T31" fmla="*/ 26 h 58"/>
                <a:gd name="T32" fmla="*/ 47 w 59"/>
                <a:gd name="T33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9" h="58">
                  <a:moveTo>
                    <a:pt x="30" y="0"/>
                  </a:moveTo>
                  <a:cubicBezTo>
                    <a:pt x="14" y="0"/>
                    <a:pt x="0" y="13"/>
                    <a:pt x="0" y="29"/>
                  </a:cubicBezTo>
                  <a:cubicBezTo>
                    <a:pt x="0" y="45"/>
                    <a:pt x="14" y="58"/>
                    <a:pt x="30" y="58"/>
                  </a:cubicBezTo>
                  <a:cubicBezTo>
                    <a:pt x="46" y="58"/>
                    <a:pt x="59" y="45"/>
                    <a:pt x="59" y="29"/>
                  </a:cubicBezTo>
                  <a:cubicBezTo>
                    <a:pt x="59" y="13"/>
                    <a:pt x="46" y="0"/>
                    <a:pt x="30" y="0"/>
                  </a:cubicBezTo>
                  <a:close/>
                  <a:moveTo>
                    <a:pt x="47" y="25"/>
                  </a:moveTo>
                  <a:cubicBezTo>
                    <a:pt x="45" y="36"/>
                    <a:pt x="34" y="45"/>
                    <a:pt x="31" y="47"/>
                  </a:cubicBezTo>
                  <a:cubicBezTo>
                    <a:pt x="28" y="49"/>
                    <a:pt x="25" y="46"/>
                    <a:pt x="24" y="44"/>
                  </a:cubicBezTo>
                  <a:cubicBezTo>
                    <a:pt x="22" y="42"/>
                    <a:pt x="19" y="28"/>
                    <a:pt x="18" y="26"/>
                  </a:cubicBezTo>
                  <a:cubicBezTo>
                    <a:pt x="17" y="25"/>
                    <a:pt x="14" y="28"/>
                    <a:pt x="14" y="28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8" y="19"/>
                    <a:pt x="23" y="18"/>
                  </a:cubicBezTo>
                  <a:cubicBezTo>
                    <a:pt x="28" y="17"/>
                    <a:pt x="28" y="25"/>
                    <a:pt x="29" y="30"/>
                  </a:cubicBezTo>
                  <a:cubicBezTo>
                    <a:pt x="30" y="34"/>
                    <a:pt x="31" y="37"/>
                    <a:pt x="32" y="37"/>
                  </a:cubicBezTo>
                  <a:cubicBezTo>
                    <a:pt x="33" y="37"/>
                    <a:pt x="34" y="34"/>
                    <a:pt x="36" y="30"/>
                  </a:cubicBezTo>
                  <a:cubicBezTo>
                    <a:pt x="39" y="27"/>
                    <a:pt x="36" y="23"/>
                    <a:pt x="32" y="26"/>
                  </a:cubicBezTo>
                  <a:cubicBezTo>
                    <a:pt x="34" y="16"/>
                    <a:pt x="49" y="14"/>
                    <a:pt x="4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8" name="Freeform 180"/>
            <p:cNvSpPr>
              <a:spLocks/>
            </p:cNvSpPr>
            <p:nvPr/>
          </p:nvSpPr>
          <p:spPr bwMode="auto">
            <a:xfrm>
              <a:off x="2182" y="429"/>
              <a:ext cx="92" cy="92"/>
            </a:xfrm>
            <a:custGeom>
              <a:avLst/>
              <a:gdLst>
                <a:gd name="T0" fmla="*/ 23 w 75"/>
                <a:gd name="T1" fmla="*/ 14 h 75"/>
                <a:gd name="T2" fmla="*/ 75 w 75"/>
                <a:gd name="T3" fmla="*/ 0 h 75"/>
                <a:gd name="T4" fmla="*/ 75 w 75"/>
                <a:gd name="T5" fmla="*/ 5 h 75"/>
                <a:gd name="T6" fmla="*/ 75 w 75"/>
                <a:gd name="T7" fmla="*/ 14 h 75"/>
                <a:gd name="T8" fmla="*/ 75 w 75"/>
                <a:gd name="T9" fmla="*/ 54 h 75"/>
                <a:gd name="T10" fmla="*/ 59 w 75"/>
                <a:gd name="T11" fmla="*/ 66 h 75"/>
                <a:gd name="T12" fmla="*/ 42 w 75"/>
                <a:gd name="T13" fmla="*/ 54 h 75"/>
                <a:gd name="T14" fmla="*/ 59 w 75"/>
                <a:gd name="T15" fmla="*/ 43 h 75"/>
                <a:gd name="T16" fmla="*/ 66 w 75"/>
                <a:gd name="T17" fmla="*/ 44 h 75"/>
                <a:gd name="T18" fmla="*/ 66 w 75"/>
                <a:gd name="T19" fmla="*/ 19 h 75"/>
                <a:gd name="T20" fmla="*/ 33 w 75"/>
                <a:gd name="T21" fmla="*/ 28 h 75"/>
                <a:gd name="T22" fmla="*/ 33 w 75"/>
                <a:gd name="T23" fmla="*/ 64 h 75"/>
                <a:gd name="T24" fmla="*/ 16 w 75"/>
                <a:gd name="T25" fmla="*/ 75 h 75"/>
                <a:gd name="T26" fmla="*/ 0 w 75"/>
                <a:gd name="T27" fmla="*/ 64 h 75"/>
                <a:gd name="T28" fmla="*/ 16 w 75"/>
                <a:gd name="T29" fmla="*/ 52 h 75"/>
                <a:gd name="T30" fmla="*/ 23 w 75"/>
                <a:gd name="T31" fmla="*/ 53 h 75"/>
                <a:gd name="T32" fmla="*/ 23 w 75"/>
                <a:gd name="T33" fmla="*/ 28 h 75"/>
                <a:gd name="T34" fmla="*/ 23 w 75"/>
                <a:gd name="T35" fmla="*/ 1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5" h="75">
                  <a:moveTo>
                    <a:pt x="23" y="14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61"/>
                    <a:pt x="68" y="66"/>
                    <a:pt x="59" y="66"/>
                  </a:cubicBezTo>
                  <a:cubicBezTo>
                    <a:pt x="50" y="66"/>
                    <a:pt x="42" y="61"/>
                    <a:pt x="42" y="54"/>
                  </a:cubicBezTo>
                  <a:cubicBezTo>
                    <a:pt x="42" y="48"/>
                    <a:pt x="50" y="43"/>
                    <a:pt x="59" y="43"/>
                  </a:cubicBezTo>
                  <a:cubicBezTo>
                    <a:pt x="61" y="43"/>
                    <a:pt x="64" y="43"/>
                    <a:pt x="66" y="44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70"/>
                    <a:pt x="25" y="75"/>
                    <a:pt x="16" y="75"/>
                  </a:cubicBezTo>
                  <a:cubicBezTo>
                    <a:pt x="7" y="75"/>
                    <a:pt x="0" y="70"/>
                    <a:pt x="0" y="64"/>
                  </a:cubicBezTo>
                  <a:cubicBezTo>
                    <a:pt x="0" y="57"/>
                    <a:pt x="7" y="52"/>
                    <a:pt x="16" y="52"/>
                  </a:cubicBezTo>
                  <a:cubicBezTo>
                    <a:pt x="19" y="52"/>
                    <a:pt x="21" y="52"/>
                    <a:pt x="23" y="53"/>
                  </a:cubicBezTo>
                  <a:cubicBezTo>
                    <a:pt x="23" y="28"/>
                    <a:pt x="23" y="28"/>
                    <a:pt x="23" y="28"/>
                  </a:cubicBezTo>
                  <a:lnTo>
                    <a:pt x="2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9" name="Freeform 181"/>
            <p:cNvSpPr>
              <a:spLocks noEditPoints="1"/>
            </p:cNvSpPr>
            <p:nvPr/>
          </p:nvSpPr>
          <p:spPr bwMode="auto">
            <a:xfrm>
              <a:off x="1044" y="1151"/>
              <a:ext cx="67" cy="68"/>
            </a:xfrm>
            <a:custGeom>
              <a:avLst/>
              <a:gdLst>
                <a:gd name="T0" fmla="*/ 46 w 55"/>
                <a:gd name="T1" fmla="*/ 0 h 55"/>
                <a:gd name="T2" fmla="*/ 9 w 55"/>
                <a:gd name="T3" fmla="*/ 1 h 55"/>
                <a:gd name="T4" fmla="*/ 0 w 55"/>
                <a:gd name="T5" fmla="*/ 10 h 55"/>
                <a:gd name="T6" fmla="*/ 0 w 55"/>
                <a:gd name="T7" fmla="*/ 46 h 55"/>
                <a:gd name="T8" fmla="*/ 9 w 55"/>
                <a:gd name="T9" fmla="*/ 55 h 55"/>
                <a:gd name="T10" fmla="*/ 46 w 55"/>
                <a:gd name="T11" fmla="*/ 55 h 55"/>
                <a:gd name="T12" fmla="*/ 55 w 55"/>
                <a:gd name="T13" fmla="*/ 46 h 55"/>
                <a:gd name="T14" fmla="*/ 55 w 55"/>
                <a:gd name="T15" fmla="*/ 9 h 55"/>
                <a:gd name="T16" fmla="*/ 46 w 55"/>
                <a:gd name="T17" fmla="*/ 0 h 55"/>
                <a:gd name="T18" fmla="*/ 18 w 55"/>
                <a:gd name="T19" fmla="*/ 25 h 55"/>
                <a:gd name="T20" fmla="*/ 37 w 55"/>
                <a:gd name="T21" fmla="*/ 24 h 55"/>
                <a:gd name="T22" fmla="*/ 38 w 55"/>
                <a:gd name="T23" fmla="*/ 28 h 55"/>
                <a:gd name="T24" fmla="*/ 28 w 55"/>
                <a:gd name="T25" fmla="*/ 38 h 55"/>
                <a:gd name="T26" fmla="*/ 17 w 55"/>
                <a:gd name="T27" fmla="*/ 28 h 55"/>
                <a:gd name="T28" fmla="*/ 18 w 55"/>
                <a:gd name="T29" fmla="*/ 25 h 55"/>
                <a:gd name="T30" fmla="*/ 48 w 55"/>
                <a:gd name="T31" fmla="*/ 24 h 55"/>
                <a:gd name="T32" fmla="*/ 48 w 55"/>
                <a:gd name="T33" fmla="*/ 38 h 55"/>
                <a:gd name="T34" fmla="*/ 48 w 55"/>
                <a:gd name="T35" fmla="*/ 45 h 55"/>
                <a:gd name="T36" fmla="*/ 45 w 55"/>
                <a:gd name="T37" fmla="*/ 48 h 55"/>
                <a:gd name="T38" fmla="*/ 11 w 55"/>
                <a:gd name="T39" fmla="*/ 49 h 55"/>
                <a:gd name="T40" fmla="*/ 7 w 55"/>
                <a:gd name="T41" fmla="*/ 45 h 55"/>
                <a:gd name="T42" fmla="*/ 7 w 55"/>
                <a:gd name="T43" fmla="*/ 38 h 55"/>
                <a:gd name="T44" fmla="*/ 7 w 55"/>
                <a:gd name="T45" fmla="*/ 25 h 55"/>
                <a:gd name="T46" fmla="*/ 7 w 55"/>
                <a:gd name="T47" fmla="*/ 25 h 55"/>
                <a:gd name="T48" fmla="*/ 12 w 55"/>
                <a:gd name="T49" fmla="*/ 25 h 55"/>
                <a:gd name="T50" fmla="*/ 12 w 55"/>
                <a:gd name="T51" fmla="*/ 28 h 55"/>
                <a:gd name="T52" fmla="*/ 28 w 55"/>
                <a:gd name="T53" fmla="*/ 43 h 55"/>
                <a:gd name="T54" fmla="*/ 43 w 55"/>
                <a:gd name="T55" fmla="*/ 28 h 55"/>
                <a:gd name="T56" fmla="*/ 43 w 55"/>
                <a:gd name="T57" fmla="*/ 24 h 55"/>
                <a:gd name="T58" fmla="*/ 48 w 55"/>
                <a:gd name="T59" fmla="*/ 24 h 55"/>
                <a:gd name="T60" fmla="*/ 48 w 55"/>
                <a:gd name="T61" fmla="*/ 12 h 55"/>
                <a:gd name="T62" fmla="*/ 46 w 55"/>
                <a:gd name="T63" fmla="*/ 14 h 55"/>
                <a:gd name="T64" fmla="*/ 43 w 55"/>
                <a:gd name="T65" fmla="*/ 14 h 55"/>
                <a:gd name="T66" fmla="*/ 41 w 55"/>
                <a:gd name="T67" fmla="*/ 12 h 55"/>
                <a:gd name="T68" fmla="*/ 41 w 55"/>
                <a:gd name="T69" fmla="*/ 9 h 55"/>
                <a:gd name="T70" fmla="*/ 43 w 55"/>
                <a:gd name="T71" fmla="*/ 7 h 55"/>
                <a:gd name="T72" fmla="*/ 46 w 55"/>
                <a:gd name="T73" fmla="*/ 7 h 55"/>
                <a:gd name="T74" fmla="*/ 48 w 55"/>
                <a:gd name="T75" fmla="*/ 9 h 55"/>
                <a:gd name="T76" fmla="*/ 48 w 55"/>
                <a:gd name="T77" fmla="*/ 1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5" h="55">
                  <a:moveTo>
                    <a:pt x="46" y="0"/>
                  </a:moveTo>
                  <a:cubicBezTo>
                    <a:pt x="9" y="1"/>
                    <a:pt x="9" y="1"/>
                    <a:pt x="9" y="1"/>
                  </a:cubicBezTo>
                  <a:cubicBezTo>
                    <a:pt x="4" y="1"/>
                    <a:pt x="0" y="5"/>
                    <a:pt x="0" y="1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51"/>
                    <a:pt x="4" y="55"/>
                    <a:pt x="9" y="55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51" y="55"/>
                    <a:pt x="55" y="51"/>
                    <a:pt x="55" y="46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5" y="4"/>
                    <a:pt x="51" y="0"/>
                    <a:pt x="46" y="0"/>
                  </a:cubicBezTo>
                  <a:close/>
                  <a:moveTo>
                    <a:pt x="18" y="25"/>
                  </a:moveTo>
                  <a:cubicBezTo>
                    <a:pt x="37" y="24"/>
                    <a:pt x="37" y="24"/>
                    <a:pt x="37" y="24"/>
                  </a:cubicBezTo>
                  <a:cubicBezTo>
                    <a:pt x="38" y="25"/>
                    <a:pt x="38" y="27"/>
                    <a:pt x="38" y="28"/>
                  </a:cubicBezTo>
                  <a:cubicBezTo>
                    <a:pt x="38" y="34"/>
                    <a:pt x="33" y="38"/>
                    <a:pt x="28" y="38"/>
                  </a:cubicBezTo>
                  <a:cubicBezTo>
                    <a:pt x="22" y="38"/>
                    <a:pt x="17" y="34"/>
                    <a:pt x="17" y="28"/>
                  </a:cubicBezTo>
                  <a:cubicBezTo>
                    <a:pt x="17" y="27"/>
                    <a:pt x="17" y="26"/>
                    <a:pt x="18" y="25"/>
                  </a:cubicBezTo>
                  <a:close/>
                  <a:moveTo>
                    <a:pt x="48" y="24"/>
                  </a:moveTo>
                  <a:cubicBezTo>
                    <a:pt x="48" y="38"/>
                    <a:pt x="48" y="38"/>
                    <a:pt x="48" y="38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8" y="47"/>
                    <a:pt x="47" y="48"/>
                    <a:pt x="45" y="48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9" y="49"/>
                    <a:pt x="7" y="47"/>
                    <a:pt x="7" y="45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6"/>
                    <a:pt x="12" y="27"/>
                    <a:pt x="12" y="28"/>
                  </a:cubicBezTo>
                  <a:cubicBezTo>
                    <a:pt x="12" y="37"/>
                    <a:pt x="19" y="43"/>
                    <a:pt x="28" y="43"/>
                  </a:cubicBezTo>
                  <a:cubicBezTo>
                    <a:pt x="36" y="43"/>
                    <a:pt x="43" y="36"/>
                    <a:pt x="43" y="28"/>
                  </a:cubicBezTo>
                  <a:cubicBezTo>
                    <a:pt x="43" y="27"/>
                    <a:pt x="43" y="25"/>
                    <a:pt x="43" y="24"/>
                  </a:cubicBezTo>
                  <a:cubicBezTo>
                    <a:pt x="48" y="24"/>
                    <a:pt x="48" y="24"/>
                    <a:pt x="48" y="24"/>
                  </a:cubicBezTo>
                  <a:close/>
                  <a:moveTo>
                    <a:pt x="48" y="12"/>
                  </a:moveTo>
                  <a:cubicBezTo>
                    <a:pt x="48" y="13"/>
                    <a:pt x="47" y="14"/>
                    <a:pt x="46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4"/>
                    <a:pt x="41" y="13"/>
                    <a:pt x="41" y="12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2" y="7"/>
                    <a:pt x="43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8" y="8"/>
                    <a:pt x="48" y="9"/>
                  </a:cubicBez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0" name="Freeform 182"/>
            <p:cNvSpPr>
              <a:spLocks noEditPoints="1"/>
            </p:cNvSpPr>
            <p:nvPr/>
          </p:nvSpPr>
          <p:spPr bwMode="auto">
            <a:xfrm>
              <a:off x="1237" y="1"/>
              <a:ext cx="64" cy="55"/>
            </a:xfrm>
            <a:custGeom>
              <a:avLst/>
              <a:gdLst>
                <a:gd name="T0" fmla="*/ 52 w 52"/>
                <a:gd name="T1" fmla="*/ 14 h 45"/>
                <a:gd name="T2" fmla="*/ 37 w 52"/>
                <a:gd name="T3" fmla="*/ 0 h 45"/>
                <a:gd name="T4" fmla="*/ 26 w 52"/>
                <a:gd name="T5" fmla="*/ 5 h 45"/>
                <a:gd name="T6" fmla="*/ 15 w 52"/>
                <a:gd name="T7" fmla="*/ 0 h 45"/>
                <a:gd name="T8" fmla="*/ 0 w 52"/>
                <a:gd name="T9" fmla="*/ 14 h 45"/>
                <a:gd name="T10" fmla="*/ 5 w 52"/>
                <a:gd name="T11" fmla="*/ 25 h 45"/>
                <a:gd name="T12" fmla="*/ 5 w 52"/>
                <a:gd name="T13" fmla="*/ 25 h 45"/>
                <a:gd name="T14" fmla="*/ 21 w 52"/>
                <a:gd name="T15" fmla="*/ 42 h 45"/>
                <a:gd name="T16" fmla="*/ 26 w 52"/>
                <a:gd name="T17" fmla="*/ 45 h 45"/>
                <a:gd name="T18" fmla="*/ 31 w 52"/>
                <a:gd name="T19" fmla="*/ 42 h 45"/>
                <a:gd name="T20" fmla="*/ 47 w 52"/>
                <a:gd name="T21" fmla="*/ 25 h 45"/>
                <a:gd name="T22" fmla="*/ 47 w 52"/>
                <a:gd name="T23" fmla="*/ 25 h 45"/>
                <a:gd name="T24" fmla="*/ 52 w 52"/>
                <a:gd name="T25" fmla="*/ 14 h 45"/>
                <a:gd name="T26" fmla="*/ 43 w 52"/>
                <a:gd name="T27" fmla="*/ 21 h 45"/>
                <a:gd name="T28" fmla="*/ 27 w 52"/>
                <a:gd name="T29" fmla="*/ 37 h 45"/>
                <a:gd name="T30" fmla="*/ 26 w 52"/>
                <a:gd name="T31" fmla="*/ 37 h 45"/>
                <a:gd name="T32" fmla="*/ 26 w 52"/>
                <a:gd name="T33" fmla="*/ 37 h 45"/>
                <a:gd name="T34" fmla="*/ 10 w 52"/>
                <a:gd name="T35" fmla="*/ 21 h 45"/>
                <a:gd name="T36" fmla="*/ 7 w 52"/>
                <a:gd name="T37" fmla="*/ 14 h 45"/>
                <a:gd name="T38" fmla="*/ 15 w 52"/>
                <a:gd name="T39" fmla="*/ 6 h 45"/>
                <a:gd name="T40" fmla="*/ 22 w 52"/>
                <a:gd name="T41" fmla="*/ 9 h 45"/>
                <a:gd name="T42" fmla="*/ 26 w 52"/>
                <a:gd name="T43" fmla="*/ 14 h 45"/>
                <a:gd name="T44" fmla="*/ 31 w 52"/>
                <a:gd name="T45" fmla="*/ 9 h 45"/>
                <a:gd name="T46" fmla="*/ 37 w 52"/>
                <a:gd name="T47" fmla="*/ 6 h 45"/>
                <a:gd name="T48" fmla="*/ 46 w 52"/>
                <a:gd name="T49" fmla="*/ 14 h 45"/>
                <a:gd name="T50" fmla="*/ 43 w 52"/>
                <a:gd name="T51" fmla="*/ 2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2" h="45">
                  <a:moveTo>
                    <a:pt x="52" y="14"/>
                  </a:moveTo>
                  <a:cubicBezTo>
                    <a:pt x="52" y="6"/>
                    <a:pt x="46" y="0"/>
                    <a:pt x="37" y="0"/>
                  </a:cubicBezTo>
                  <a:cubicBezTo>
                    <a:pt x="33" y="0"/>
                    <a:pt x="29" y="2"/>
                    <a:pt x="26" y="5"/>
                  </a:cubicBezTo>
                  <a:cubicBezTo>
                    <a:pt x="24" y="2"/>
                    <a:pt x="20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9"/>
                    <a:pt x="2" y="23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3" y="43"/>
                    <a:pt x="25" y="45"/>
                    <a:pt x="26" y="45"/>
                  </a:cubicBezTo>
                  <a:cubicBezTo>
                    <a:pt x="28" y="45"/>
                    <a:pt x="30" y="43"/>
                    <a:pt x="31" y="42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50" y="23"/>
                    <a:pt x="52" y="19"/>
                    <a:pt x="52" y="14"/>
                  </a:cubicBezTo>
                  <a:close/>
                  <a:moveTo>
                    <a:pt x="43" y="21"/>
                  </a:moveTo>
                  <a:cubicBezTo>
                    <a:pt x="27" y="37"/>
                    <a:pt x="27" y="37"/>
                    <a:pt x="27" y="37"/>
                  </a:cubicBezTo>
                  <a:cubicBezTo>
                    <a:pt x="27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8" y="19"/>
                    <a:pt x="7" y="17"/>
                    <a:pt x="7" y="14"/>
                  </a:cubicBezTo>
                  <a:cubicBezTo>
                    <a:pt x="7" y="10"/>
                    <a:pt x="11" y="6"/>
                    <a:pt x="15" y="6"/>
                  </a:cubicBezTo>
                  <a:cubicBezTo>
                    <a:pt x="18" y="6"/>
                    <a:pt x="20" y="7"/>
                    <a:pt x="22" y="9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3" y="7"/>
                    <a:pt x="35" y="6"/>
                    <a:pt x="37" y="6"/>
                  </a:cubicBezTo>
                  <a:cubicBezTo>
                    <a:pt x="42" y="6"/>
                    <a:pt x="46" y="10"/>
                    <a:pt x="46" y="14"/>
                  </a:cubicBezTo>
                  <a:cubicBezTo>
                    <a:pt x="46" y="17"/>
                    <a:pt x="45" y="19"/>
                    <a:pt x="43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1" name="Freeform 183"/>
            <p:cNvSpPr>
              <a:spLocks noEditPoints="1"/>
            </p:cNvSpPr>
            <p:nvPr/>
          </p:nvSpPr>
          <p:spPr bwMode="auto">
            <a:xfrm>
              <a:off x="1615" y="383"/>
              <a:ext cx="101" cy="102"/>
            </a:xfrm>
            <a:custGeom>
              <a:avLst/>
              <a:gdLst>
                <a:gd name="T0" fmla="*/ 79 w 82"/>
                <a:gd name="T1" fmla="*/ 70 h 83"/>
                <a:gd name="T2" fmla="*/ 59 w 82"/>
                <a:gd name="T3" fmla="*/ 53 h 83"/>
                <a:gd name="T4" fmla="*/ 54 w 82"/>
                <a:gd name="T5" fmla="*/ 51 h 83"/>
                <a:gd name="T6" fmla="*/ 61 w 82"/>
                <a:gd name="T7" fmla="*/ 31 h 83"/>
                <a:gd name="T8" fmla="*/ 30 w 82"/>
                <a:gd name="T9" fmla="*/ 0 h 83"/>
                <a:gd name="T10" fmla="*/ 0 w 82"/>
                <a:gd name="T11" fmla="*/ 31 h 83"/>
                <a:gd name="T12" fmla="*/ 30 w 82"/>
                <a:gd name="T13" fmla="*/ 62 h 83"/>
                <a:gd name="T14" fmla="*/ 50 w 82"/>
                <a:gd name="T15" fmla="*/ 54 h 83"/>
                <a:gd name="T16" fmla="*/ 53 w 82"/>
                <a:gd name="T17" fmla="*/ 60 h 83"/>
                <a:gd name="T18" fmla="*/ 69 w 82"/>
                <a:gd name="T19" fmla="*/ 80 h 83"/>
                <a:gd name="T20" fmla="*/ 79 w 82"/>
                <a:gd name="T21" fmla="*/ 80 h 83"/>
                <a:gd name="T22" fmla="*/ 79 w 82"/>
                <a:gd name="T23" fmla="*/ 70 h 83"/>
                <a:gd name="T24" fmla="*/ 30 w 82"/>
                <a:gd name="T25" fmla="*/ 51 h 83"/>
                <a:gd name="T26" fmla="*/ 10 w 82"/>
                <a:gd name="T27" fmla="*/ 31 h 83"/>
                <a:gd name="T28" fmla="*/ 30 w 82"/>
                <a:gd name="T29" fmla="*/ 11 h 83"/>
                <a:gd name="T30" fmla="*/ 51 w 82"/>
                <a:gd name="T31" fmla="*/ 31 h 83"/>
                <a:gd name="T32" fmla="*/ 30 w 82"/>
                <a:gd name="T33" fmla="*/ 5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" h="83">
                  <a:moveTo>
                    <a:pt x="79" y="70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7" y="52"/>
                    <a:pt x="55" y="51"/>
                    <a:pt x="54" y="51"/>
                  </a:cubicBezTo>
                  <a:cubicBezTo>
                    <a:pt x="58" y="46"/>
                    <a:pt x="61" y="39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ubicBezTo>
                    <a:pt x="13" y="0"/>
                    <a:pt x="0" y="14"/>
                    <a:pt x="0" y="31"/>
                  </a:cubicBezTo>
                  <a:cubicBezTo>
                    <a:pt x="0" y="48"/>
                    <a:pt x="13" y="62"/>
                    <a:pt x="30" y="62"/>
                  </a:cubicBezTo>
                  <a:cubicBezTo>
                    <a:pt x="38" y="62"/>
                    <a:pt x="45" y="59"/>
                    <a:pt x="50" y="54"/>
                  </a:cubicBezTo>
                  <a:cubicBezTo>
                    <a:pt x="50" y="56"/>
                    <a:pt x="51" y="58"/>
                    <a:pt x="53" y="60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72" y="83"/>
                    <a:pt x="77" y="83"/>
                    <a:pt x="79" y="80"/>
                  </a:cubicBezTo>
                  <a:cubicBezTo>
                    <a:pt x="82" y="77"/>
                    <a:pt x="82" y="73"/>
                    <a:pt x="79" y="70"/>
                  </a:cubicBezTo>
                  <a:close/>
                  <a:moveTo>
                    <a:pt x="30" y="51"/>
                  </a:moveTo>
                  <a:cubicBezTo>
                    <a:pt x="19" y="51"/>
                    <a:pt x="10" y="42"/>
                    <a:pt x="10" y="31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2" y="11"/>
                    <a:pt x="51" y="20"/>
                    <a:pt x="51" y="31"/>
                  </a:cubicBezTo>
                  <a:cubicBezTo>
                    <a:pt x="51" y="42"/>
                    <a:pt x="42" y="51"/>
                    <a:pt x="30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2" name="Freeform 184"/>
            <p:cNvSpPr>
              <a:spLocks noEditPoints="1"/>
            </p:cNvSpPr>
            <p:nvPr/>
          </p:nvSpPr>
          <p:spPr bwMode="auto">
            <a:xfrm>
              <a:off x="1174" y="514"/>
              <a:ext cx="84" cy="89"/>
            </a:xfrm>
            <a:custGeom>
              <a:avLst/>
              <a:gdLst>
                <a:gd name="T0" fmla="*/ 61 w 68"/>
                <a:gd name="T1" fmla="*/ 0 h 73"/>
                <a:gd name="T2" fmla="*/ 6 w 68"/>
                <a:gd name="T3" fmla="*/ 0 h 73"/>
                <a:gd name="T4" fmla="*/ 0 w 68"/>
                <a:gd name="T5" fmla="*/ 7 h 73"/>
                <a:gd name="T6" fmla="*/ 0 w 68"/>
                <a:gd name="T7" fmla="*/ 66 h 73"/>
                <a:gd name="T8" fmla="*/ 6 w 68"/>
                <a:gd name="T9" fmla="*/ 73 h 73"/>
                <a:gd name="T10" fmla="*/ 61 w 68"/>
                <a:gd name="T11" fmla="*/ 73 h 73"/>
                <a:gd name="T12" fmla="*/ 68 w 68"/>
                <a:gd name="T13" fmla="*/ 66 h 73"/>
                <a:gd name="T14" fmla="*/ 68 w 68"/>
                <a:gd name="T15" fmla="*/ 7 h 73"/>
                <a:gd name="T16" fmla="*/ 61 w 68"/>
                <a:gd name="T17" fmla="*/ 0 h 73"/>
                <a:gd name="T18" fmla="*/ 59 w 68"/>
                <a:gd name="T19" fmla="*/ 64 h 73"/>
                <a:gd name="T20" fmla="*/ 9 w 68"/>
                <a:gd name="T21" fmla="*/ 64 h 73"/>
                <a:gd name="T22" fmla="*/ 9 w 68"/>
                <a:gd name="T23" fmla="*/ 9 h 73"/>
                <a:gd name="T24" fmla="*/ 59 w 68"/>
                <a:gd name="T25" fmla="*/ 9 h 73"/>
                <a:gd name="T26" fmla="*/ 59 w 68"/>
                <a:gd name="T27" fmla="*/ 64 h 73"/>
                <a:gd name="T28" fmla="*/ 18 w 68"/>
                <a:gd name="T29" fmla="*/ 32 h 73"/>
                <a:gd name="T30" fmla="*/ 50 w 68"/>
                <a:gd name="T31" fmla="*/ 32 h 73"/>
                <a:gd name="T32" fmla="*/ 50 w 68"/>
                <a:gd name="T33" fmla="*/ 36 h 73"/>
                <a:gd name="T34" fmla="*/ 18 w 68"/>
                <a:gd name="T35" fmla="*/ 36 h 73"/>
                <a:gd name="T36" fmla="*/ 18 w 68"/>
                <a:gd name="T37" fmla="*/ 32 h 73"/>
                <a:gd name="T38" fmla="*/ 18 w 68"/>
                <a:gd name="T39" fmla="*/ 41 h 73"/>
                <a:gd name="T40" fmla="*/ 50 w 68"/>
                <a:gd name="T41" fmla="*/ 41 h 73"/>
                <a:gd name="T42" fmla="*/ 50 w 68"/>
                <a:gd name="T43" fmla="*/ 45 h 73"/>
                <a:gd name="T44" fmla="*/ 18 w 68"/>
                <a:gd name="T45" fmla="*/ 45 h 73"/>
                <a:gd name="T46" fmla="*/ 18 w 68"/>
                <a:gd name="T47" fmla="*/ 41 h 73"/>
                <a:gd name="T48" fmla="*/ 18 w 68"/>
                <a:gd name="T49" fmla="*/ 50 h 73"/>
                <a:gd name="T50" fmla="*/ 50 w 68"/>
                <a:gd name="T51" fmla="*/ 50 h 73"/>
                <a:gd name="T52" fmla="*/ 50 w 68"/>
                <a:gd name="T53" fmla="*/ 54 h 73"/>
                <a:gd name="T54" fmla="*/ 18 w 68"/>
                <a:gd name="T55" fmla="*/ 54 h 73"/>
                <a:gd name="T56" fmla="*/ 18 w 68"/>
                <a:gd name="T57" fmla="*/ 50 h 73"/>
                <a:gd name="T58" fmla="*/ 18 w 68"/>
                <a:gd name="T59" fmla="*/ 23 h 73"/>
                <a:gd name="T60" fmla="*/ 50 w 68"/>
                <a:gd name="T61" fmla="*/ 23 h 73"/>
                <a:gd name="T62" fmla="*/ 50 w 68"/>
                <a:gd name="T63" fmla="*/ 27 h 73"/>
                <a:gd name="T64" fmla="*/ 18 w 68"/>
                <a:gd name="T65" fmla="*/ 27 h 73"/>
                <a:gd name="T66" fmla="*/ 18 w 68"/>
                <a:gd name="T67" fmla="*/ 2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8" h="73">
                  <a:moveTo>
                    <a:pt x="6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70"/>
                    <a:pt x="3" y="73"/>
                    <a:pt x="6" y="73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5" y="73"/>
                    <a:pt x="68" y="70"/>
                    <a:pt x="68" y="66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68" y="3"/>
                    <a:pt x="65" y="0"/>
                    <a:pt x="61" y="0"/>
                  </a:cubicBezTo>
                  <a:close/>
                  <a:moveTo>
                    <a:pt x="59" y="64"/>
                  </a:moveTo>
                  <a:cubicBezTo>
                    <a:pt x="9" y="64"/>
                    <a:pt x="9" y="64"/>
                    <a:pt x="9" y="64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59" y="9"/>
                    <a:pt x="59" y="9"/>
                    <a:pt x="59" y="9"/>
                  </a:cubicBezTo>
                  <a:lnTo>
                    <a:pt x="59" y="64"/>
                  </a:lnTo>
                  <a:close/>
                  <a:moveTo>
                    <a:pt x="18" y="32"/>
                  </a:moveTo>
                  <a:cubicBezTo>
                    <a:pt x="50" y="32"/>
                    <a:pt x="50" y="32"/>
                    <a:pt x="50" y="32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18" y="36"/>
                    <a:pt x="18" y="36"/>
                    <a:pt x="18" y="36"/>
                  </a:cubicBezTo>
                  <a:lnTo>
                    <a:pt x="18" y="32"/>
                  </a:lnTo>
                  <a:close/>
                  <a:moveTo>
                    <a:pt x="18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18" y="45"/>
                    <a:pt x="18" y="45"/>
                    <a:pt x="18" y="45"/>
                  </a:cubicBezTo>
                  <a:lnTo>
                    <a:pt x="18" y="41"/>
                  </a:lnTo>
                  <a:close/>
                  <a:moveTo>
                    <a:pt x="18" y="50"/>
                  </a:moveTo>
                  <a:cubicBezTo>
                    <a:pt x="50" y="50"/>
                    <a:pt x="50" y="50"/>
                    <a:pt x="50" y="50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18" y="54"/>
                    <a:pt x="18" y="54"/>
                    <a:pt x="18" y="54"/>
                  </a:cubicBezTo>
                  <a:lnTo>
                    <a:pt x="18" y="50"/>
                  </a:lnTo>
                  <a:close/>
                  <a:moveTo>
                    <a:pt x="18" y="23"/>
                  </a:moveTo>
                  <a:cubicBezTo>
                    <a:pt x="50" y="23"/>
                    <a:pt x="50" y="23"/>
                    <a:pt x="50" y="23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18" y="27"/>
                    <a:pt x="18" y="27"/>
                    <a:pt x="18" y="27"/>
                  </a:cubicBezTo>
                  <a:lnTo>
                    <a:pt x="18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3" name="Freeform 185"/>
            <p:cNvSpPr>
              <a:spLocks noEditPoints="1"/>
            </p:cNvSpPr>
            <p:nvPr/>
          </p:nvSpPr>
          <p:spPr bwMode="auto">
            <a:xfrm>
              <a:off x="1848" y="80"/>
              <a:ext cx="67" cy="66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27 w 54"/>
                <a:gd name="T5" fmla="*/ 54 h 54"/>
                <a:gd name="T6" fmla="*/ 54 w 54"/>
                <a:gd name="T7" fmla="*/ 27 h 54"/>
                <a:gd name="T8" fmla="*/ 27 w 54"/>
                <a:gd name="T9" fmla="*/ 0 h 54"/>
                <a:gd name="T10" fmla="*/ 43 w 54"/>
                <a:gd name="T11" fmla="*/ 24 h 54"/>
                <a:gd name="T12" fmla="*/ 28 w 54"/>
                <a:gd name="T13" fmla="*/ 44 h 54"/>
                <a:gd name="T14" fmla="*/ 21 w 54"/>
                <a:gd name="T15" fmla="*/ 41 h 54"/>
                <a:gd name="T16" fmla="*/ 16 w 54"/>
                <a:gd name="T17" fmla="*/ 25 h 54"/>
                <a:gd name="T18" fmla="*/ 12 w 54"/>
                <a:gd name="T19" fmla="*/ 26 h 54"/>
                <a:gd name="T20" fmla="*/ 11 w 54"/>
                <a:gd name="T21" fmla="*/ 24 h 54"/>
                <a:gd name="T22" fmla="*/ 20 w 54"/>
                <a:gd name="T23" fmla="*/ 17 h 54"/>
                <a:gd name="T24" fmla="*/ 26 w 54"/>
                <a:gd name="T25" fmla="*/ 28 h 54"/>
                <a:gd name="T26" fmla="*/ 28 w 54"/>
                <a:gd name="T27" fmla="*/ 35 h 54"/>
                <a:gd name="T28" fmla="*/ 33 w 54"/>
                <a:gd name="T29" fmla="*/ 29 h 54"/>
                <a:gd name="T30" fmla="*/ 29 w 54"/>
                <a:gd name="T31" fmla="*/ 24 h 54"/>
                <a:gd name="T32" fmla="*/ 43 w 54"/>
                <a:gd name="T33" fmla="*/ 2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3"/>
                    <a:pt x="0" y="27"/>
                  </a:cubicBezTo>
                  <a:cubicBezTo>
                    <a:pt x="0" y="42"/>
                    <a:pt x="12" y="54"/>
                    <a:pt x="27" y="54"/>
                  </a:cubicBezTo>
                  <a:cubicBezTo>
                    <a:pt x="42" y="54"/>
                    <a:pt x="54" y="42"/>
                    <a:pt x="54" y="27"/>
                  </a:cubicBezTo>
                  <a:cubicBezTo>
                    <a:pt x="54" y="13"/>
                    <a:pt x="42" y="0"/>
                    <a:pt x="27" y="0"/>
                  </a:cubicBezTo>
                  <a:close/>
                  <a:moveTo>
                    <a:pt x="43" y="24"/>
                  </a:moveTo>
                  <a:cubicBezTo>
                    <a:pt x="41" y="34"/>
                    <a:pt x="31" y="42"/>
                    <a:pt x="28" y="44"/>
                  </a:cubicBezTo>
                  <a:cubicBezTo>
                    <a:pt x="25" y="46"/>
                    <a:pt x="22" y="43"/>
                    <a:pt x="21" y="41"/>
                  </a:cubicBezTo>
                  <a:cubicBezTo>
                    <a:pt x="20" y="39"/>
                    <a:pt x="17" y="26"/>
                    <a:pt x="16" y="25"/>
                  </a:cubicBezTo>
                  <a:cubicBezTo>
                    <a:pt x="15" y="24"/>
                    <a:pt x="12" y="26"/>
                    <a:pt x="12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6" y="18"/>
                    <a:pt x="20" y="17"/>
                  </a:cubicBezTo>
                  <a:cubicBezTo>
                    <a:pt x="25" y="16"/>
                    <a:pt x="25" y="24"/>
                    <a:pt x="26" y="28"/>
                  </a:cubicBezTo>
                  <a:cubicBezTo>
                    <a:pt x="27" y="32"/>
                    <a:pt x="28" y="35"/>
                    <a:pt x="28" y="35"/>
                  </a:cubicBezTo>
                  <a:cubicBezTo>
                    <a:pt x="29" y="35"/>
                    <a:pt x="31" y="32"/>
                    <a:pt x="33" y="29"/>
                  </a:cubicBezTo>
                  <a:cubicBezTo>
                    <a:pt x="35" y="25"/>
                    <a:pt x="33" y="22"/>
                    <a:pt x="29" y="24"/>
                  </a:cubicBezTo>
                  <a:cubicBezTo>
                    <a:pt x="31" y="16"/>
                    <a:pt x="45" y="13"/>
                    <a:pt x="43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44" name="Line 5"/>
          <p:cNvSpPr>
            <a:spLocks noChangeShapeType="1"/>
          </p:cNvSpPr>
          <p:nvPr/>
        </p:nvSpPr>
        <p:spPr bwMode="auto">
          <a:xfrm>
            <a:off x="1493979" y="-1748368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43797" tIns="121899" rIns="243797" bIns="1218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6"/>
          <p:cNvSpPr>
            <a:spLocks noChangeShapeType="1"/>
          </p:cNvSpPr>
          <p:nvPr/>
        </p:nvSpPr>
        <p:spPr bwMode="auto">
          <a:xfrm>
            <a:off x="1493979" y="-1748368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43797" tIns="121899" rIns="243797" bIns="1218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887456" y="5199599"/>
            <a:ext cx="12541190" cy="100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600" dirty="0">
                <a:solidFill>
                  <a:schemeClr val="tx2"/>
                </a:solidFill>
                <a:latin typeface="Lato Black"/>
                <a:cs typeface="Lato Black"/>
              </a:rPr>
              <a:t>DRAFT APLIKASI MOBILE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5684" y="7446740"/>
            <a:ext cx="6949075" cy="54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latin typeface="Lato Light"/>
                <a:cs typeface="Lato Light"/>
              </a:rPr>
              <a:t>A FRESH PRESENTATION TEMPLATE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0846673" y="8476720"/>
            <a:ext cx="2677953" cy="0"/>
          </a:xfrm>
          <a:prstGeom prst="line">
            <a:avLst/>
          </a:prstGeom>
          <a:ln w="38100" cmpd="sng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/>
          <p:cNvCxnSpPr/>
          <p:nvPr/>
        </p:nvCxnSpPr>
        <p:spPr>
          <a:xfrm>
            <a:off x="7563140" y="4914844"/>
            <a:ext cx="9245019" cy="0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58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6"/>
          <p:cNvSpPr>
            <a:spLocks/>
          </p:cNvSpPr>
          <p:nvPr/>
        </p:nvSpPr>
        <p:spPr bwMode="auto">
          <a:xfrm>
            <a:off x="12099627" y="3310374"/>
            <a:ext cx="3586367" cy="4287355"/>
          </a:xfrm>
          <a:custGeom>
            <a:avLst/>
            <a:gdLst/>
            <a:ahLst/>
            <a:cxnLst>
              <a:cxn ang="0">
                <a:pos x="0" y="196"/>
              </a:cxn>
              <a:cxn ang="0">
                <a:pos x="0" y="61"/>
              </a:cxn>
              <a:cxn ang="0">
                <a:pos x="1" y="61"/>
              </a:cxn>
              <a:cxn ang="0">
                <a:pos x="32" y="62"/>
              </a:cxn>
              <a:cxn ang="0">
                <a:pos x="67" y="0"/>
              </a:cxn>
              <a:cxn ang="0">
                <a:pos x="126" y="15"/>
              </a:cxn>
              <a:cxn ang="0">
                <a:pos x="126" y="86"/>
              </a:cxn>
              <a:cxn ang="0">
                <a:pos x="185" y="120"/>
              </a:cxn>
              <a:cxn ang="0">
                <a:pos x="186" y="120"/>
              </a:cxn>
              <a:cxn ang="0">
                <a:pos x="246" y="84"/>
              </a:cxn>
              <a:cxn ang="0">
                <a:pos x="269" y="106"/>
              </a:cxn>
              <a:cxn ang="0">
                <a:pos x="283" y="120"/>
              </a:cxn>
              <a:cxn ang="0">
                <a:pos x="288" y="126"/>
              </a:cxn>
              <a:cxn ang="0">
                <a:pos x="252" y="186"/>
              </a:cxn>
              <a:cxn ang="0">
                <a:pos x="287" y="244"/>
              </a:cxn>
              <a:cxn ang="0">
                <a:pos x="359" y="244"/>
              </a:cxn>
              <a:cxn ang="0">
                <a:pos x="374" y="301"/>
              </a:cxn>
              <a:cxn ang="0">
                <a:pos x="313" y="341"/>
              </a:cxn>
              <a:cxn ang="0">
                <a:pos x="314" y="374"/>
              </a:cxn>
              <a:cxn ang="0">
                <a:pos x="314" y="376"/>
              </a:cxn>
              <a:cxn ang="0">
                <a:pos x="175" y="376"/>
              </a:cxn>
              <a:cxn ang="0">
                <a:pos x="174" y="376"/>
              </a:cxn>
              <a:cxn ang="0">
                <a:pos x="175" y="377"/>
              </a:cxn>
              <a:cxn ang="0">
                <a:pos x="187" y="406"/>
              </a:cxn>
              <a:cxn ang="0">
                <a:pos x="175" y="434"/>
              </a:cxn>
              <a:cxn ang="0">
                <a:pos x="146" y="446"/>
              </a:cxn>
              <a:cxn ang="0">
                <a:pos x="117" y="434"/>
              </a:cxn>
              <a:cxn ang="0">
                <a:pos x="106" y="406"/>
              </a:cxn>
              <a:cxn ang="0">
                <a:pos x="117" y="377"/>
              </a:cxn>
              <a:cxn ang="0">
                <a:pos x="118" y="376"/>
              </a:cxn>
              <a:cxn ang="0">
                <a:pos x="117" y="376"/>
              </a:cxn>
              <a:cxn ang="0">
                <a:pos x="0" y="376"/>
              </a:cxn>
              <a:cxn ang="0">
                <a:pos x="0" y="253"/>
              </a:cxn>
              <a:cxn ang="0">
                <a:pos x="3" y="253"/>
              </a:cxn>
              <a:cxn ang="0">
                <a:pos x="32" y="265"/>
              </a:cxn>
              <a:cxn ang="0">
                <a:pos x="61" y="253"/>
              </a:cxn>
              <a:cxn ang="0">
                <a:pos x="73" y="224"/>
              </a:cxn>
              <a:cxn ang="0">
                <a:pos x="61" y="196"/>
              </a:cxn>
              <a:cxn ang="0">
                <a:pos x="32" y="184"/>
              </a:cxn>
              <a:cxn ang="0">
                <a:pos x="3" y="196"/>
              </a:cxn>
              <a:cxn ang="0">
                <a:pos x="0" y="196"/>
              </a:cxn>
            </a:cxnLst>
            <a:rect l="0" t="0" r="r" b="b"/>
            <a:pathLst>
              <a:path w="374" h="446">
                <a:moveTo>
                  <a:pt x="0" y="196"/>
                </a:moveTo>
                <a:cubicBezTo>
                  <a:pt x="0" y="61"/>
                  <a:pt x="0" y="61"/>
                  <a:pt x="0" y="61"/>
                </a:cubicBezTo>
                <a:cubicBezTo>
                  <a:pt x="0" y="61"/>
                  <a:pt x="1" y="61"/>
                  <a:pt x="1" y="61"/>
                </a:cubicBezTo>
                <a:cubicBezTo>
                  <a:pt x="12" y="61"/>
                  <a:pt x="22" y="61"/>
                  <a:pt x="32" y="62"/>
                </a:cubicBezTo>
                <a:cubicBezTo>
                  <a:pt x="67" y="0"/>
                  <a:pt x="67" y="0"/>
                  <a:pt x="67" y="0"/>
                </a:cubicBezTo>
                <a:cubicBezTo>
                  <a:pt x="87" y="4"/>
                  <a:pt x="107" y="8"/>
                  <a:pt x="126" y="15"/>
                </a:cubicBezTo>
                <a:cubicBezTo>
                  <a:pt x="126" y="86"/>
                  <a:pt x="126" y="86"/>
                  <a:pt x="126" y="86"/>
                </a:cubicBezTo>
                <a:cubicBezTo>
                  <a:pt x="146" y="95"/>
                  <a:pt x="166" y="106"/>
                  <a:pt x="185" y="120"/>
                </a:cubicBezTo>
                <a:cubicBezTo>
                  <a:pt x="185" y="120"/>
                  <a:pt x="185" y="120"/>
                  <a:pt x="186" y="120"/>
                </a:cubicBezTo>
                <a:cubicBezTo>
                  <a:pt x="246" y="84"/>
                  <a:pt x="246" y="84"/>
                  <a:pt x="246" y="84"/>
                </a:cubicBezTo>
                <a:cubicBezTo>
                  <a:pt x="254" y="91"/>
                  <a:pt x="262" y="98"/>
                  <a:pt x="269" y="106"/>
                </a:cubicBezTo>
                <a:cubicBezTo>
                  <a:pt x="274" y="111"/>
                  <a:pt x="278" y="115"/>
                  <a:pt x="283" y="120"/>
                </a:cubicBezTo>
                <a:cubicBezTo>
                  <a:pt x="284" y="122"/>
                  <a:pt x="286" y="124"/>
                  <a:pt x="288" y="126"/>
                </a:cubicBezTo>
                <a:cubicBezTo>
                  <a:pt x="252" y="186"/>
                  <a:pt x="252" y="186"/>
                  <a:pt x="252" y="186"/>
                </a:cubicBezTo>
                <a:cubicBezTo>
                  <a:pt x="266" y="204"/>
                  <a:pt x="278" y="224"/>
                  <a:pt x="287" y="244"/>
                </a:cubicBezTo>
                <a:cubicBezTo>
                  <a:pt x="359" y="244"/>
                  <a:pt x="359" y="244"/>
                  <a:pt x="359" y="244"/>
                </a:cubicBezTo>
                <a:cubicBezTo>
                  <a:pt x="365" y="263"/>
                  <a:pt x="370" y="282"/>
                  <a:pt x="374" y="301"/>
                </a:cubicBezTo>
                <a:cubicBezTo>
                  <a:pt x="313" y="341"/>
                  <a:pt x="313" y="341"/>
                  <a:pt x="313" y="341"/>
                </a:cubicBezTo>
                <a:cubicBezTo>
                  <a:pt x="314" y="352"/>
                  <a:pt x="314" y="363"/>
                  <a:pt x="314" y="374"/>
                </a:cubicBezTo>
                <a:cubicBezTo>
                  <a:pt x="314" y="375"/>
                  <a:pt x="314" y="375"/>
                  <a:pt x="314" y="376"/>
                </a:cubicBezTo>
                <a:cubicBezTo>
                  <a:pt x="175" y="376"/>
                  <a:pt x="175" y="376"/>
                  <a:pt x="175" y="376"/>
                </a:cubicBezTo>
                <a:cubicBezTo>
                  <a:pt x="174" y="376"/>
                  <a:pt x="174" y="376"/>
                  <a:pt x="174" y="376"/>
                </a:cubicBezTo>
                <a:cubicBezTo>
                  <a:pt x="174" y="376"/>
                  <a:pt x="175" y="377"/>
                  <a:pt x="175" y="377"/>
                </a:cubicBezTo>
                <a:cubicBezTo>
                  <a:pt x="183" y="385"/>
                  <a:pt x="187" y="395"/>
                  <a:pt x="187" y="406"/>
                </a:cubicBezTo>
                <a:cubicBezTo>
                  <a:pt x="187" y="417"/>
                  <a:pt x="183" y="427"/>
                  <a:pt x="175" y="434"/>
                </a:cubicBezTo>
                <a:cubicBezTo>
                  <a:pt x="167" y="442"/>
                  <a:pt x="157" y="446"/>
                  <a:pt x="146" y="446"/>
                </a:cubicBezTo>
                <a:cubicBezTo>
                  <a:pt x="135" y="446"/>
                  <a:pt x="125" y="442"/>
                  <a:pt x="117" y="434"/>
                </a:cubicBezTo>
                <a:cubicBezTo>
                  <a:pt x="110" y="427"/>
                  <a:pt x="106" y="417"/>
                  <a:pt x="106" y="406"/>
                </a:cubicBezTo>
                <a:cubicBezTo>
                  <a:pt x="106" y="395"/>
                  <a:pt x="110" y="385"/>
                  <a:pt x="117" y="377"/>
                </a:cubicBezTo>
                <a:cubicBezTo>
                  <a:pt x="118" y="377"/>
                  <a:pt x="118" y="376"/>
                  <a:pt x="118" y="376"/>
                </a:cubicBezTo>
                <a:cubicBezTo>
                  <a:pt x="117" y="376"/>
                  <a:pt x="117" y="376"/>
                  <a:pt x="117" y="376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253"/>
                  <a:pt x="0" y="253"/>
                  <a:pt x="0" y="253"/>
                </a:cubicBezTo>
                <a:cubicBezTo>
                  <a:pt x="3" y="253"/>
                  <a:pt x="3" y="253"/>
                  <a:pt x="3" y="253"/>
                </a:cubicBezTo>
                <a:cubicBezTo>
                  <a:pt x="11" y="261"/>
                  <a:pt x="21" y="265"/>
                  <a:pt x="32" y="265"/>
                </a:cubicBezTo>
                <a:cubicBezTo>
                  <a:pt x="43" y="265"/>
                  <a:pt x="53" y="261"/>
                  <a:pt x="61" y="253"/>
                </a:cubicBezTo>
                <a:cubicBezTo>
                  <a:pt x="69" y="245"/>
                  <a:pt x="73" y="236"/>
                  <a:pt x="73" y="224"/>
                </a:cubicBezTo>
                <a:cubicBezTo>
                  <a:pt x="73" y="213"/>
                  <a:pt x="69" y="204"/>
                  <a:pt x="61" y="196"/>
                </a:cubicBezTo>
                <a:cubicBezTo>
                  <a:pt x="53" y="188"/>
                  <a:pt x="43" y="184"/>
                  <a:pt x="32" y="184"/>
                </a:cubicBezTo>
                <a:cubicBezTo>
                  <a:pt x="21" y="184"/>
                  <a:pt x="11" y="188"/>
                  <a:pt x="3" y="196"/>
                </a:cubicBezTo>
                <a:lnTo>
                  <a:pt x="0" y="196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7"/>
          <p:cNvSpPr>
            <a:spLocks/>
          </p:cNvSpPr>
          <p:nvPr/>
        </p:nvSpPr>
        <p:spPr bwMode="auto">
          <a:xfrm>
            <a:off x="11380842" y="6924165"/>
            <a:ext cx="4316505" cy="3568381"/>
          </a:xfrm>
          <a:custGeom>
            <a:avLst/>
            <a:gdLst/>
            <a:ahLst/>
            <a:cxnLst>
              <a:cxn ang="0">
                <a:pos x="75" y="311"/>
              </a:cxn>
              <a:cxn ang="0">
                <a:pos x="75" y="166"/>
              </a:cxn>
              <a:cxn ang="0">
                <a:pos x="70" y="172"/>
              </a:cxn>
              <a:cxn ang="0">
                <a:pos x="41" y="184"/>
              </a:cxn>
              <a:cxn ang="0">
                <a:pos x="12" y="172"/>
              </a:cxn>
              <a:cxn ang="0">
                <a:pos x="0" y="144"/>
              </a:cxn>
              <a:cxn ang="0">
                <a:pos x="12" y="115"/>
              </a:cxn>
              <a:cxn ang="0">
                <a:pos x="41" y="103"/>
              </a:cxn>
              <a:cxn ang="0">
                <a:pos x="70" y="115"/>
              </a:cxn>
              <a:cxn ang="0">
                <a:pos x="75" y="121"/>
              </a:cxn>
              <a:cxn ang="0">
                <a:pos x="75" y="0"/>
              </a:cxn>
              <a:cxn ang="0">
                <a:pos x="192" y="0"/>
              </a:cxn>
              <a:cxn ang="0">
                <a:pos x="192" y="1"/>
              </a:cxn>
              <a:cxn ang="0">
                <a:pos x="181" y="30"/>
              </a:cxn>
              <a:cxn ang="0">
                <a:pos x="192" y="58"/>
              </a:cxn>
              <a:cxn ang="0">
                <a:pos x="221" y="70"/>
              </a:cxn>
              <a:cxn ang="0">
                <a:pos x="250" y="58"/>
              </a:cxn>
              <a:cxn ang="0">
                <a:pos x="262" y="30"/>
              </a:cxn>
              <a:cxn ang="0">
                <a:pos x="250" y="1"/>
              </a:cxn>
              <a:cxn ang="0">
                <a:pos x="250" y="0"/>
              </a:cxn>
              <a:cxn ang="0">
                <a:pos x="389" y="0"/>
              </a:cxn>
              <a:cxn ang="0">
                <a:pos x="388" y="32"/>
              </a:cxn>
              <a:cxn ang="0">
                <a:pos x="450" y="66"/>
              </a:cxn>
              <a:cxn ang="0">
                <a:pos x="436" y="121"/>
              </a:cxn>
              <a:cxn ang="0">
                <a:pos x="363" y="125"/>
              </a:cxn>
              <a:cxn ang="0">
                <a:pos x="329" y="183"/>
              </a:cxn>
              <a:cxn ang="0">
                <a:pos x="366" y="243"/>
              </a:cxn>
              <a:cxn ang="0">
                <a:pos x="344" y="266"/>
              </a:cxn>
              <a:cxn ang="0">
                <a:pos x="322" y="287"/>
              </a:cxn>
              <a:cxn ang="0">
                <a:pos x="260" y="251"/>
              </a:cxn>
              <a:cxn ang="0">
                <a:pos x="203" y="285"/>
              </a:cxn>
              <a:cxn ang="0">
                <a:pos x="203" y="356"/>
              </a:cxn>
              <a:cxn ang="0">
                <a:pos x="145" y="371"/>
              </a:cxn>
              <a:cxn ang="0">
                <a:pos x="108" y="309"/>
              </a:cxn>
              <a:cxn ang="0">
                <a:pos x="76" y="311"/>
              </a:cxn>
              <a:cxn ang="0">
                <a:pos x="75" y="311"/>
              </a:cxn>
            </a:cxnLst>
            <a:rect l="0" t="0" r="r" b="b"/>
            <a:pathLst>
              <a:path w="450" h="371">
                <a:moveTo>
                  <a:pt x="75" y="311"/>
                </a:moveTo>
                <a:cubicBezTo>
                  <a:pt x="75" y="166"/>
                  <a:pt x="75" y="166"/>
                  <a:pt x="75" y="166"/>
                </a:cubicBezTo>
                <a:cubicBezTo>
                  <a:pt x="73" y="168"/>
                  <a:pt x="72" y="170"/>
                  <a:pt x="70" y="172"/>
                </a:cubicBezTo>
                <a:cubicBezTo>
                  <a:pt x="62" y="180"/>
                  <a:pt x="52" y="184"/>
                  <a:pt x="41" y="184"/>
                </a:cubicBezTo>
                <a:cubicBezTo>
                  <a:pt x="30" y="184"/>
                  <a:pt x="20" y="180"/>
                  <a:pt x="12" y="172"/>
                </a:cubicBezTo>
                <a:cubicBezTo>
                  <a:pt x="4" y="165"/>
                  <a:pt x="0" y="155"/>
                  <a:pt x="0" y="144"/>
                </a:cubicBezTo>
                <a:cubicBezTo>
                  <a:pt x="0" y="133"/>
                  <a:pt x="4" y="123"/>
                  <a:pt x="12" y="115"/>
                </a:cubicBezTo>
                <a:cubicBezTo>
                  <a:pt x="20" y="107"/>
                  <a:pt x="30" y="103"/>
                  <a:pt x="41" y="103"/>
                </a:cubicBezTo>
                <a:cubicBezTo>
                  <a:pt x="52" y="103"/>
                  <a:pt x="62" y="107"/>
                  <a:pt x="70" y="115"/>
                </a:cubicBezTo>
                <a:cubicBezTo>
                  <a:pt x="72" y="117"/>
                  <a:pt x="73" y="119"/>
                  <a:pt x="75" y="121"/>
                </a:cubicBezTo>
                <a:cubicBezTo>
                  <a:pt x="75" y="0"/>
                  <a:pt x="75" y="0"/>
                  <a:pt x="75" y="0"/>
                </a:cubicBezTo>
                <a:cubicBezTo>
                  <a:pt x="192" y="0"/>
                  <a:pt x="192" y="0"/>
                  <a:pt x="192" y="0"/>
                </a:cubicBezTo>
                <a:cubicBezTo>
                  <a:pt x="192" y="1"/>
                  <a:pt x="192" y="1"/>
                  <a:pt x="192" y="1"/>
                </a:cubicBezTo>
                <a:cubicBezTo>
                  <a:pt x="185" y="9"/>
                  <a:pt x="181" y="19"/>
                  <a:pt x="181" y="30"/>
                </a:cubicBezTo>
                <a:cubicBezTo>
                  <a:pt x="181" y="41"/>
                  <a:pt x="185" y="51"/>
                  <a:pt x="192" y="58"/>
                </a:cubicBezTo>
                <a:cubicBezTo>
                  <a:pt x="200" y="66"/>
                  <a:pt x="210" y="70"/>
                  <a:pt x="221" y="70"/>
                </a:cubicBezTo>
                <a:cubicBezTo>
                  <a:pt x="232" y="70"/>
                  <a:pt x="242" y="66"/>
                  <a:pt x="250" y="58"/>
                </a:cubicBezTo>
                <a:cubicBezTo>
                  <a:pt x="258" y="51"/>
                  <a:pt x="262" y="41"/>
                  <a:pt x="262" y="30"/>
                </a:cubicBezTo>
                <a:cubicBezTo>
                  <a:pt x="262" y="19"/>
                  <a:pt x="258" y="9"/>
                  <a:pt x="250" y="1"/>
                </a:cubicBezTo>
                <a:cubicBezTo>
                  <a:pt x="250" y="0"/>
                  <a:pt x="250" y="0"/>
                  <a:pt x="250" y="0"/>
                </a:cubicBezTo>
                <a:cubicBezTo>
                  <a:pt x="389" y="0"/>
                  <a:pt x="389" y="0"/>
                  <a:pt x="389" y="0"/>
                </a:cubicBezTo>
                <a:cubicBezTo>
                  <a:pt x="389" y="11"/>
                  <a:pt x="389" y="22"/>
                  <a:pt x="388" y="32"/>
                </a:cubicBezTo>
                <a:cubicBezTo>
                  <a:pt x="450" y="66"/>
                  <a:pt x="450" y="66"/>
                  <a:pt x="450" y="66"/>
                </a:cubicBezTo>
                <a:cubicBezTo>
                  <a:pt x="446" y="85"/>
                  <a:pt x="442" y="103"/>
                  <a:pt x="436" y="121"/>
                </a:cubicBezTo>
                <a:cubicBezTo>
                  <a:pt x="363" y="125"/>
                  <a:pt x="363" y="125"/>
                  <a:pt x="363" y="125"/>
                </a:cubicBezTo>
                <a:cubicBezTo>
                  <a:pt x="354" y="145"/>
                  <a:pt x="343" y="164"/>
                  <a:pt x="329" y="183"/>
                </a:cubicBezTo>
                <a:cubicBezTo>
                  <a:pt x="366" y="243"/>
                  <a:pt x="366" y="243"/>
                  <a:pt x="366" y="243"/>
                </a:cubicBezTo>
                <a:cubicBezTo>
                  <a:pt x="359" y="251"/>
                  <a:pt x="352" y="258"/>
                  <a:pt x="344" y="266"/>
                </a:cubicBezTo>
                <a:cubicBezTo>
                  <a:pt x="337" y="273"/>
                  <a:pt x="329" y="280"/>
                  <a:pt x="322" y="287"/>
                </a:cubicBezTo>
                <a:cubicBezTo>
                  <a:pt x="260" y="251"/>
                  <a:pt x="260" y="251"/>
                  <a:pt x="260" y="251"/>
                </a:cubicBezTo>
                <a:cubicBezTo>
                  <a:pt x="242" y="265"/>
                  <a:pt x="223" y="276"/>
                  <a:pt x="203" y="285"/>
                </a:cubicBezTo>
                <a:cubicBezTo>
                  <a:pt x="203" y="356"/>
                  <a:pt x="203" y="356"/>
                  <a:pt x="203" y="356"/>
                </a:cubicBezTo>
                <a:cubicBezTo>
                  <a:pt x="184" y="363"/>
                  <a:pt x="165" y="368"/>
                  <a:pt x="145" y="371"/>
                </a:cubicBezTo>
                <a:cubicBezTo>
                  <a:pt x="108" y="309"/>
                  <a:pt x="108" y="309"/>
                  <a:pt x="108" y="309"/>
                </a:cubicBezTo>
                <a:cubicBezTo>
                  <a:pt x="98" y="310"/>
                  <a:pt x="87" y="311"/>
                  <a:pt x="76" y="311"/>
                </a:cubicBezTo>
                <a:cubicBezTo>
                  <a:pt x="76" y="311"/>
                  <a:pt x="75" y="311"/>
                  <a:pt x="75" y="311"/>
                </a:cubicBezTo>
                <a:close/>
              </a:path>
            </a:pathLst>
          </a:custGeom>
          <a:solidFill>
            <a:schemeClr val="accent4"/>
          </a:solidFill>
          <a:ln w="190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5"/>
          <p:cNvSpPr>
            <a:spLocks/>
          </p:cNvSpPr>
          <p:nvPr/>
        </p:nvSpPr>
        <p:spPr bwMode="auto">
          <a:xfrm>
            <a:off x="8532179" y="3317942"/>
            <a:ext cx="4267323" cy="3606224"/>
          </a:xfrm>
          <a:custGeom>
            <a:avLst/>
            <a:gdLst/>
            <a:ahLst/>
            <a:cxnLst>
              <a:cxn ang="0">
                <a:pos x="372" y="375"/>
              </a:cxn>
              <a:cxn ang="0">
                <a:pos x="239" y="375"/>
              </a:cxn>
              <a:cxn ang="0">
                <a:pos x="248" y="368"/>
              </a:cxn>
              <a:cxn ang="0">
                <a:pos x="260" y="340"/>
              </a:cxn>
              <a:cxn ang="0">
                <a:pos x="248" y="311"/>
              </a:cxn>
              <a:cxn ang="0">
                <a:pos x="220" y="299"/>
              </a:cxn>
              <a:cxn ang="0">
                <a:pos x="191" y="311"/>
              </a:cxn>
              <a:cxn ang="0">
                <a:pos x="179" y="340"/>
              </a:cxn>
              <a:cxn ang="0">
                <a:pos x="191" y="368"/>
              </a:cxn>
              <a:cxn ang="0">
                <a:pos x="200" y="375"/>
              </a:cxn>
              <a:cxn ang="0">
                <a:pos x="61" y="375"/>
              </a:cxn>
              <a:cxn ang="0">
                <a:pos x="61" y="375"/>
              </a:cxn>
              <a:cxn ang="0">
                <a:pos x="61" y="373"/>
              </a:cxn>
              <a:cxn ang="0">
                <a:pos x="61" y="367"/>
              </a:cxn>
              <a:cxn ang="0">
                <a:pos x="62" y="342"/>
              </a:cxn>
              <a:cxn ang="0">
                <a:pos x="0" y="307"/>
              </a:cxn>
              <a:cxn ang="0">
                <a:pos x="16" y="243"/>
              </a:cxn>
              <a:cxn ang="0">
                <a:pos x="86" y="247"/>
              </a:cxn>
              <a:cxn ang="0">
                <a:pos x="119" y="191"/>
              </a:cxn>
              <a:cxn ang="0">
                <a:pos x="85" y="127"/>
              </a:cxn>
              <a:cxn ang="0">
                <a:pos x="92" y="119"/>
              </a:cxn>
              <a:cxn ang="0">
                <a:pos x="106" y="105"/>
              </a:cxn>
              <a:cxn ang="0">
                <a:pos x="128" y="84"/>
              </a:cxn>
              <a:cxn ang="0">
                <a:pos x="188" y="120"/>
              </a:cxn>
              <a:cxn ang="0">
                <a:pos x="190" y="119"/>
              </a:cxn>
              <a:cxn ang="0">
                <a:pos x="243" y="88"/>
              </a:cxn>
              <a:cxn ang="0">
                <a:pos x="243" y="16"/>
              </a:cxn>
              <a:cxn ang="0">
                <a:pos x="303" y="0"/>
              </a:cxn>
              <a:cxn ang="0">
                <a:pos x="339" y="62"/>
              </a:cxn>
              <a:cxn ang="0">
                <a:pos x="372" y="60"/>
              </a:cxn>
              <a:cxn ang="0">
                <a:pos x="372" y="195"/>
              </a:cxn>
              <a:cxn ang="0">
                <a:pos x="372" y="199"/>
              </a:cxn>
              <a:cxn ang="0">
                <a:pos x="375" y="195"/>
              </a:cxn>
              <a:cxn ang="0">
                <a:pos x="404" y="183"/>
              </a:cxn>
              <a:cxn ang="0">
                <a:pos x="433" y="195"/>
              </a:cxn>
              <a:cxn ang="0">
                <a:pos x="445" y="223"/>
              </a:cxn>
              <a:cxn ang="0">
                <a:pos x="433" y="252"/>
              </a:cxn>
              <a:cxn ang="0">
                <a:pos x="404" y="264"/>
              </a:cxn>
              <a:cxn ang="0">
                <a:pos x="375" y="252"/>
              </a:cxn>
              <a:cxn ang="0">
                <a:pos x="372" y="248"/>
              </a:cxn>
              <a:cxn ang="0">
                <a:pos x="372" y="252"/>
              </a:cxn>
              <a:cxn ang="0">
                <a:pos x="372" y="375"/>
              </a:cxn>
            </a:cxnLst>
            <a:rect l="0" t="0" r="r" b="b"/>
            <a:pathLst>
              <a:path w="445" h="375">
                <a:moveTo>
                  <a:pt x="372" y="375"/>
                </a:moveTo>
                <a:cubicBezTo>
                  <a:pt x="239" y="375"/>
                  <a:pt x="239" y="375"/>
                  <a:pt x="239" y="375"/>
                </a:cubicBezTo>
                <a:cubicBezTo>
                  <a:pt x="243" y="373"/>
                  <a:pt x="246" y="371"/>
                  <a:pt x="248" y="368"/>
                </a:cubicBezTo>
                <a:cubicBezTo>
                  <a:pt x="256" y="360"/>
                  <a:pt x="260" y="351"/>
                  <a:pt x="260" y="340"/>
                </a:cubicBezTo>
                <a:cubicBezTo>
                  <a:pt x="260" y="328"/>
                  <a:pt x="256" y="319"/>
                  <a:pt x="248" y="311"/>
                </a:cubicBezTo>
                <a:cubicBezTo>
                  <a:pt x="241" y="303"/>
                  <a:pt x="231" y="299"/>
                  <a:pt x="220" y="299"/>
                </a:cubicBezTo>
                <a:cubicBezTo>
                  <a:pt x="209" y="299"/>
                  <a:pt x="199" y="303"/>
                  <a:pt x="191" y="311"/>
                </a:cubicBezTo>
                <a:cubicBezTo>
                  <a:pt x="183" y="319"/>
                  <a:pt x="179" y="328"/>
                  <a:pt x="179" y="340"/>
                </a:cubicBezTo>
                <a:cubicBezTo>
                  <a:pt x="179" y="351"/>
                  <a:pt x="183" y="360"/>
                  <a:pt x="191" y="368"/>
                </a:cubicBezTo>
                <a:cubicBezTo>
                  <a:pt x="194" y="371"/>
                  <a:pt x="197" y="373"/>
                  <a:pt x="200" y="375"/>
                </a:cubicBezTo>
                <a:cubicBezTo>
                  <a:pt x="61" y="375"/>
                  <a:pt x="61" y="375"/>
                  <a:pt x="61" y="375"/>
                </a:cubicBezTo>
                <a:cubicBezTo>
                  <a:pt x="61" y="375"/>
                  <a:pt x="61" y="375"/>
                  <a:pt x="61" y="375"/>
                </a:cubicBezTo>
                <a:cubicBezTo>
                  <a:pt x="61" y="374"/>
                  <a:pt x="61" y="374"/>
                  <a:pt x="61" y="373"/>
                </a:cubicBezTo>
                <a:cubicBezTo>
                  <a:pt x="61" y="371"/>
                  <a:pt x="61" y="369"/>
                  <a:pt x="61" y="367"/>
                </a:cubicBezTo>
                <a:cubicBezTo>
                  <a:pt x="61" y="359"/>
                  <a:pt x="61" y="350"/>
                  <a:pt x="62" y="342"/>
                </a:cubicBezTo>
                <a:cubicBezTo>
                  <a:pt x="0" y="307"/>
                  <a:pt x="0" y="307"/>
                  <a:pt x="0" y="307"/>
                </a:cubicBezTo>
                <a:cubicBezTo>
                  <a:pt x="4" y="285"/>
                  <a:pt x="9" y="263"/>
                  <a:pt x="16" y="243"/>
                </a:cubicBezTo>
                <a:cubicBezTo>
                  <a:pt x="86" y="247"/>
                  <a:pt x="86" y="247"/>
                  <a:pt x="86" y="247"/>
                </a:cubicBezTo>
                <a:cubicBezTo>
                  <a:pt x="95" y="227"/>
                  <a:pt x="106" y="209"/>
                  <a:pt x="119" y="191"/>
                </a:cubicBezTo>
                <a:cubicBezTo>
                  <a:pt x="85" y="127"/>
                  <a:pt x="85" y="127"/>
                  <a:pt x="85" y="127"/>
                </a:cubicBezTo>
                <a:cubicBezTo>
                  <a:pt x="87" y="124"/>
                  <a:pt x="90" y="122"/>
                  <a:pt x="92" y="119"/>
                </a:cubicBezTo>
                <a:cubicBezTo>
                  <a:pt x="97" y="114"/>
                  <a:pt x="101" y="110"/>
                  <a:pt x="106" y="105"/>
                </a:cubicBezTo>
                <a:cubicBezTo>
                  <a:pt x="113" y="98"/>
                  <a:pt x="120" y="91"/>
                  <a:pt x="128" y="84"/>
                </a:cubicBezTo>
                <a:cubicBezTo>
                  <a:pt x="188" y="120"/>
                  <a:pt x="188" y="120"/>
                  <a:pt x="188" y="120"/>
                </a:cubicBezTo>
                <a:cubicBezTo>
                  <a:pt x="189" y="120"/>
                  <a:pt x="190" y="119"/>
                  <a:pt x="190" y="119"/>
                </a:cubicBezTo>
                <a:cubicBezTo>
                  <a:pt x="207" y="106"/>
                  <a:pt x="225" y="96"/>
                  <a:pt x="243" y="88"/>
                </a:cubicBezTo>
                <a:cubicBezTo>
                  <a:pt x="243" y="16"/>
                  <a:pt x="243" y="16"/>
                  <a:pt x="243" y="16"/>
                </a:cubicBezTo>
                <a:cubicBezTo>
                  <a:pt x="262" y="9"/>
                  <a:pt x="282" y="4"/>
                  <a:pt x="303" y="0"/>
                </a:cubicBezTo>
                <a:cubicBezTo>
                  <a:pt x="339" y="62"/>
                  <a:pt x="339" y="62"/>
                  <a:pt x="339" y="62"/>
                </a:cubicBezTo>
                <a:cubicBezTo>
                  <a:pt x="350" y="61"/>
                  <a:pt x="361" y="60"/>
                  <a:pt x="372" y="60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72" y="199"/>
                  <a:pt x="372" y="199"/>
                  <a:pt x="372" y="199"/>
                </a:cubicBezTo>
                <a:cubicBezTo>
                  <a:pt x="373" y="197"/>
                  <a:pt x="374" y="196"/>
                  <a:pt x="375" y="195"/>
                </a:cubicBezTo>
                <a:cubicBezTo>
                  <a:pt x="383" y="187"/>
                  <a:pt x="393" y="183"/>
                  <a:pt x="404" y="183"/>
                </a:cubicBezTo>
                <a:cubicBezTo>
                  <a:pt x="415" y="183"/>
                  <a:pt x="425" y="187"/>
                  <a:pt x="433" y="195"/>
                </a:cubicBezTo>
                <a:cubicBezTo>
                  <a:pt x="441" y="203"/>
                  <a:pt x="445" y="212"/>
                  <a:pt x="445" y="223"/>
                </a:cubicBezTo>
                <a:cubicBezTo>
                  <a:pt x="445" y="235"/>
                  <a:pt x="441" y="244"/>
                  <a:pt x="433" y="252"/>
                </a:cubicBezTo>
                <a:cubicBezTo>
                  <a:pt x="425" y="260"/>
                  <a:pt x="415" y="264"/>
                  <a:pt x="404" y="264"/>
                </a:cubicBezTo>
                <a:cubicBezTo>
                  <a:pt x="393" y="264"/>
                  <a:pt x="383" y="260"/>
                  <a:pt x="375" y="252"/>
                </a:cubicBezTo>
                <a:cubicBezTo>
                  <a:pt x="374" y="251"/>
                  <a:pt x="373" y="250"/>
                  <a:pt x="372" y="248"/>
                </a:cubicBezTo>
                <a:cubicBezTo>
                  <a:pt x="372" y="252"/>
                  <a:pt x="372" y="252"/>
                  <a:pt x="372" y="252"/>
                </a:cubicBezTo>
                <a:lnTo>
                  <a:pt x="372" y="375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8"/>
          <p:cNvSpPr>
            <a:spLocks/>
          </p:cNvSpPr>
          <p:nvPr/>
        </p:nvSpPr>
        <p:spPr bwMode="auto">
          <a:xfrm>
            <a:off x="8532179" y="6193838"/>
            <a:ext cx="3567452" cy="4287355"/>
          </a:xfrm>
          <a:custGeom>
            <a:avLst/>
            <a:gdLst/>
            <a:ahLst/>
            <a:cxnLst>
              <a:cxn ang="0">
                <a:pos x="61" y="76"/>
              </a:cxn>
              <a:cxn ang="0">
                <a:pos x="200" y="76"/>
              </a:cxn>
              <a:cxn ang="0">
                <a:pos x="191" y="69"/>
              </a:cxn>
              <a:cxn ang="0">
                <a:pos x="179" y="41"/>
              </a:cxn>
              <a:cxn ang="0">
                <a:pos x="191" y="12"/>
              </a:cxn>
              <a:cxn ang="0">
                <a:pos x="220" y="0"/>
              </a:cxn>
              <a:cxn ang="0">
                <a:pos x="248" y="12"/>
              </a:cxn>
              <a:cxn ang="0">
                <a:pos x="260" y="41"/>
              </a:cxn>
              <a:cxn ang="0">
                <a:pos x="248" y="69"/>
              </a:cxn>
              <a:cxn ang="0">
                <a:pos x="239" y="76"/>
              </a:cxn>
              <a:cxn ang="0">
                <a:pos x="372" y="76"/>
              </a:cxn>
              <a:cxn ang="0">
                <a:pos x="372" y="197"/>
              </a:cxn>
              <a:cxn ang="0">
                <a:pos x="367" y="191"/>
              </a:cxn>
              <a:cxn ang="0">
                <a:pos x="338" y="179"/>
              </a:cxn>
              <a:cxn ang="0">
                <a:pos x="309" y="191"/>
              </a:cxn>
              <a:cxn ang="0">
                <a:pos x="297" y="220"/>
              </a:cxn>
              <a:cxn ang="0">
                <a:pos x="309" y="248"/>
              </a:cxn>
              <a:cxn ang="0">
                <a:pos x="338" y="260"/>
              </a:cxn>
              <a:cxn ang="0">
                <a:pos x="367" y="248"/>
              </a:cxn>
              <a:cxn ang="0">
                <a:pos x="372" y="242"/>
              </a:cxn>
              <a:cxn ang="0">
                <a:pos x="372" y="387"/>
              </a:cxn>
              <a:cxn ang="0">
                <a:pos x="340" y="385"/>
              </a:cxn>
              <a:cxn ang="0">
                <a:pos x="302" y="446"/>
              </a:cxn>
              <a:cxn ang="0">
                <a:pos x="242" y="430"/>
              </a:cxn>
              <a:cxn ang="0">
                <a:pos x="247" y="361"/>
              </a:cxn>
              <a:cxn ang="0">
                <a:pos x="184" y="323"/>
              </a:cxn>
              <a:cxn ang="0">
                <a:pos x="129" y="363"/>
              </a:cxn>
              <a:cxn ang="0">
                <a:pos x="106" y="342"/>
              </a:cxn>
              <a:cxn ang="0">
                <a:pos x="82" y="316"/>
              </a:cxn>
              <a:cxn ang="0">
                <a:pos x="118" y="254"/>
              </a:cxn>
              <a:cxn ang="0">
                <a:pos x="86" y="199"/>
              </a:cxn>
              <a:cxn ang="0">
                <a:pos x="15" y="199"/>
              </a:cxn>
              <a:cxn ang="0">
                <a:pos x="0" y="141"/>
              </a:cxn>
              <a:cxn ang="0">
                <a:pos x="62" y="104"/>
              </a:cxn>
              <a:cxn ang="0">
                <a:pos x="61" y="84"/>
              </a:cxn>
              <a:cxn ang="0">
                <a:pos x="61" y="76"/>
              </a:cxn>
            </a:cxnLst>
            <a:rect l="0" t="0" r="r" b="b"/>
            <a:pathLst>
              <a:path w="372" h="446">
                <a:moveTo>
                  <a:pt x="61" y="76"/>
                </a:moveTo>
                <a:cubicBezTo>
                  <a:pt x="200" y="76"/>
                  <a:pt x="200" y="76"/>
                  <a:pt x="200" y="76"/>
                </a:cubicBezTo>
                <a:cubicBezTo>
                  <a:pt x="197" y="74"/>
                  <a:pt x="194" y="72"/>
                  <a:pt x="191" y="69"/>
                </a:cubicBezTo>
                <a:cubicBezTo>
                  <a:pt x="183" y="61"/>
                  <a:pt x="179" y="52"/>
                  <a:pt x="179" y="41"/>
                </a:cubicBezTo>
                <a:cubicBezTo>
                  <a:pt x="179" y="29"/>
                  <a:pt x="183" y="20"/>
                  <a:pt x="191" y="12"/>
                </a:cubicBezTo>
                <a:cubicBezTo>
                  <a:pt x="199" y="4"/>
                  <a:pt x="209" y="0"/>
                  <a:pt x="220" y="0"/>
                </a:cubicBezTo>
                <a:cubicBezTo>
                  <a:pt x="231" y="0"/>
                  <a:pt x="241" y="4"/>
                  <a:pt x="248" y="12"/>
                </a:cubicBezTo>
                <a:cubicBezTo>
                  <a:pt x="256" y="20"/>
                  <a:pt x="260" y="29"/>
                  <a:pt x="260" y="41"/>
                </a:cubicBezTo>
                <a:cubicBezTo>
                  <a:pt x="260" y="52"/>
                  <a:pt x="256" y="61"/>
                  <a:pt x="248" y="69"/>
                </a:cubicBezTo>
                <a:cubicBezTo>
                  <a:pt x="246" y="72"/>
                  <a:pt x="243" y="74"/>
                  <a:pt x="239" y="76"/>
                </a:cubicBezTo>
                <a:cubicBezTo>
                  <a:pt x="372" y="76"/>
                  <a:pt x="372" y="76"/>
                  <a:pt x="372" y="76"/>
                </a:cubicBezTo>
                <a:cubicBezTo>
                  <a:pt x="372" y="197"/>
                  <a:pt x="372" y="197"/>
                  <a:pt x="372" y="197"/>
                </a:cubicBezTo>
                <a:cubicBezTo>
                  <a:pt x="370" y="195"/>
                  <a:pt x="369" y="193"/>
                  <a:pt x="367" y="191"/>
                </a:cubicBezTo>
                <a:cubicBezTo>
                  <a:pt x="359" y="183"/>
                  <a:pt x="349" y="179"/>
                  <a:pt x="338" y="179"/>
                </a:cubicBezTo>
                <a:cubicBezTo>
                  <a:pt x="327" y="179"/>
                  <a:pt x="317" y="183"/>
                  <a:pt x="309" y="191"/>
                </a:cubicBezTo>
                <a:cubicBezTo>
                  <a:pt x="301" y="199"/>
                  <a:pt x="297" y="209"/>
                  <a:pt x="297" y="220"/>
                </a:cubicBezTo>
                <a:cubicBezTo>
                  <a:pt x="297" y="231"/>
                  <a:pt x="301" y="241"/>
                  <a:pt x="309" y="248"/>
                </a:cubicBezTo>
                <a:cubicBezTo>
                  <a:pt x="317" y="256"/>
                  <a:pt x="327" y="260"/>
                  <a:pt x="338" y="260"/>
                </a:cubicBezTo>
                <a:cubicBezTo>
                  <a:pt x="349" y="260"/>
                  <a:pt x="359" y="256"/>
                  <a:pt x="367" y="248"/>
                </a:cubicBezTo>
                <a:cubicBezTo>
                  <a:pt x="369" y="246"/>
                  <a:pt x="370" y="244"/>
                  <a:pt x="372" y="242"/>
                </a:cubicBezTo>
                <a:cubicBezTo>
                  <a:pt x="372" y="387"/>
                  <a:pt x="372" y="387"/>
                  <a:pt x="372" y="387"/>
                </a:cubicBezTo>
                <a:cubicBezTo>
                  <a:pt x="361" y="387"/>
                  <a:pt x="351" y="386"/>
                  <a:pt x="340" y="385"/>
                </a:cubicBezTo>
                <a:cubicBezTo>
                  <a:pt x="302" y="446"/>
                  <a:pt x="302" y="446"/>
                  <a:pt x="302" y="446"/>
                </a:cubicBezTo>
                <a:cubicBezTo>
                  <a:pt x="281" y="443"/>
                  <a:pt x="261" y="437"/>
                  <a:pt x="242" y="430"/>
                </a:cubicBezTo>
                <a:cubicBezTo>
                  <a:pt x="247" y="361"/>
                  <a:pt x="247" y="361"/>
                  <a:pt x="247" y="361"/>
                </a:cubicBezTo>
                <a:cubicBezTo>
                  <a:pt x="225" y="351"/>
                  <a:pt x="204" y="338"/>
                  <a:pt x="184" y="323"/>
                </a:cubicBezTo>
                <a:cubicBezTo>
                  <a:pt x="129" y="363"/>
                  <a:pt x="129" y="363"/>
                  <a:pt x="129" y="363"/>
                </a:cubicBezTo>
                <a:cubicBezTo>
                  <a:pt x="121" y="356"/>
                  <a:pt x="113" y="349"/>
                  <a:pt x="106" y="342"/>
                </a:cubicBezTo>
                <a:cubicBezTo>
                  <a:pt x="97" y="333"/>
                  <a:pt x="89" y="325"/>
                  <a:pt x="82" y="316"/>
                </a:cubicBezTo>
                <a:cubicBezTo>
                  <a:pt x="118" y="254"/>
                  <a:pt x="118" y="254"/>
                  <a:pt x="118" y="254"/>
                </a:cubicBezTo>
                <a:cubicBezTo>
                  <a:pt x="105" y="237"/>
                  <a:pt x="94" y="219"/>
                  <a:pt x="86" y="199"/>
                </a:cubicBezTo>
                <a:cubicBezTo>
                  <a:pt x="15" y="199"/>
                  <a:pt x="15" y="199"/>
                  <a:pt x="15" y="199"/>
                </a:cubicBezTo>
                <a:cubicBezTo>
                  <a:pt x="8" y="180"/>
                  <a:pt x="3" y="161"/>
                  <a:pt x="0" y="141"/>
                </a:cubicBezTo>
                <a:cubicBezTo>
                  <a:pt x="62" y="104"/>
                  <a:pt x="62" y="104"/>
                  <a:pt x="62" y="104"/>
                </a:cubicBezTo>
                <a:cubicBezTo>
                  <a:pt x="62" y="98"/>
                  <a:pt x="61" y="91"/>
                  <a:pt x="61" y="84"/>
                </a:cubicBezTo>
                <a:lnTo>
                  <a:pt x="61" y="76"/>
                </a:lnTo>
                <a:close/>
              </a:path>
            </a:pathLst>
          </a:custGeom>
          <a:solidFill>
            <a:schemeClr val="accent5"/>
          </a:solidFill>
          <a:ln w="190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029654" y="4638397"/>
            <a:ext cx="5207671" cy="738621"/>
          </a:xfrm>
          <a:prstGeom prst="rect">
            <a:avLst/>
          </a:prstGeom>
        </p:spPr>
        <p:txBody>
          <a:bodyPr wrap="square" lIns="243797" tIns="121899" rIns="243797" bIns="121899">
            <a:spAutoFit/>
          </a:bodyPr>
          <a:lstStyle/>
          <a:p>
            <a:pPr algn="r"/>
            <a:r>
              <a:rPr lang="en-US" sz="3200" b="1" dirty="0">
                <a:latin typeface="Lato Light"/>
                <a:cs typeface="Lato Light"/>
              </a:rPr>
              <a:t>NAMA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8216" y="6587476"/>
            <a:ext cx="5219109" cy="738621"/>
          </a:xfrm>
          <a:prstGeom prst="rect">
            <a:avLst/>
          </a:prstGeom>
        </p:spPr>
        <p:txBody>
          <a:bodyPr wrap="square" lIns="243797" tIns="121899" rIns="243797" bIns="121899">
            <a:spAutoFit/>
          </a:bodyPr>
          <a:lstStyle/>
          <a:p>
            <a:pPr algn="r"/>
            <a:r>
              <a:rPr lang="en-US" sz="3200" b="1" dirty="0">
                <a:latin typeface="Lato Light"/>
                <a:cs typeface="Lato Light"/>
              </a:rPr>
              <a:t>USIA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060730" y="4648685"/>
            <a:ext cx="3661493" cy="738621"/>
          </a:xfrm>
          <a:prstGeom prst="rect">
            <a:avLst/>
          </a:prstGeom>
        </p:spPr>
        <p:txBody>
          <a:bodyPr wrap="none" lIns="243797" tIns="121899" rIns="243797" bIns="121899">
            <a:spAutoFit/>
          </a:bodyPr>
          <a:lstStyle/>
          <a:p>
            <a:r>
              <a:rPr lang="en-US" sz="3200" b="1" dirty="0">
                <a:latin typeface="Lato Light"/>
                <a:cs typeface="Lato Light"/>
              </a:rPr>
              <a:t>JENIS KELAMIN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049293" y="6597764"/>
            <a:ext cx="3047542" cy="738621"/>
          </a:xfrm>
          <a:prstGeom prst="rect">
            <a:avLst/>
          </a:prstGeom>
        </p:spPr>
        <p:txBody>
          <a:bodyPr wrap="none" lIns="243797" tIns="121899" rIns="243797" bIns="121899">
            <a:spAutoFit/>
          </a:bodyPr>
          <a:lstStyle/>
          <a:p>
            <a:r>
              <a:rPr lang="en-US" sz="3200" b="1" dirty="0">
                <a:latin typeface="Lato Light"/>
                <a:cs typeface="Lato Light"/>
              </a:rPr>
              <a:t>PENDIDIKAN</a:t>
            </a:r>
          </a:p>
        </p:txBody>
      </p:sp>
      <p:sp>
        <p:nvSpPr>
          <p:cNvPr id="67" name="Oval 66"/>
          <p:cNvSpPr/>
          <p:nvPr/>
        </p:nvSpPr>
        <p:spPr bwMode="auto">
          <a:xfrm>
            <a:off x="7239800" y="4726426"/>
            <a:ext cx="795629" cy="795525"/>
          </a:xfrm>
          <a:prstGeom prst="ellipse">
            <a:avLst/>
          </a:prstGeom>
          <a:solidFill>
            <a:schemeClr val="accent1"/>
          </a:solidFill>
          <a:ln w="31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8" name="Freeform 92"/>
          <p:cNvSpPr>
            <a:spLocks noEditPoints="1"/>
          </p:cNvSpPr>
          <p:nvPr/>
        </p:nvSpPr>
        <p:spPr bwMode="auto">
          <a:xfrm>
            <a:off x="7406356" y="4951155"/>
            <a:ext cx="483635" cy="363796"/>
          </a:xfrm>
          <a:custGeom>
            <a:avLst/>
            <a:gdLst/>
            <a:ahLst/>
            <a:cxnLst>
              <a:cxn ang="0">
                <a:pos x="101" y="2"/>
              </a:cxn>
              <a:cxn ang="0">
                <a:pos x="27" y="0"/>
              </a:cxn>
              <a:cxn ang="0">
                <a:pos x="2" y="22"/>
              </a:cxn>
              <a:cxn ang="0">
                <a:pos x="2" y="32"/>
              </a:cxn>
              <a:cxn ang="0">
                <a:pos x="61" y="92"/>
              </a:cxn>
              <a:cxn ang="0">
                <a:pos x="121" y="32"/>
              </a:cxn>
              <a:cxn ang="0">
                <a:pos x="120" y="22"/>
              </a:cxn>
              <a:cxn ang="0">
                <a:pos x="86" y="14"/>
              </a:cxn>
              <a:cxn ang="0">
                <a:pos x="93" y="8"/>
              </a:cxn>
              <a:cxn ang="0">
                <a:pos x="76" y="27"/>
              </a:cxn>
              <a:cxn ang="0">
                <a:pos x="93" y="27"/>
              </a:cxn>
              <a:cxn ang="0">
                <a:pos x="73" y="25"/>
              </a:cxn>
              <a:cxn ang="0">
                <a:pos x="75" y="9"/>
              </a:cxn>
              <a:cxn ang="0">
                <a:pos x="70" y="27"/>
              </a:cxn>
              <a:cxn ang="0">
                <a:pos x="61" y="20"/>
              </a:cxn>
              <a:cxn ang="0">
                <a:pos x="70" y="8"/>
              </a:cxn>
              <a:cxn ang="0">
                <a:pos x="53" y="8"/>
              </a:cxn>
              <a:cxn ang="0">
                <a:pos x="58" y="17"/>
              </a:cxn>
              <a:cxn ang="0">
                <a:pos x="40" y="16"/>
              </a:cxn>
              <a:cxn ang="0">
                <a:pos x="58" y="17"/>
              </a:cxn>
              <a:cxn ang="0">
                <a:pos x="30" y="27"/>
              </a:cxn>
              <a:cxn ang="0">
                <a:pos x="47" y="27"/>
              </a:cxn>
              <a:cxn ang="0">
                <a:pos x="37" y="14"/>
              </a:cxn>
              <a:cxn ang="0">
                <a:pos x="43" y="8"/>
              </a:cxn>
              <a:cxn ang="0">
                <a:pos x="34" y="17"/>
              </a:cxn>
              <a:cxn ang="0">
                <a:pos x="8" y="27"/>
              </a:cxn>
              <a:cxn ang="0">
                <a:pos x="11" y="31"/>
              </a:cxn>
              <a:cxn ang="0">
                <a:pos x="49" y="71"/>
              </a:cxn>
              <a:cxn ang="0">
                <a:pos x="29" y="31"/>
              </a:cxn>
              <a:cxn ang="0">
                <a:pos x="57" y="78"/>
              </a:cxn>
              <a:cxn ang="0">
                <a:pos x="52" y="31"/>
              </a:cxn>
              <a:cxn ang="0">
                <a:pos x="61" y="79"/>
              </a:cxn>
              <a:cxn ang="0">
                <a:pos x="65" y="78"/>
              </a:cxn>
              <a:cxn ang="0">
                <a:pos x="94" y="31"/>
              </a:cxn>
              <a:cxn ang="0">
                <a:pos x="74" y="71"/>
              </a:cxn>
              <a:cxn ang="0">
                <a:pos x="112" y="31"/>
              </a:cxn>
              <a:cxn ang="0">
                <a:pos x="99" y="27"/>
              </a:cxn>
              <a:cxn ang="0">
                <a:pos x="97" y="9"/>
              </a:cxn>
              <a:cxn ang="0">
                <a:pos x="99" y="27"/>
              </a:cxn>
              <a:cxn ang="0">
                <a:pos x="99" y="27"/>
              </a:cxn>
            </a:cxnLst>
            <a:rect l="0" t="0" r="r" b="b"/>
            <a:pathLst>
              <a:path w="123" h="92">
                <a:moveTo>
                  <a:pt x="120" y="22"/>
                </a:moveTo>
                <a:cubicBezTo>
                  <a:pt x="101" y="2"/>
                  <a:pt x="101" y="2"/>
                  <a:pt x="101" y="2"/>
                </a:cubicBezTo>
                <a:cubicBezTo>
                  <a:pt x="100" y="1"/>
                  <a:pt x="98" y="0"/>
                  <a:pt x="96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5" y="0"/>
                  <a:pt x="23" y="1"/>
                  <a:pt x="22" y="2"/>
                </a:cubicBezTo>
                <a:cubicBezTo>
                  <a:pt x="2" y="22"/>
                  <a:pt x="2" y="22"/>
                  <a:pt x="2" y="22"/>
                </a:cubicBezTo>
                <a:cubicBezTo>
                  <a:pt x="1" y="23"/>
                  <a:pt x="0" y="25"/>
                  <a:pt x="0" y="27"/>
                </a:cubicBezTo>
                <a:cubicBezTo>
                  <a:pt x="0" y="29"/>
                  <a:pt x="1" y="31"/>
                  <a:pt x="2" y="32"/>
                </a:cubicBezTo>
                <a:cubicBezTo>
                  <a:pt x="56" y="90"/>
                  <a:pt x="56" y="90"/>
                  <a:pt x="56" y="90"/>
                </a:cubicBezTo>
                <a:cubicBezTo>
                  <a:pt x="57" y="91"/>
                  <a:pt x="59" y="92"/>
                  <a:pt x="61" y="92"/>
                </a:cubicBezTo>
                <a:cubicBezTo>
                  <a:pt x="64" y="92"/>
                  <a:pt x="66" y="91"/>
                  <a:pt x="67" y="90"/>
                </a:cubicBezTo>
                <a:cubicBezTo>
                  <a:pt x="121" y="32"/>
                  <a:pt x="121" y="32"/>
                  <a:pt x="121" y="32"/>
                </a:cubicBezTo>
                <a:cubicBezTo>
                  <a:pt x="122" y="31"/>
                  <a:pt x="123" y="29"/>
                  <a:pt x="123" y="27"/>
                </a:cubicBezTo>
                <a:cubicBezTo>
                  <a:pt x="123" y="25"/>
                  <a:pt x="122" y="23"/>
                  <a:pt x="120" y="22"/>
                </a:cubicBezTo>
                <a:close/>
                <a:moveTo>
                  <a:pt x="93" y="8"/>
                </a:moveTo>
                <a:cubicBezTo>
                  <a:pt x="86" y="14"/>
                  <a:pt x="86" y="14"/>
                  <a:pt x="86" y="14"/>
                </a:cubicBezTo>
                <a:cubicBezTo>
                  <a:pt x="79" y="8"/>
                  <a:pt x="79" y="8"/>
                  <a:pt x="79" y="8"/>
                </a:cubicBezTo>
                <a:lnTo>
                  <a:pt x="93" y="8"/>
                </a:lnTo>
                <a:close/>
                <a:moveTo>
                  <a:pt x="93" y="27"/>
                </a:moveTo>
                <a:cubicBezTo>
                  <a:pt x="76" y="27"/>
                  <a:pt x="76" y="27"/>
                  <a:pt x="76" y="27"/>
                </a:cubicBezTo>
                <a:cubicBezTo>
                  <a:pt x="85" y="19"/>
                  <a:pt x="85" y="19"/>
                  <a:pt x="85" y="19"/>
                </a:cubicBezTo>
                <a:lnTo>
                  <a:pt x="93" y="27"/>
                </a:lnTo>
                <a:close/>
                <a:moveTo>
                  <a:pt x="83" y="16"/>
                </a:moveTo>
                <a:cubicBezTo>
                  <a:pt x="73" y="25"/>
                  <a:pt x="73" y="25"/>
                  <a:pt x="73" y="25"/>
                </a:cubicBezTo>
                <a:cubicBezTo>
                  <a:pt x="64" y="17"/>
                  <a:pt x="64" y="17"/>
                  <a:pt x="64" y="17"/>
                </a:cubicBezTo>
                <a:cubicBezTo>
                  <a:pt x="75" y="9"/>
                  <a:pt x="75" y="9"/>
                  <a:pt x="75" y="9"/>
                </a:cubicBezTo>
                <a:lnTo>
                  <a:pt x="83" y="16"/>
                </a:lnTo>
                <a:close/>
                <a:moveTo>
                  <a:pt x="70" y="27"/>
                </a:moveTo>
                <a:cubicBezTo>
                  <a:pt x="53" y="27"/>
                  <a:pt x="53" y="27"/>
                  <a:pt x="53" y="27"/>
                </a:cubicBezTo>
                <a:cubicBezTo>
                  <a:pt x="61" y="20"/>
                  <a:pt x="61" y="20"/>
                  <a:pt x="61" y="20"/>
                </a:cubicBezTo>
                <a:lnTo>
                  <a:pt x="70" y="27"/>
                </a:lnTo>
                <a:close/>
                <a:moveTo>
                  <a:pt x="70" y="8"/>
                </a:moveTo>
                <a:cubicBezTo>
                  <a:pt x="61" y="15"/>
                  <a:pt x="61" y="15"/>
                  <a:pt x="61" y="15"/>
                </a:cubicBezTo>
                <a:cubicBezTo>
                  <a:pt x="53" y="8"/>
                  <a:pt x="53" y="8"/>
                  <a:pt x="53" y="8"/>
                </a:cubicBezTo>
                <a:lnTo>
                  <a:pt x="70" y="8"/>
                </a:lnTo>
                <a:close/>
                <a:moveTo>
                  <a:pt x="58" y="17"/>
                </a:moveTo>
                <a:cubicBezTo>
                  <a:pt x="50" y="25"/>
                  <a:pt x="50" y="25"/>
                  <a:pt x="50" y="25"/>
                </a:cubicBezTo>
                <a:cubicBezTo>
                  <a:pt x="40" y="16"/>
                  <a:pt x="40" y="16"/>
                  <a:pt x="40" y="16"/>
                </a:cubicBezTo>
                <a:cubicBezTo>
                  <a:pt x="48" y="9"/>
                  <a:pt x="48" y="9"/>
                  <a:pt x="48" y="9"/>
                </a:cubicBezTo>
                <a:lnTo>
                  <a:pt x="58" y="17"/>
                </a:lnTo>
                <a:close/>
                <a:moveTo>
                  <a:pt x="47" y="27"/>
                </a:moveTo>
                <a:cubicBezTo>
                  <a:pt x="30" y="27"/>
                  <a:pt x="30" y="27"/>
                  <a:pt x="30" y="27"/>
                </a:cubicBezTo>
                <a:cubicBezTo>
                  <a:pt x="37" y="19"/>
                  <a:pt x="37" y="19"/>
                  <a:pt x="37" y="19"/>
                </a:cubicBezTo>
                <a:lnTo>
                  <a:pt x="47" y="27"/>
                </a:lnTo>
                <a:close/>
                <a:moveTo>
                  <a:pt x="43" y="8"/>
                </a:moveTo>
                <a:cubicBezTo>
                  <a:pt x="37" y="14"/>
                  <a:pt x="37" y="14"/>
                  <a:pt x="37" y="14"/>
                </a:cubicBezTo>
                <a:cubicBezTo>
                  <a:pt x="30" y="8"/>
                  <a:pt x="30" y="8"/>
                  <a:pt x="30" y="8"/>
                </a:cubicBezTo>
                <a:lnTo>
                  <a:pt x="43" y="8"/>
                </a:lnTo>
                <a:close/>
                <a:moveTo>
                  <a:pt x="26" y="9"/>
                </a:moveTo>
                <a:cubicBezTo>
                  <a:pt x="34" y="17"/>
                  <a:pt x="34" y="17"/>
                  <a:pt x="34" y="17"/>
                </a:cubicBezTo>
                <a:cubicBezTo>
                  <a:pt x="24" y="27"/>
                  <a:pt x="24" y="27"/>
                  <a:pt x="24" y="27"/>
                </a:cubicBezTo>
                <a:cubicBezTo>
                  <a:pt x="8" y="27"/>
                  <a:pt x="8" y="27"/>
                  <a:pt x="8" y="27"/>
                </a:cubicBezTo>
                <a:lnTo>
                  <a:pt x="26" y="9"/>
                </a:lnTo>
                <a:close/>
                <a:moveTo>
                  <a:pt x="11" y="31"/>
                </a:moveTo>
                <a:cubicBezTo>
                  <a:pt x="25" y="31"/>
                  <a:pt x="25" y="31"/>
                  <a:pt x="25" y="31"/>
                </a:cubicBezTo>
                <a:cubicBezTo>
                  <a:pt x="49" y="71"/>
                  <a:pt x="49" y="71"/>
                  <a:pt x="49" y="71"/>
                </a:cubicBezTo>
                <a:lnTo>
                  <a:pt x="11" y="31"/>
                </a:lnTo>
                <a:close/>
                <a:moveTo>
                  <a:pt x="29" y="31"/>
                </a:moveTo>
                <a:cubicBezTo>
                  <a:pt x="48" y="31"/>
                  <a:pt x="48" y="31"/>
                  <a:pt x="48" y="31"/>
                </a:cubicBezTo>
                <a:cubicBezTo>
                  <a:pt x="57" y="78"/>
                  <a:pt x="57" y="78"/>
                  <a:pt x="57" y="78"/>
                </a:cubicBezTo>
                <a:lnTo>
                  <a:pt x="29" y="31"/>
                </a:lnTo>
                <a:close/>
                <a:moveTo>
                  <a:pt x="52" y="31"/>
                </a:moveTo>
                <a:cubicBezTo>
                  <a:pt x="71" y="31"/>
                  <a:pt x="71" y="31"/>
                  <a:pt x="71" y="31"/>
                </a:cubicBezTo>
                <a:cubicBezTo>
                  <a:pt x="61" y="79"/>
                  <a:pt x="61" y="79"/>
                  <a:pt x="61" y="79"/>
                </a:cubicBezTo>
                <a:lnTo>
                  <a:pt x="52" y="31"/>
                </a:lnTo>
                <a:close/>
                <a:moveTo>
                  <a:pt x="65" y="78"/>
                </a:moveTo>
                <a:cubicBezTo>
                  <a:pt x="75" y="31"/>
                  <a:pt x="75" y="31"/>
                  <a:pt x="75" y="31"/>
                </a:cubicBezTo>
                <a:cubicBezTo>
                  <a:pt x="94" y="31"/>
                  <a:pt x="94" y="31"/>
                  <a:pt x="94" y="31"/>
                </a:cubicBezTo>
                <a:lnTo>
                  <a:pt x="65" y="78"/>
                </a:lnTo>
                <a:close/>
                <a:moveTo>
                  <a:pt x="74" y="71"/>
                </a:moveTo>
                <a:cubicBezTo>
                  <a:pt x="98" y="31"/>
                  <a:pt x="98" y="31"/>
                  <a:pt x="98" y="31"/>
                </a:cubicBezTo>
                <a:cubicBezTo>
                  <a:pt x="112" y="31"/>
                  <a:pt x="112" y="31"/>
                  <a:pt x="112" y="31"/>
                </a:cubicBezTo>
                <a:lnTo>
                  <a:pt x="74" y="71"/>
                </a:lnTo>
                <a:close/>
                <a:moveTo>
                  <a:pt x="99" y="27"/>
                </a:moveTo>
                <a:cubicBezTo>
                  <a:pt x="88" y="17"/>
                  <a:pt x="88" y="17"/>
                  <a:pt x="88" y="17"/>
                </a:cubicBezTo>
                <a:cubicBezTo>
                  <a:pt x="97" y="9"/>
                  <a:pt x="97" y="9"/>
                  <a:pt x="97" y="9"/>
                </a:cubicBezTo>
                <a:cubicBezTo>
                  <a:pt x="115" y="27"/>
                  <a:pt x="115" y="27"/>
                  <a:pt x="115" y="27"/>
                </a:cubicBezTo>
                <a:lnTo>
                  <a:pt x="99" y="27"/>
                </a:lnTo>
                <a:close/>
                <a:moveTo>
                  <a:pt x="99" y="27"/>
                </a:moveTo>
                <a:cubicBezTo>
                  <a:pt x="99" y="27"/>
                  <a:pt x="99" y="27"/>
                  <a:pt x="99" y="27"/>
                </a:cubicBezTo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Oval 68"/>
          <p:cNvSpPr/>
          <p:nvPr/>
        </p:nvSpPr>
        <p:spPr bwMode="auto">
          <a:xfrm>
            <a:off x="7261576" y="6678719"/>
            <a:ext cx="795629" cy="795526"/>
          </a:xfrm>
          <a:prstGeom prst="ellipse">
            <a:avLst/>
          </a:prstGeom>
          <a:solidFill>
            <a:schemeClr val="accent2"/>
          </a:solidFill>
          <a:ln w="31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70" name="Group 69"/>
          <p:cNvGrpSpPr/>
          <p:nvPr/>
        </p:nvGrpSpPr>
        <p:grpSpPr>
          <a:xfrm>
            <a:off x="7525898" y="6844417"/>
            <a:ext cx="249366" cy="409236"/>
            <a:chOff x="1974850" y="4173516"/>
            <a:chExt cx="309563" cy="508022"/>
          </a:xfrm>
          <a:solidFill>
            <a:srgbClr val="FFFFFF"/>
          </a:solidFill>
        </p:grpSpPr>
        <p:sp>
          <p:nvSpPr>
            <p:cNvPr id="71" name="Freeform 14"/>
            <p:cNvSpPr>
              <a:spLocks noEditPoints="1"/>
            </p:cNvSpPr>
            <p:nvPr/>
          </p:nvSpPr>
          <p:spPr bwMode="auto">
            <a:xfrm>
              <a:off x="1974850" y="4173516"/>
              <a:ext cx="293688" cy="407986"/>
            </a:xfrm>
            <a:custGeom>
              <a:avLst/>
              <a:gdLst/>
              <a:ahLst/>
              <a:cxnLst>
                <a:cxn ang="0">
                  <a:pos x="123" y="191"/>
                </a:cxn>
                <a:cxn ang="0">
                  <a:pos x="120" y="170"/>
                </a:cxn>
                <a:cxn ang="0">
                  <a:pos x="134" y="124"/>
                </a:cxn>
                <a:cxn ang="0">
                  <a:pos x="139" y="90"/>
                </a:cxn>
                <a:cxn ang="0">
                  <a:pos x="131" y="56"/>
                </a:cxn>
                <a:cxn ang="0">
                  <a:pos x="85" y="19"/>
                </a:cxn>
                <a:cxn ang="0">
                  <a:pos x="70" y="0"/>
                </a:cxn>
                <a:cxn ang="0">
                  <a:pos x="69" y="19"/>
                </a:cxn>
                <a:cxn ang="0">
                  <a:pos x="56" y="23"/>
                </a:cxn>
                <a:cxn ang="0">
                  <a:pos x="59" y="30"/>
                </a:cxn>
                <a:cxn ang="0">
                  <a:pos x="40" y="38"/>
                </a:cxn>
                <a:cxn ang="0">
                  <a:pos x="37" y="44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1" y="87"/>
                </a:cxn>
                <a:cxn ang="0">
                  <a:pos x="1" y="94"/>
                </a:cxn>
                <a:cxn ang="0">
                  <a:pos x="8" y="101"/>
                </a:cxn>
                <a:cxn ang="0">
                  <a:pos x="12" y="102"/>
                </a:cxn>
                <a:cxn ang="0">
                  <a:pos x="21" y="105"/>
                </a:cxn>
                <a:cxn ang="0">
                  <a:pos x="37" y="96"/>
                </a:cxn>
                <a:cxn ang="0">
                  <a:pos x="49" y="92"/>
                </a:cxn>
                <a:cxn ang="0">
                  <a:pos x="79" y="95"/>
                </a:cxn>
                <a:cxn ang="0">
                  <a:pos x="43" y="138"/>
                </a:cxn>
                <a:cxn ang="0">
                  <a:pos x="37" y="191"/>
                </a:cxn>
                <a:cxn ang="0">
                  <a:pos x="123" y="191"/>
                </a:cxn>
                <a:cxn ang="0">
                  <a:pos x="123" y="191"/>
                </a:cxn>
                <a:cxn ang="0">
                  <a:pos x="123" y="191"/>
                </a:cxn>
              </a:cxnLst>
              <a:rect l="0" t="0" r="r" b="b"/>
              <a:pathLst>
                <a:path w="139" h="191">
                  <a:moveTo>
                    <a:pt x="123" y="191"/>
                  </a:moveTo>
                  <a:cubicBezTo>
                    <a:pt x="119" y="186"/>
                    <a:pt x="120" y="170"/>
                    <a:pt x="120" y="170"/>
                  </a:cubicBezTo>
                  <a:cubicBezTo>
                    <a:pt x="120" y="170"/>
                    <a:pt x="129" y="132"/>
                    <a:pt x="134" y="124"/>
                  </a:cubicBezTo>
                  <a:cubicBezTo>
                    <a:pt x="139" y="115"/>
                    <a:pt x="139" y="90"/>
                    <a:pt x="139" y="90"/>
                  </a:cubicBezTo>
                  <a:cubicBezTo>
                    <a:pt x="139" y="90"/>
                    <a:pt x="138" y="75"/>
                    <a:pt x="131" y="56"/>
                  </a:cubicBezTo>
                  <a:cubicBezTo>
                    <a:pt x="124" y="37"/>
                    <a:pt x="101" y="22"/>
                    <a:pt x="85" y="19"/>
                  </a:cubicBezTo>
                  <a:cubicBezTo>
                    <a:pt x="84" y="10"/>
                    <a:pt x="70" y="0"/>
                    <a:pt x="70" y="0"/>
                  </a:cubicBezTo>
                  <a:cubicBezTo>
                    <a:pt x="70" y="0"/>
                    <a:pt x="72" y="19"/>
                    <a:pt x="69" y="19"/>
                  </a:cubicBezTo>
                  <a:cubicBezTo>
                    <a:pt x="67" y="19"/>
                    <a:pt x="56" y="23"/>
                    <a:pt x="56" y="23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45" y="34"/>
                    <a:pt x="40" y="38"/>
                    <a:pt x="40" y="38"/>
                  </a:cubicBezTo>
                  <a:cubicBezTo>
                    <a:pt x="40" y="38"/>
                    <a:pt x="39" y="39"/>
                    <a:pt x="37" y="44"/>
                  </a:cubicBezTo>
                  <a:cubicBezTo>
                    <a:pt x="34" y="49"/>
                    <a:pt x="4" y="74"/>
                    <a:pt x="2" y="75"/>
                  </a:cubicBezTo>
                  <a:cubicBezTo>
                    <a:pt x="1" y="77"/>
                    <a:pt x="2" y="80"/>
                    <a:pt x="2" y="80"/>
                  </a:cubicBezTo>
                  <a:cubicBezTo>
                    <a:pt x="2" y="80"/>
                    <a:pt x="1" y="86"/>
                    <a:pt x="1" y="87"/>
                  </a:cubicBezTo>
                  <a:cubicBezTo>
                    <a:pt x="1" y="87"/>
                    <a:pt x="0" y="92"/>
                    <a:pt x="1" y="94"/>
                  </a:cubicBezTo>
                  <a:cubicBezTo>
                    <a:pt x="3" y="96"/>
                    <a:pt x="4" y="99"/>
                    <a:pt x="8" y="101"/>
                  </a:cubicBezTo>
                  <a:cubicBezTo>
                    <a:pt x="11" y="104"/>
                    <a:pt x="12" y="102"/>
                    <a:pt x="12" y="102"/>
                  </a:cubicBezTo>
                  <a:cubicBezTo>
                    <a:pt x="12" y="102"/>
                    <a:pt x="12" y="103"/>
                    <a:pt x="21" y="105"/>
                  </a:cubicBezTo>
                  <a:cubicBezTo>
                    <a:pt x="33" y="105"/>
                    <a:pt x="37" y="96"/>
                    <a:pt x="37" y="96"/>
                  </a:cubicBezTo>
                  <a:cubicBezTo>
                    <a:pt x="37" y="96"/>
                    <a:pt x="40" y="91"/>
                    <a:pt x="49" y="92"/>
                  </a:cubicBezTo>
                  <a:cubicBezTo>
                    <a:pt x="67" y="102"/>
                    <a:pt x="79" y="95"/>
                    <a:pt x="79" y="95"/>
                  </a:cubicBezTo>
                  <a:cubicBezTo>
                    <a:pt x="79" y="95"/>
                    <a:pt x="64" y="107"/>
                    <a:pt x="43" y="138"/>
                  </a:cubicBezTo>
                  <a:cubicBezTo>
                    <a:pt x="21" y="170"/>
                    <a:pt x="37" y="191"/>
                    <a:pt x="37" y="191"/>
                  </a:cubicBezTo>
                  <a:lnTo>
                    <a:pt x="123" y="191"/>
                  </a:lnTo>
                  <a:close/>
                  <a:moveTo>
                    <a:pt x="123" y="191"/>
                  </a:moveTo>
                  <a:cubicBezTo>
                    <a:pt x="123" y="191"/>
                    <a:pt x="123" y="191"/>
                    <a:pt x="123" y="19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5"/>
            <p:cNvSpPr>
              <a:spLocks noEditPoints="1"/>
            </p:cNvSpPr>
            <p:nvPr/>
          </p:nvSpPr>
          <p:spPr bwMode="auto">
            <a:xfrm>
              <a:off x="2006600" y="4587875"/>
              <a:ext cx="277813" cy="93663"/>
            </a:xfrm>
            <a:custGeom>
              <a:avLst/>
              <a:gdLst/>
              <a:ahLst/>
              <a:cxnLst>
                <a:cxn ang="0">
                  <a:pos x="131" y="39"/>
                </a:cxn>
                <a:cxn ang="0">
                  <a:pos x="126" y="44"/>
                </a:cxn>
                <a:cxn ang="0">
                  <a:pos x="4" y="44"/>
                </a:cxn>
                <a:cxn ang="0">
                  <a:pos x="0" y="39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126" y="0"/>
                </a:cxn>
                <a:cxn ang="0">
                  <a:pos x="131" y="5"/>
                </a:cxn>
                <a:cxn ang="0">
                  <a:pos x="131" y="39"/>
                </a:cxn>
                <a:cxn ang="0">
                  <a:pos x="131" y="39"/>
                </a:cxn>
                <a:cxn ang="0">
                  <a:pos x="131" y="39"/>
                </a:cxn>
              </a:cxnLst>
              <a:rect l="0" t="0" r="r" b="b"/>
              <a:pathLst>
                <a:path w="131" h="44">
                  <a:moveTo>
                    <a:pt x="131" y="39"/>
                  </a:moveTo>
                  <a:cubicBezTo>
                    <a:pt x="131" y="42"/>
                    <a:pt x="129" y="44"/>
                    <a:pt x="126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2" y="44"/>
                    <a:pt x="0" y="42"/>
                    <a:pt x="0" y="3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1" y="2"/>
                    <a:pt x="131" y="5"/>
                  </a:cubicBezTo>
                  <a:lnTo>
                    <a:pt x="131" y="39"/>
                  </a:lnTo>
                  <a:close/>
                  <a:moveTo>
                    <a:pt x="131" y="39"/>
                  </a:moveTo>
                  <a:cubicBezTo>
                    <a:pt x="131" y="39"/>
                    <a:pt x="131" y="39"/>
                    <a:pt x="131" y="3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3" name="Oval 72"/>
          <p:cNvSpPr/>
          <p:nvPr/>
        </p:nvSpPr>
        <p:spPr bwMode="auto">
          <a:xfrm>
            <a:off x="16335018" y="4766202"/>
            <a:ext cx="795629" cy="795525"/>
          </a:xfrm>
          <a:prstGeom prst="ellipse">
            <a:avLst/>
          </a:prstGeom>
          <a:solidFill>
            <a:schemeClr val="accent3"/>
          </a:solidFill>
          <a:ln w="31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74" name="Group 73"/>
          <p:cNvGrpSpPr/>
          <p:nvPr/>
        </p:nvGrpSpPr>
        <p:grpSpPr>
          <a:xfrm>
            <a:off x="16548683" y="4924835"/>
            <a:ext cx="372644" cy="459085"/>
            <a:chOff x="4097338" y="3263900"/>
            <a:chExt cx="307969" cy="379408"/>
          </a:xfrm>
          <a:solidFill>
            <a:srgbClr val="FFFFFF"/>
          </a:solidFill>
        </p:grpSpPr>
        <p:sp>
          <p:nvSpPr>
            <p:cNvPr id="75" name="Freeform 113"/>
            <p:cNvSpPr>
              <a:spLocks/>
            </p:cNvSpPr>
            <p:nvPr/>
          </p:nvSpPr>
          <p:spPr bwMode="auto">
            <a:xfrm>
              <a:off x="4229095" y="3413120"/>
              <a:ext cx="176212" cy="230188"/>
            </a:xfrm>
            <a:custGeom>
              <a:avLst/>
              <a:gdLst/>
              <a:ahLst/>
              <a:cxnLst>
                <a:cxn ang="0">
                  <a:pos x="111" y="61"/>
                </a:cxn>
                <a:cxn ang="0">
                  <a:pos x="92" y="61"/>
                </a:cxn>
                <a:cxn ang="0">
                  <a:pos x="92" y="0"/>
                </a:cxn>
                <a:cxn ang="0">
                  <a:pos x="19" y="0"/>
                </a:cxn>
                <a:cxn ang="0">
                  <a:pos x="19" y="61"/>
                </a:cxn>
                <a:cxn ang="0">
                  <a:pos x="0" y="61"/>
                </a:cxn>
                <a:cxn ang="0">
                  <a:pos x="55" y="145"/>
                </a:cxn>
                <a:cxn ang="0">
                  <a:pos x="111" y="61"/>
                </a:cxn>
              </a:cxnLst>
              <a:rect l="0" t="0" r="r" b="b"/>
              <a:pathLst>
                <a:path w="111" h="145">
                  <a:moveTo>
                    <a:pt x="111" y="61"/>
                  </a:moveTo>
                  <a:lnTo>
                    <a:pt x="92" y="61"/>
                  </a:lnTo>
                  <a:lnTo>
                    <a:pt x="92" y="0"/>
                  </a:lnTo>
                  <a:lnTo>
                    <a:pt x="19" y="0"/>
                  </a:lnTo>
                  <a:lnTo>
                    <a:pt x="19" y="61"/>
                  </a:lnTo>
                  <a:lnTo>
                    <a:pt x="0" y="61"/>
                  </a:lnTo>
                  <a:lnTo>
                    <a:pt x="55" y="145"/>
                  </a:lnTo>
                  <a:lnTo>
                    <a:pt x="111" y="6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14"/>
            <p:cNvSpPr>
              <a:spLocks/>
            </p:cNvSpPr>
            <p:nvPr/>
          </p:nvSpPr>
          <p:spPr bwMode="auto">
            <a:xfrm>
              <a:off x="4097338" y="3263900"/>
              <a:ext cx="177800" cy="230188"/>
            </a:xfrm>
            <a:custGeom>
              <a:avLst/>
              <a:gdLst/>
              <a:ahLst/>
              <a:cxnLst>
                <a:cxn ang="0">
                  <a:pos x="92" y="145"/>
                </a:cxn>
                <a:cxn ang="0">
                  <a:pos x="92" y="84"/>
                </a:cxn>
                <a:cxn ang="0">
                  <a:pos x="112" y="84"/>
                </a:cxn>
                <a:cxn ang="0">
                  <a:pos x="56" y="0"/>
                </a:cxn>
                <a:cxn ang="0">
                  <a:pos x="0" y="84"/>
                </a:cxn>
                <a:cxn ang="0">
                  <a:pos x="20" y="84"/>
                </a:cxn>
                <a:cxn ang="0">
                  <a:pos x="20" y="145"/>
                </a:cxn>
                <a:cxn ang="0">
                  <a:pos x="92" y="145"/>
                </a:cxn>
              </a:cxnLst>
              <a:rect l="0" t="0" r="r" b="b"/>
              <a:pathLst>
                <a:path w="112" h="145">
                  <a:moveTo>
                    <a:pt x="92" y="145"/>
                  </a:moveTo>
                  <a:lnTo>
                    <a:pt x="92" y="84"/>
                  </a:lnTo>
                  <a:lnTo>
                    <a:pt x="112" y="84"/>
                  </a:lnTo>
                  <a:lnTo>
                    <a:pt x="56" y="0"/>
                  </a:lnTo>
                  <a:lnTo>
                    <a:pt x="0" y="84"/>
                  </a:lnTo>
                  <a:lnTo>
                    <a:pt x="20" y="84"/>
                  </a:lnTo>
                  <a:lnTo>
                    <a:pt x="20" y="145"/>
                  </a:lnTo>
                  <a:lnTo>
                    <a:pt x="92" y="14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1" name="Oval 80"/>
          <p:cNvSpPr/>
          <p:nvPr/>
        </p:nvSpPr>
        <p:spPr bwMode="auto">
          <a:xfrm>
            <a:off x="16346991" y="6651344"/>
            <a:ext cx="795629" cy="795525"/>
          </a:xfrm>
          <a:prstGeom prst="ellipse">
            <a:avLst/>
          </a:prstGeom>
          <a:solidFill>
            <a:schemeClr val="accent4"/>
          </a:solidFill>
          <a:ln w="31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82" name="Group 81"/>
          <p:cNvGrpSpPr/>
          <p:nvPr/>
        </p:nvGrpSpPr>
        <p:grpSpPr>
          <a:xfrm>
            <a:off x="16594478" y="6751307"/>
            <a:ext cx="355778" cy="498530"/>
            <a:chOff x="1597024" y="1208088"/>
            <a:chExt cx="257175" cy="360363"/>
          </a:xfrm>
          <a:solidFill>
            <a:schemeClr val="bg1"/>
          </a:solidFill>
        </p:grpSpPr>
        <p:sp>
          <p:nvSpPr>
            <p:cNvPr id="83" name="Freeform 12"/>
            <p:cNvSpPr>
              <a:spLocks noEditPoints="1"/>
            </p:cNvSpPr>
            <p:nvPr/>
          </p:nvSpPr>
          <p:spPr bwMode="auto">
            <a:xfrm>
              <a:off x="1597024" y="1208088"/>
              <a:ext cx="257175" cy="360363"/>
            </a:xfrm>
            <a:custGeom>
              <a:avLst/>
              <a:gdLst/>
              <a:ahLst/>
              <a:cxnLst>
                <a:cxn ang="0">
                  <a:pos x="65" y="35"/>
                </a:cxn>
                <a:cxn ang="0">
                  <a:pos x="57" y="54"/>
                </a:cxn>
                <a:cxn ang="0">
                  <a:pos x="42" y="19"/>
                </a:cxn>
                <a:cxn ang="0">
                  <a:pos x="34" y="42"/>
                </a:cxn>
                <a:cxn ang="0">
                  <a:pos x="4" y="0"/>
                </a:cxn>
                <a:cxn ang="0">
                  <a:pos x="0" y="88"/>
                </a:cxn>
                <a:cxn ang="0">
                  <a:pos x="38" y="123"/>
                </a:cxn>
                <a:cxn ang="0">
                  <a:pos x="83" y="96"/>
                </a:cxn>
                <a:cxn ang="0">
                  <a:pos x="65" y="35"/>
                </a:cxn>
                <a:cxn ang="0">
                  <a:pos x="75" y="94"/>
                </a:cxn>
                <a:cxn ang="0">
                  <a:pos x="38" y="115"/>
                </a:cxn>
                <a:cxn ang="0">
                  <a:pos x="7" y="88"/>
                </a:cxn>
                <a:cxn ang="0">
                  <a:pos x="11" y="60"/>
                </a:cxn>
                <a:cxn ang="0">
                  <a:pos x="15" y="22"/>
                </a:cxn>
                <a:cxn ang="0">
                  <a:pos x="31" y="60"/>
                </a:cxn>
                <a:cxn ang="0">
                  <a:pos x="45" y="38"/>
                </a:cxn>
                <a:cxn ang="0">
                  <a:pos x="50" y="73"/>
                </a:cxn>
                <a:cxn ang="0">
                  <a:pos x="67" y="52"/>
                </a:cxn>
                <a:cxn ang="0">
                  <a:pos x="75" y="94"/>
                </a:cxn>
                <a:cxn ang="0">
                  <a:pos x="75" y="94"/>
                </a:cxn>
                <a:cxn ang="0">
                  <a:pos x="75" y="94"/>
                </a:cxn>
              </a:cxnLst>
              <a:rect l="0" t="0" r="r" b="b"/>
              <a:pathLst>
                <a:path w="88" h="123">
                  <a:moveTo>
                    <a:pt x="65" y="35"/>
                  </a:moveTo>
                  <a:cubicBezTo>
                    <a:pt x="65" y="45"/>
                    <a:pt x="57" y="54"/>
                    <a:pt x="57" y="54"/>
                  </a:cubicBezTo>
                  <a:cubicBezTo>
                    <a:pt x="57" y="35"/>
                    <a:pt x="42" y="19"/>
                    <a:pt x="42" y="19"/>
                  </a:cubicBezTo>
                  <a:cubicBezTo>
                    <a:pt x="42" y="19"/>
                    <a:pt x="42" y="31"/>
                    <a:pt x="34" y="42"/>
                  </a:cubicBezTo>
                  <a:cubicBezTo>
                    <a:pt x="27" y="15"/>
                    <a:pt x="4" y="0"/>
                    <a:pt x="4" y="0"/>
                  </a:cubicBezTo>
                  <a:cubicBezTo>
                    <a:pt x="15" y="42"/>
                    <a:pt x="0" y="57"/>
                    <a:pt x="0" y="88"/>
                  </a:cubicBezTo>
                  <a:cubicBezTo>
                    <a:pt x="0" y="106"/>
                    <a:pt x="15" y="123"/>
                    <a:pt x="38" y="123"/>
                  </a:cubicBezTo>
                  <a:cubicBezTo>
                    <a:pt x="73" y="123"/>
                    <a:pt x="79" y="110"/>
                    <a:pt x="83" y="96"/>
                  </a:cubicBezTo>
                  <a:cubicBezTo>
                    <a:pt x="88" y="77"/>
                    <a:pt x="80" y="54"/>
                    <a:pt x="65" y="35"/>
                  </a:cubicBezTo>
                  <a:close/>
                  <a:moveTo>
                    <a:pt x="75" y="94"/>
                  </a:moveTo>
                  <a:cubicBezTo>
                    <a:pt x="73" y="104"/>
                    <a:pt x="70" y="115"/>
                    <a:pt x="38" y="115"/>
                  </a:cubicBezTo>
                  <a:cubicBezTo>
                    <a:pt x="19" y="115"/>
                    <a:pt x="7" y="101"/>
                    <a:pt x="7" y="88"/>
                  </a:cubicBezTo>
                  <a:cubicBezTo>
                    <a:pt x="7" y="78"/>
                    <a:pt x="9" y="69"/>
                    <a:pt x="11" y="60"/>
                  </a:cubicBezTo>
                  <a:cubicBezTo>
                    <a:pt x="14" y="49"/>
                    <a:pt x="16" y="37"/>
                    <a:pt x="15" y="22"/>
                  </a:cubicBezTo>
                  <a:cubicBezTo>
                    <a:pt x="27" y="39"/>
                    <a:pt x="31" y="60"/>
                    <a:pt x="31" y="60"/>
                  </a:cubicBezTo>
                  <a:cubicBezTo>
                    <a:pt x="31" y="60"/>
                    <a:pt x="42" y="45"/>
                    <a:pt x="45" y="38"/>
                  </a:cubicBezTo>
                  <a:cubicBezTo>
                    <a:pt x="48" y="42"/>
                    <a:pt x="50" y="58"/>
                    <a:pt x="50" y="73"/>
                  </a:cubicBezTo>
                  <a:cubicBezTo>
                    <a:pt x="50" y="73"/>
                    <a:pt x="60" y="65"/>
                    <a:pt x="67" y="52"/>
                  </a:cubicBezTo>
                  <a:cubicBezTo>
                    <a:pt x="76" y="66"/>
                    <a:pt x="78" y="82"/>
                    <a:pt x="75" y="94"/>
                  </a:cubicBezTo>
                  <a:close/>
                  <a:moveTo>
                    <a:pt x="75" y="94"/>
                  </a:moveTo>
                  <a:cubicBezTo>
                    <a:pt x="75" y="94"/>
                    <a:pt x="75" y="94"/>
                    <a:pt x="75" y="9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3"/>
            <p:cNvSpPr>
              <a:spLocks noEditPoints="1"/>
            </p:cNvSpPr>
            <p:nvPr/>
          </p:nvSpPr>
          <p:spPr bwMode="auto">
            <a:xfrm>
              <a:off x="1638300" y="1363663"/>
              <a:ext cx="160338" cy="128588"/>
            </a:xfrm>
            <a:custGeom>
              <a:avLst/>
              <a:gdLst/>
              <a:ahLst/>
              <a:cxnLst>
                <a:cxn ang="0">
                  <a:pos x="53" y="12"/>
                </a:cxn>
                <a:cxn ang="0">
                  <a:pos x="49" y="15"/>
                </a:cxn>
                <a:cxn ang="0">
                  <a:pos x="31" y="30"/>
                </a:cxn>
                <a:cxn ang="0">
                  <a:pos x="29" y="13"/>
                </a:cxn>
                <a:cxn ang="0">
                  <a:pos x="29" y="7"/>
                </a:cxn>
                <a:cxn ang="0">
                  <a:pos x="23" y="16"/>
                </a:cxn>
                <a:cxn ang="0">
                  <a:pos x="17" y="25"/>
                </a:cxn>
                <a:cxn ang="0">
                  <a:pos x="8" y="5"/>
                </a:cxn>
                <a:cxn ang="0">
                  <a:pos x="7" y="0"/>
                </a:cxn>
                <a:cxn ang="0">
                  <a:pos x="5" y="5"/>
                </a:cxn>
                <a:cxn ang="0">
                  <a:pos x="0" y="38"/>
                </a:cxn>
                <a:cxn ang="0">
                  <a:pos x="2" y="40"/>
                </a:cxn>
                <a:cxn ang="0">
                  <a:pos x="4" y="38"/>
                </a:cxn>
                <a:cxn ang="0">
                  <a:pos x="7" y="11"/>
                </a:cxn>
                <a:cxn ang="0">
                  <a:pos x="15" y="29"/>
                </a:cxn>
                <a:cxn ang="0">
                  <a:pos x="16" y="32"/>
                </a:cxn>
                <a:cxn ang="0">
                  <a:pos x="18" y="30"/>
                </a:cxn>
                <a:cxn ang="0">
                  <a:pos x="25" y="19"/>
                </a:cxn>
                <a:cxn ang="0">
                  <a:pos x="28" y="33"/>
                </a:cxn>
                <a:cxn ang="0">
                  <a:pos x="29" y="35"/>
                </a:cxn>
                <a:cxn ang="0">
                  <a:pos x="31" y="34"/>
                </a:cxn>
                <a:cxn ang="0">
                  <a:pos x="50" y="20"/>
                </a:cxn>
                <a:cxn ang="0">
                  <a:pos x="48" y="41"/>
                </a:cxn>
                <a:cxn ang="0">
                  <a:pos x="49" y="43"/>
                </a:cxn>
                <a:cxn ang="0">
                  <a:pos x="49" y="44"/>
                </a:cxn>
                <a:cxn ang="0">
                  <a:pos x="51" y="42"/>
                </a:cxn>
                <a:cxn ang="0">
                  <a:pos x="53" y="16"/>
                </a:cxn>
                <a:cxn ang="0">
                  <a:pos x="53" y="12"/>
                </a:cxn>
                <a:cxn ang="0">
                  <a:pos x="53" y="12"/>
                </a:cxn>
                <a:cxn ang="0">
                  <a:pos x="53" y="12"/>
                </a:cxn>
              </a:cxnLst>
              <a:rect l="0" t="0" r="r" b="b"/>
              <a:pathLst>
                <a:path w="55" h="44">
                  <a:moveTo>
                    <a:pt x="53" y="12"/>
                  </a:moveTo>
                  <a:cubicBezTo>
                    <a:pt x="49" y="15"/>
                    <a:pt x="49" y="15"/>
                    <a:pt x="49" y="15"/>
                  </a:cubicBezTo>
                  <a:cubicBezTo>
                    <a:pt x="45" y="20"/>
                    <a:pt x="42" y="25"/>
                    <a:pt x="31" y="30"/>
                  </a:cubicBezTo>
                  <a:cubicBezTo>
                    <a:pt x="30" y="25"/>
                    <a:pt x="29" y="20"/>
                    <a:pt x="29" y="13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1" y="19"/>
                    <a:pt x="19" y="21"/>
                    <a:pt x="17" y="25"/>
                  </a:cubicBezTo>
                  <a:cubicBezTo>
                    <a:pt x="13" y="16"/>
                    <a:pt x="10" y="10"/>
                    <a:pt x="8" y="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13"/>
                    <a:pt x="0" y="20"/>
                    <a:pt x="0" y="38"/>
                  </a:cubicBezTo>
                  <a:cubicBezTo>
                    <a:pt x="0" y="39"/>
                    <a:pt x="1" y="40"/>
                    <a:pt x="2" y="40"/>
                  </a:cubicBezTo>
                  <a:cubicBezTo>
                    <a:pt x="3" y="40"/>
                    <a:pt x="4" y="39"/>
                    <a:pt x="4" y="38"/>
                  </a:cubicBezTo>
                  <a:cubicBezTo>
                    <a:pt x="4" y="24"/>
                    <a:pt x="5" y="17"/>
                    <a:pt x="7" y="11"/>
                  </a:cubicBezTo>
                  <a:cubicBezTo>
                    <a:pt x="9" y="16"/>
                    <a:pt x="11" y="22"/>
                    <a:pt x="15" y="29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21" y="25"/>
                    <a:pt x="23" y="22"/>
                    <a:pt x="25" y="19"/>
                  </a:cubicBezTo>
                  <a:cubicBezTo>
                    <a:pt x="26" y="25"/>
                    <a:pt x="27" y="29"/>
                    <a:pt x="28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41" y="29"/>
                    <a:pt x="46" y="25"/>
                    <a:pt x="50" y="20"/>
                  </a:cubicBezTo>
                  <a:cubicBezTo>
                    <a:pt x="51" y="28"/>
                    <a:pt x="50" y="35"/>
                    <a:pt x="48" y="41"/>
                  </a:cubicBezTo>
                  <a:cubicBezTo>
                    <a:pt x="47" y="42"/>
                    <a:pt x="48" y="43"/>
                    <a:pt x="49" y="43"/>
                  </a:cubicBezTo>
                  <a:cubicBezTo>
                    <a:pt x="49" y="43"/>
                    <a:pt x="49" y="44"/>
                    <a:pt x="49" y="44"/>
                  </a:cubicBezTo>
                  <a:cubicBezTo>
                    <a:pt x="50" y="44"/>
                    <a:pt x="51" y="43"/>
                    <a:pt x="51" y="42"/>
                  </a:cubicBezTo>
                  <a:cubicBezTo>
                    <a:pt x="54" y="35"/>
                    <a:pt x="55" y="24"/>
                    <a:pt x="53" y="16"/>
                  </a:cubicBezTo>
                  <a:lnTo>
                    <a:pt x="53" y="12"/>
                  </a:lnTo>
                  <a:close/>
                  <a:moveTo>
                    <a:pt x="53" y="12"/>
                  </a:moveTo>
                  <a:cubicBezTo>
                    <a:pt x="53" y="12"/>
                    <a:pt x="53" y="12"/>
                    <a:pt x="53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5" name="Rectangle 84"/>
          <p:cNvSpPr/>
          <p:nvPr/>
        </p:nvSpPr>
        <p:spPr>
          <a:xfrm>
            <a:off x="10132419" y="4564306"/>
            <a:ext cx="1371343" cy="1723506"/>
          </a:xfrm>
          <a:prstGeom prst="rect">
            <a:avLst/>
          </a:prstGeom>
        </p:spPr>
        <p:txBody>
          <a:bodyPr wrap="square" lIns="243797" tIns="121899" rIns="243797" bIns="121899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Lato Light"/>
                <a:cs typeface="Lato Light"/>
              </a:rPr>
              <a:t>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797395" y="4753446"/>
            <a:ext cx="1825258" cy="1477285"/>
          </a:xfrm>
          <a:prstGeom prst="rect">
            <a:avLst/>
          </a:prstGeom>
        </p:spPr>
        <p:txBody>
          <a:bodyPr wrap="square" lIns="243797" tIns="121899" rIns="243797" bIns="121899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Lato Light"/>
                <a:cs typeface="Lato Light"/>
              </a:rPr>
              <a:t>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51353" y="7467438"/>
            <a:ext cx="1371343" cy="1600396"/>
          </a:xfrm>
          <a:prstGeom prst="rect">
            <a:avLst/>
          </a:prstGeom>
        </p:spPr>
        <p:txBody>
          <a:bodyPr wrap="square" lIns="243797" tIns="121899" rIns="243797" bIns="121899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Lato Light"/>
                <a:cs typeface="Lato Light"/>
              </a:rPr>
              <a:t>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662285" y="7596539"/>
            <a:ext cx="1825258" cy="1477285"/>
          </a:xfrm>
          <a:prstGeom prst="rect">
            <a:avLst/>
          </a:prstGeom>
        </p:spPr>
        <p:txBody>
          <a:bodyPr wrap="square" lIns="243797" tIns="121899" rIns="243797" bIns="121899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Lato Light"/>
                <a:cs typeface="Lato Light"/>
              </a:rPr>
              <a:t>T</a:t>
            </a:r>
          </a:p>
        </p:txBody>
      </p:sp>
      <p:sp>
        <p:nvSpPr>
          <p:cNvPr id="92" name="Shape 188"/>
          <p:cNvSpPr/>
          <p:nvPr/>
        </p:nvSpPr>
        <p:spPr>
          <a:xfrm>
            <a:off x="2274406" y="10829453"/>
            <a:ext cx="19822339" cy="12275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lvl="0" algn="just"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  <a:latin typeface="Lato Light"/>
                <a:ea typeface="Lato Light"/>
                <a:cs typeface="Lato Light"/>
              </a:rPr>
              <a:t>Entrepreneurial activities differ substantially depending on the type of organization and creativity involved. Entrepreneurship ranges in scale from solo, part-time projects to large-scale undertakings that create many jobs. Many 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65721" y="397514"/>
            <a:ext cx="4148893" cy="1606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dirty="0">
                <a:solidFill>
                  <a:schemeClr val="tx2"/>
                </a:solidFill>
                <a:latin typeface="Lato Black"/>
                <a:cs typeface="Lato Black"/>
              </a:rPr>
              <a:t>IDENTITAS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Lato Light"/>
                <a:cs typeface="Lato Light"/>
              </a:rPr>
              <a:t>APLIKASI MOBILE WEB</a:t>
            </a:r>
          </a:p>
        </p:txBody>
      </p:sp>
      <p:sp>
        <p:nvSpPr>
          <p:cNvPr id="40" name="Oval 39"/>
          <p:cNvSpPr/>
          <p:nvPr/>
        </p:nvSpPr>
        <p:spPr bwMode="auto">
          <a:xfrm>
            <a:off x="16310295" y="9015044"/>
            <a:ext cx="795629" cy="795525"/>
          </a:xfrm>
          <a:prstGeom prst="ellipse">
            <a:avLst/>
          </a:prstGeom>
          <a:solidFill>
            <a:schemeClr val="accent4"/>
          </a:solidFill>
          <a:ln w="31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17201693" y="8934564"/>
            <a:ext cx="3025100" cy="738621"/>
          </a:xfrm>
          <a:prstGeom prst="rect">
            <a:avLst/>
          </a:prstGeom>
        </p:spPr>
        <p:txBody>
          <a:bodyPr wrap="none" lIns="243797" tIns="121899" rIns="243797" bIns="121899">
            <a:spAutoFit/>
          </a:bodyPr>
          <a:lstStyle/>
          <a:p>
            <a:r>
              <a:rPr lang="en-US" sz="3200" b="1" dirty="0">
                <a:latin typeface="Lato Light"/>
                <a:cs typeface="Lato Light"/>
              </a:rPr>
              <a:t>PEKERJAAN</a:t>
            </a:r>
          </a:p>
        </p:txBody>
      </p:sp>
    </p:spTree>
    <p:extLst>
      <p:ext uri="{BB962C8B-B14F-4D97-AF65-F5344CB8AC3E}">
        <p14:creationId xmlns:p14="http://schemas.microsoft.com/office/powerpoint/2010/main" val="425502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577720" y="0"/>
            <a:ext cx="8799931" cy="13716000"/>
          </a:xfrm>
          <a:prstGeom prst="rect">
            <a:avLst/>
          </a:prstGeom>
          <a:solidFill>
            <a:srgbClr val="384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spcCol="0" rtlCol="0" anchor="ctr"/>
          <a:lstStyle/>
          <a:p>
            <a:pPr algn="ctr"/>
            <a:endParaRPr lang="en-US" dirty="0">
              <a:latin typeface="Lato Light"/>
              <a:cs typeface="Lato Ligh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808456" y="1819039"/>
            <a:ext cx="1068921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82538" y="10021875"/>
            <a:ext cx="1047129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”</a:t>
            </a:r>
          </a:p>
        </p:txBody>
      </p:sp>
      <p:sp>
        <p:nvSpPr>
          <p:cNvPr id="41" name="Text Placeholder 1"/>
          <p:cNvSpPr txBox="1">
            <a:spLocks/>
          </p:cNvSpPr>
          <p:nvPr/>
        </p:nvSpPr>
        <p:spPr>
          <a:xfrm>
            <a:off x="17933366" y="2339075"/>
            <a:ext cx="4496322" cy="5078297"/>
          </a:xfrm>
          <a:prstGeom prst="rect">
            <a:avLst/>
          </a:prstGeom>
          <a:solidFill>
            <a:schemeClr val="bg2"/>
          </a:solidFill>
        </p:spPr>
        <p:txBody>
          <a:bodyPr lIns="91425" tIns="45712" rIns="91425" bIns="45712">
            <a:spAutoFit/>
          </a:bodyPr>
          <a:lstStyle>
            <a:lvl1pPr marL="0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5pPr>
            <a:lvl6pPr marL="5982000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069639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157277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244913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5400" dirty="0"/>
              <a:t>"Hari </a:t>
            </a:r>
            <a:r>
              <a:rPr lang="en-US" sz="5400" dirty="0" err="1"/>
              <a:t>ini</a:t>
            </a:r>
            <a:r>
              <a:rPr lang="en-US" sz="5400" dirty="0"/>
              <a:t> </a:t>
            </a:r>
            <a:r>
              <a:rPr lang="en-US" sz="5400" dirty="0" err="1"/>
              <a:t>mau</a:t>
            </a:r>
            <a:r>
              <a:rPr lang="en-US" sz="5400" dirty="0"/>
              <a:t> </a:t>
            </a:r>
            <a:r>
              <a:rPr lang="en-US" sz="5400" dirty="0" err="1"/>
              <a:t>olahraga</a:t>
            </a:r>
            <a:r>
              <a:rPr lang="en-US" sz="5400" dirty="0"/>
              <a:t> </a:t>
            </a:r>
            <a:r>
              <a:rPr lang="en-US" sz="5400" dirty="0" err="1"/>
              <a:t>apa</a:t>
            </a:r>
            <a:r>
              <a:rPr lang="en-US" sz="5400" dirty="0"/>
              <a:t>? </a:t>
            </a:r>
            <a:r>
              <a:rPr lang="en-US" sz="5400" dirty="0" err="1"/>
              <a:t>Jalan</a:t>
            </a:r>
            <a:r>
              <a:rPr lang="en-US" sz="5400" dirty="0"/>
              <a:t>, </a:t>
            </a:r>
            <a:r>
              <a:rPr lang="en-US" sz="5400" dirty="0" err="1"/>
              <a:t>senam</a:t>
            </a:r>
            <a:r>
              <a:rPr lang="en-US" sz="5400" dirty="0"/>
              <a:t>, </a:t>
            </a:r>
            <a:r>
              <a:rPr lang="en-US" sz="5400" dirty="0" err="1"/>
              <a:t>atau</a:t>
            </a:r>
            <a:r>
              <a:rPr lang="en-US" sz="5400" dirty="0"/>
              <a:t> </a:t>
            </a:r>
            <a:r>
              <a:rPr lang="en-US" sz="5400" dirty="0" err="1"/>
              <a:t>bersepeda</a:t>
            </a:r>
            <a:r>
              <a:rPr lang="en-US" sz="5400" dirty="0"/>
              <a:t>?"</a:t>
            </a:r>
            <a:r>
              <a:rPr lang="en-US" sz="5400" dirty="0">
                <a:solidFill>
                  <a:schemeClr val="bg1"/>
                </a:solidFill>
                <a:latin typeface="Lato Light"/>
                <a:cs typeface="Lato Light"/>
              </a:rPr>
              <a:t>?</a:t>
            </a:r>
            <a:endParaRPr lang="en-US" sz="4800" dirty="0">
              <a:solidFill>
                <a:schemeClr val="bg1"/>
              </a:solidFill>
              <a:latin typeface="Lato Black"/>
              <a:cs typeface="Lato Black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41400" y="787400"/>
            <a:ext cx="9982200" cy="1295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AKTIVITAS FISIK</a:t>
            </a:r>
          </a:p>
        </p:txBody>
      </p:sp>
      <p:pic>
        <p:nvPicPr>
          <p:cNvPr id="9" name="Picture 8" descr="https://idsch.id/wp-content/uploads/2022/09/s-1024x1024.png"/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8" b="14112"/>
          <a:stretch/>
        </p:blipFill>
        <p:spPr bwMode="auto">
          <a:xfrm>
            <a:off x="1041400" y="3632199"/>
            <a:ext cx="9266782" cy="63896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9179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577720" y="0"/>
            <a:ext cx="8799931" cy="13716000"/>
          </a:xfrm>
          <a:prstGeom prst="rect">
            <a:avLst/>
          </a:prstGeom>
          <a:solidFill>
            <a:srgbClr val="384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spcCol="0" rtlCol="0" anchor="ctr"/>
          <a:lstStyle/>
          <a:p>
            <a:pPr algn="ctr"/>
            <a:endParaRPr lang="en-US" dirty="0">
              <a:latin typeface="Lato Light"/>
              <a:cs typeface="Lato Ligh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808456" y="1819039"/>
            <a:ext cx="1068921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82538" y="10021875"/>
            <a:ext cx="1047129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”</a:t>
            </a:r>
          </a:p>
        </p:txBody>
      </p:sp>
      <p:sp>
        <p:nvSpPr>
          <p:cNvPr id="41" name="Text Placeholder 1"/>
          <p:cNvSpPr txBox="1">
            <a:spLocks/>
          </p:cNvSpPr>
          <p:nvPr/>
        </p:nvSpPr>
        <p:spPr>
          <a:xfrm>
            <a:off x="17933366" y="2339075"/>
            <a:ext cx="4496322" cy="5078297"/>
          </a:xfrm>
          <a:prstGeom prst="rect">
            <a:avLst/>
          </a:prstGeom>
          <a:solidFill>
            <a:schemeClr val="bg2"/>
          </a:solidFill>
        </p:spPr>
        <p:txBody>
          <a:bodyPr lIns="91425" tIns="45712" rIns="91425" bIns="45712">
            <a:spAutoFit/>
          </a:bodyPr>
          <a:lstStyle>
            <a:lvl1pPr marL="0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5pPr>
            <a:lvl6pPr marL="5982000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069639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157277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244913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5400" dirty="0"/>
              <a:t>"Ayo </a:t>
            </a:r>
            <a:r>
              <a:rPr lang="en-US" sz="5400" dirty="0" err="1"/>
              <a:t>pastikan</a:t>
            </a:r>
            <a:r>
              <a:rPr lang="en-US" sz="5400" dirty="0"/>
              <a:t> </a:t>
            </a:r>
            <a:r>
              <a:rPr lang="en-US" sz="5400" dirty="0" err="1"/>
              <a:t>obat</a:t>
            </a:r>
            <a:r>
              <a:rPr lang="en-US" sz="5400" dirty="0"/>
              <a:t> </a:t>
            </a:r>
            <a:r>
              <a:rPr lang="en-US" sz="5400" dirty="0" err="1"/>
              <a:t>Anda</a:t>
            </a:r>
            <a:r>
              <a:rPr lang="en-US" sz="5400" dirty="0"/>
              <a:t> </a:t>
            </a:r>
            <a:r>
              <a:rPr lang="en-US" sz="5400" dirty="0" err="1"/>
              <a:t>tidak</a:t>
            </a:r>
            <a:r>
              <a:rPr lang="en-US" sz="5400" dirty="0"/>
              <a:t> </a:t>
            </a:r>
            <a:r>
              <a:rPr lang="en-US" sz="5400" dirty="0" err="1"/>
              <a:t>terlewat</a:t>
            </a:r>
            <a:r>
              <a:rPr lang="en-US" sz="5400" dirty="0"/>
              <a:t>. </a:t>
            </a:r>
            <a:r>
              <a:rPr lang="en-US" sz="5400" dirty="0" err="1"/>
              <a:t>Sudah</a:t>
            </a:r>
            <a:r>
              <a:rPr lang="en-US" sz="5400" dirty="0"/>
              <a:t> </a:t>
            </a:r>
            <a:r>
              <a:rPr lang="en-US" sz="5400" dirty="0" err="1"/>
              <a:t>diminum</a:t>
            </a:r>
            <a:r>
              <a:rPr lang="en-US" sz="5400" dirty="0"/>
              <a:t>?"</a:t>
            </a:r>
            <a:r>
              <a:rPr lang="en-US" sz="5400" dirty="0">
                <a:solidFill>
                  <a:schemeClr val="bg1"/>
                </a:solidFill>
                <a:latin typeface="Lato Light"/>
                <a:cs typeface="Lato Light"/>
              </a:rPr>
              <a:t>?</a:t>
            </a:r>
            <a:endParaRPr lang="en-US" sz="4800" dirty="0">
              <a:solidFill>
                <a:schemeClr val="bg1"/>
              </a:solidFill>
              <a:latin typeface="Lato Black"/>
              <a:cs typeface="Lato Black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41400" y="787400"/>
            <a:ext cx="9982200" cy="1295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PERIKSA GULA DARAH RUTIN </a:t>
            </a:r>
          </a:p>
        </p:txBody>
      </p:sp>
      <p:pic>
        <p:nvPicPr>
          <p:cNvPr id="10" name="Picture 9" descr="https://img.lovepik.com/element/40069/6903.png_86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89399"/>
            <a:ext cx="9550400" cy="5932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750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577720" y="0"/>
            <a:ext cx="8799931" cy="13716000"/>
          </a:xfrm>
          <a:prstGeom prst="rect">
            <a:avLst/>
          </a:prstGeom>
          <a:solidFill>
            <a:srgbClr val="384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spcCol="0" rtlCol="0" anchor="ctr"/>
          <a:lstStyle/>
          <a:p>
            <a:pPr algn="ctr"/>
            <a:endParaRPr lang="en-US" dirty="0">
              <a:latin typeface="Lato Light"/>
              <a:cs typeface="Lato Ligh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808456" y="1819039"/>
            <a:ext cx="1068921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82538" y="10021875"/>
            <a:ext cx="1047129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”</a:t>
            </a:r>
          </a:p>
        </p:txBody>
      </p:sp>
      <p:sp>
        <p:nvSpPr>
          <p:cNvPr id="41" name="Text Placeholder 1"/>
          <p:cNvSpPr txBox="1">
            <a:spLocks/>
          </p:cNvSpPr>
          <p:nvPr/>
        </p:nvSpPr>
        <p:spPr>
          <a:xfrm>
            <a:off x="17933366" y="2339075"/>
            <a:ext cx="4496322" cy="6075493"/>
          </a:xfrm>
          <a:prstGeom prst="rect">
            <a:avLst/>
          </a:prstGeom>
          <a:solidFill>
            <a:schemeClr val="bg2"/>
          </a:solidFill>
        </p:spPr>
        <p:txBody>
          <a:bodyPr lIns="91425" tIns="45712" rIns="91425" bIns="45712">
            <a:spAutoFit/>
          </a:bodyPr>
          <a:lstStyle>
            <a:lvl1pPr marL="0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5pPr>
            <a:lvl6pPr marL="5982000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069639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157277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244913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5400" dirty="0"/>
              <a:t>"Hari </a:t>
            </a:r>
            <a:r>
              <a:rPr lang="en-US" sz="5400" dirty="0" err="1"/>
              <a:t>ini</a:t>
            </a:r>
            <a:r>
              <a:rPr lang="en-US" sz="5400" dirty="0"/>
              <a:t> </a:t>
            </a:r>
            <a:r>
              <a:rPr lang="en-US" sz="5400" dirty="0" err="1"/>
              <a:t>obatnya</a:t>
            </a:r>
            <a:r>
              <a:rPr lang="en-US" sz="5400" dirty="0"/>
              <a:t> </a:t>
            </a:r>
            <a:r>
              <a:rPr lang="en-US" sz="5400" dirty="0" err="1"/>
              <a:t>sudah</a:t>
            </a:r>
            <a:r>
              <a:rPr lang="en-US" sz="5400" dirty="0"/>
              <a:t> </a:t>
            </a:r>
            <a:r>
              <a:rPr lang="en-US" sz="5400" dirty="0" err="1"/>
              <a:t>lengkap</a:t>
            </a:r>
            <a:r>
              <a:rPr lang="en-US" sz="5400" dirty="0"/>
              <a:t> </a:t>
            </a:r>
            <a:r>
              <a:rPr lang="en-US" sz="5400" dirty="0" err="1"/>
              <a:t>diminum</a:t>
            </a:r>
            <a:r>
              <a:rPr lang="en-US" sz="5400" dirty="0"/>
              <a:t> </a:t>
            </a:r>
            <a:r>
              <a:rPr lang="en-US" sz="5400" dirty="0" err="1"/>
              <a:t>semua</a:t>
            </a:r>
            <a:r>
              <a:rPr lang="en-US" sz="5400" dirty="0"/>
              <a:t>?"</a:t>
            </a:r>
            <a:r>
              <a:rPr lang="en-US" sz="5400" dirty="0">
                <a:solidFill>
                  <a:schemeClr val="bg1"/>
                </a:solidFill>
                <a:latin typeface="Lato Light"/>
                <a:cs typeface="Lato Light"/>
              </a:rPr>
              <a:t>?</a:t>
            </a:r>
            <a:endParaRPr lang="en-US" sz="4800" dirty="0">
              <a:solidFill>
                <a:schemeClr val="bg1"/>
              </a:solidFill>
              <a:latin typeface="Lato Black"/>
              <a:cs typeface="Lato Black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41400" y="787400"/>
            <a:ext cx="9982200" cy="1295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Konsumsi</a:t>
            </a:r>
            <a:r>
              <a:rPr lang="en-US" dirty="0"/>
              <a:t> </a:t>
            </a:r>
            <a:r>
              <a:rPr lang="en-US" dirty="0" err="1"/>
              <a:t>Obat</a:t>
            </a:r>
            <a:r>
              <a:rPr lang="en-US" dirty="0"/>
              <a:t> </a:t>
            </a:r>
          </a:p>
        </p:txBody>
      </p:sp>
      <p:pic>
        <p:nvPicPr>
          <p:cNvPr id="10" name="Picture 9" descr="https://img.lovepik.com/element/40069/6903.png_86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89399"/>
            <a:ext cx="9550400" cy="5932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729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577720" y="0"/>
            <a:ext cx="8799931" cy="13716000"/>
          </a:xfrm>
          <a:prstGeom prst="rect">
            <a:avLst/>
          </a:prstGeom>
          <a:solidFill>
            <a:srgbClr val="384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spcCol="0" rtlCol="0" anchor="ctr"/>
          <a:lstStyle/>
          <a:p>
            <a:pPr algn="ctr"/>
            <a:endParaRPr lang="en-US" dirty="0">
              <a:latin typeface="Lato Light"/>
              <a:cs typeface="Lato Ligh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808456" y="1819039"/>
            <a:ext cx="1068921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82538" y="10021875"/>
            <a:ext cx="1047129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”</a:t>
            </a:r>
          </a:p>
        </p:txBody>
      </p:sp>
      <p:sp>
        <p:nvSpPr>
          <p:cNvPr id="41" name="Text Placeholder 1"/>
          <p:cNvSpPr txBox="1">
            <a:spLocks/>
          </p:cNvSpPr>
          <p:nvPr/>
        </p:nvSpPr>
        <p:spPr>
          <a:xfrm>
            <a:off x="17933366" y="2339075"/>
            <a:ext cx="4496322" cy="5078297"/>
          </a:xfrm>
          <a:prstGeom prst="rect">
            <a:avLst/>
          </a:prstGeom>
          <a:solidFill>
            <a:schemeClr val="bg1"/>
          </a:solidFill>
        </p:spPr>
        <p:txBody>
          <a:bodyPr lIns="91425" tIns="45712" rIns="91425" bIns="45712">
            <a:spAutoFit/>
          </a:bodyPr>
          <a:lstStyle>
            <a:lvl1pPr marL="0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5pPr>
            <a:lvl6pPr marL="5982000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069639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157277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244913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5400" dirty="0"/>
              <a:t>"</a:t>
            </a:r>
            <a:r>
              <a:rPr lang="en-US" sz="5400" dirty="0" err="1"/>
              <a:t>Sudah</a:t>
            </a:r>
            <a:r>
              <a:rPr lang="en-US" sz="5400" dirty="0"/>
              <a:t> </a:t>
            </a:r>
            <a:r>
              <a:rPr lang="en-US" sz="5400" dirty="0" err="1"/>
              <a:t>buka</a:t>
            </a:r>
            <a:r>
              <a:rPr lang="en-US" sz="5400" dirty="0"/>
              <a:t> </a:t>
            </a:r>
            <a:r>
              <a:rPr lang="en-US" sz="5400" dirty="0" err="1"/>
              <a:t>panduan</a:t>
            </a:r>
            <a:r>
              <a:rPr lang="en-US" sz="5400" dirty="0"/>
              <a:t> </a:t>
            </a:r>
            <a:r>
              <a:rPr lang="en-US" sz="5400" dirty="0" err="1"/>
              <a:t>edukasi</a:t>
            </a:r>
            <a:r>
              <a:rPr lang="en-US" sz="5400" dirty="0"/>
              <a:t> diabetes </a:t>
            </a:r>
            <a:r>
              <a:rPr lang="en-US" sz="5400" dirty="0" err="1"/>
              <a:t>minggu</a:t>
            </a:r>
            <a:r>
              <a:rPr lang="en-US" sz="5400" dirty="0"/>
              <a:t> </a:t>
            </a:r>
            <a:r>
              <a:rPr lang="en-US" sz="5400" dirty="0" err="1"/>
              <a:t>ini</a:t>
            </a:r>
            <a:r>
              <a:rPr lang="en-US" sz="5400" dirty="0"/>
              <a:t>?"</a:t>
            </a:r>
            <a:r>
              <a:rPr lang="en-US" sz="5400" dirty="0">
                <a:solidFill>
                  <a:schemeClr val="bg1"/>
                </a:solidFill>
                <a:latin typeface="Lato Light"/>
                <a:cs typeface="Lato Light"/>
              </a:rPr>
              <a:t>?</a:t>
            </a:r>
            <a:endParaRPr lang="en-US" sz="4800" dirty="0">
              <a:solidFill>
                <a:schemeClr val="bg1"/>
              </a:solidFill>
              <a:latin typeface="Lato Black"/>
              <a:cs typeface="Lato Black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41400" y="787400"/>
            <a:ext cx="9982200" cy="1295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Edukasi</a:t>
            </a:r>
            <a:r>
              <a:rPr lang="en-US" dirty="0"/>
              <a:t> </a:t>
            </a:r>
          </a:p>
        </p:txBody>
      </p:sp>
      <p:pic>
        <p:nvPicPr>
          <p:cNvPr id="9" name="Picture 8" descr="https://tse4.mm.bing.net/th/id/OIP.y_3lwFe6GKqZM2nxjnATzwAAAA?pid=Api&amp;P=0&amp;h=22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3911600"/>
            <a:ext cx="10261600" cy="6110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685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577720" y="0"/>
            <a:ext cx="8799931" cy="13716000"/>
          </a:xfrm>
          <a:prstGeom prst="rect">
            <a:avLst/>
          </a:prstGeom>
          <a:solidFill>
            <a:srgbClr val="384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spcCol="0" rtlCol="0" anchor="ctr"/>
          <a:lstStyle/>
          <a:p>
            <a:pPr algn="ctr"/>
            <a:endParaRPr lang="en-US" dirty="0">
              <a:latin typeface="Lato Light"/>
              <a:cs typeface="Lato Ligh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808456" y="1819039"/>
            <a:ext cx="1068921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82538" y="10021875"/>
            <a:ext cx="1047129" cy="3144434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800" dirty="0">
                <a:solidFill>
                  <a:schemeClr val="bg1"/>
                </a:solidFill>
                <a:latin typeface="Lato Light"/>
                <a:cs typeface="Lato Light"/>
              </a:rPr>
              <a:t>”</a:t>
            </a:r>
          </a:p>
        </p:txBody>
      </p:sp>
      <p:sp>
        <p:nvSpPr>
          <p:cNvPr id="41" name="Text Placeholder 1"/>
          <p:cNvSpPr txBox="1">
            <a:spLocks/>
          </p:cNvSpPr>
          <p:nvPr/>
        </p:nvSpPr>
        <p:spPr>
          <a:xfrm>
            <a:off x="17933366" y="2339075"/>
            <a:ext cx="4496322" cy="5078297"/>
          </a:xfrm>
          <a:prstGeom prst="rect">
            <a:avLst/>
          </a:prstGeom>
          <a:solidFill>
            <a:schemeClr val="bg2"/>
          </a:solidFill>
        </p:spPr>
        <p:txBody>
          <a:bodyPr lIns="91425" tIns="45712" rIns="91425" bIns="45712">
            <a:spAutoFit/>
          </a:bodyPr>
          <a:lstStyle>
            <a:lvl1pPr marL="0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5pPr>
            <a:lvl6pPr marL="5982000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069639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157277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244913" indent="-543819" algn="l" defTabSz="1087636" rtl="0" eaLnBrk="1" latinLnBrk="0" hangingPunct="1">
              <a:spcBef>
                <a:spcPct val="20000"/>
              </a:spcBef>
              <a:buFont typeface="Arial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5400" dirty="0"/>
              <a:t>"</a:t>
            </a:r>
            <a:r>
              <a:rPr lang="en-US" sz="5400" dirty="0" err="1"/>
              <a:t>Sudah</a:t>
            </a:r>
            <a:r>
              <a:rPr lang="en-US" sz="5400" dirty="0"/>
              <a:t> </a:t>
            </a:r>
            <a:r>
              <a:rPr lang="en-US" sz="5400" dirty="0" err="1"/>
              <a:t>isi</a:t>
            </a:r>
            <a:r>
              <a:rPr lang="en-US" sz="5400" dirty="0"/>
              <a:t> </a:t>
            </a:r>
            <a:r>
              <a:rPr lang="en-US" sz="5400" dirty="0" err="1"/>
              <a:t>piringmu</a:t>
            </a:r>
            <a:r>
              <a:rPr lang="en-US" sz="5400" dirty="0"/>
              <a:t> </a:t>
            </a:r>
            <a:r>
              <a:rPr lang="en-US" sz="5400" dirty="0" err="1"/>
              <a:t>dengan</a:t>
            </a:r>
            <a:r>
              <a:rPr lang="en-US" sz="5400" dirty="0"/>
              <a:t> menu </a:t>
            </a:r>
            <a:r>
              <a:rPr lang="en-US" sz="5400" dirty="0" err="1"/>
              <a:t>seimbang</a:t>
            </a:r>
            <a:r>
              <a:rPr lang="en-US" sz="5400" dirty="0"/>
              <a:t> </a:t>
            </a:r>
            <a:r>
              <a:rPr lang="en-US" sz="5400" dirty="0" err="1"/>
              <a:t>hari</a:t>
            </a:r>
            <a:r>
              <a:rPr lang="en-US" sz="5400" dirty="0"/>
              <a:t> </a:t>
            </a:r>
            <a:r>
              <a:rPr lang="en-US" sz="5400" dirty="0" err="1"/>
              <a:t>ini</a:t>
            </a:r>
            <a:r>
              <a:rPr lang="en-US" sz="5400" dirty="0"/>
              <a:t>?"</a:t>
            </a:r>
            <a:endParaRPr lang="en-US" sz="4800" dirty="0">
              <a:solidFill>
                <a:schemeClr val="bg1"/>
              </a:solidFill>
              <a:latin typeface="Lato Black"/>
              <a:cs typeface="Lato Black"/>
            </a:endParaRPr>
          </a:p>
        </p:txBody>
      </p:sp>
      <p:pic>
        <p:nvPicPr>
          <p:cNvPr id="10" name="Picture 9" descr="https://info-sihat.my/wp-content/uploads/2020/12/menu-untuk-pesakit-kencing-manis.jpg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4394200"/>
            <a:ext cx="8961982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2"/>
          <p:cNvSpPr/>
          <p:nvPr/>
        </p:nvSpPr>
        <p:spPr>
          <a:xfrm>
            <a:off x="1041400" y="787400"/>
            <a:ext cx="9982200" cy="1295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Diet </a:t>
            </a:r>
          </a:p>
        </p:txBody>
      </p:sp>
    </p:spTree>
    <p:extLst>
      <p:ext uri="{BB962C8B-B14F-4D97-AF65-F5344CB8AC3E}">
        <p14:creationId xmlns:p14="http://schemas.microsoft.com/office/powerpoint/2010/main" val="1840567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2264971" y="6518855"/>
            <a:ext cx="19763916" cy="1202691"/>
            <a:chOff x="4621548" y="6924280"/>
            <a:chExt cx="15050761" cy="915882"/>
          </a:xfrm>
        </p:grpSpPr>
        <p:grpSp>
          <p:nvGrpSpPr>
            <p:cNvPr id="2" name="Group 1"/>
            <p:cNvGrpSpPr/>
            <p:nvPr/>
          </p:nvGrpSpPr>
          <p:grpSpPr>
            <a:xfrm>
              <a:off x="4621548" y="7220767"/>
              <a:ext cx="2471894" cy="598164"/>
              <a:chOff x="4621548" y="7220767"/>
              <a:chExt cx="2471894" cy="598164"/>
            </a:xfrm>
          </p:grpSpPr>
          <p:sp>
            <p:nvSpPr>
              <p:cNvPr id="24" name="Round Same Side Corner Rectangle 23"/>
              <p:cNvSpPr/>
              <p:nvPr/>
            </p:nvSpPr>
            <p:spPr>
              <a:xfrm rot="16200000" flipH="1">
                <a:off x="5696560" y="6145755"/>
                <a:ext cx="321869" cy="247189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9419" tIns="109710" rIns="219419" bIns="109710" rtlCol="0" anchor="ctr"/>
              <a:lstStyle/>
              <a:p>
                <a:pPr algn="ctr"/>
                <a:endParaRPr lang="bg-BG" dirty="0">
                  <a:latin typeface="Calibri Light"/>
                </a:endParaRPr>
              </a:p>
            </p:txBody>
          </p:sp>
          <p:sp>
            <p:nvSpPr>
              <p:cNvPr id="54" name="Freeform 734"/>
              <p:cNvSpPr>
                <a:spLocks noChangeArrowheads="1"/>
              </p:cNvSpPr>
              <p:nvPr/>
            </p:nvSpPr>
            <p:spPr bwMode="auto">
              <a:xfrm rot="5400000">
                <a:off x="5746002" y="7418886"/>
                <a:ext cx="342077" cy="458013"/>
              </a:xfrm>
              <a:custGeom>
                <a:avLst/>
                <a:gdLst>
                  <a:gd name="T0" fmla="*/ 43 w 263"/>
                  <a:gd name="T1" fmla="*/ 348 h 354"/>
                  <a:gd name="T2" fmla="*/ 43 w 263"/>
                  <a:gd name="T3" fmla="*/ 348 h 354"/>
                  <a:gd name="T4" fmla="*/ 250 w 263"/>
                  <a:gd name="T5" fmla="*/ 198 h 354"/>
                  <a:gd name="T6" fmla="*/ 262 w 263"/>
                  <a:gd name="T7" fmla="*/ 178 h 354"/>
                  <a:gd name="T8" fmla="*/ 250 w 263"/>
                  <a:gd name="T9" fmla="*/ 155 h 354"/>
                  <a:gd name="T10" fmla="*/ 43 w 263"/>
                  <a:gd name="T11" fmla="*/ 5 h 354"/>
                  <a:gd name="T12" fmla="*/ 14 w 263"/>
                  <a:gd name="T13" fmla="*/ 5 h 354"/>
                  <a:gd name="T14" fmla="*/ 0 w 263"/>
                  <a:gd name="T15" fmla="*/ 28 h 354"/>
                  <a:gd name="T16" fmla="*/ 0 w 263"/>
                  <a:gd name="T17" fmla="*/ 324 h 354"/>
                  <a:gd name="T18" fmla="*/ 14 w 263"/>
                  <a:gd name="T19" fmla="*/ 350 h 354"/>
                  <a:gd name="T20" fmla="*/ 43 w 263"/>
                  <a:gd name="T21" fmla="*/ 348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3" h="354">
                    <a:moveTo>
                      <a:pt x="43" y="348"/>
                    </a:moveTo>
                    <a:lnTo>
                      <a:pt x="43" y="348"/>
                    </a:lnTo>
                    <a:cubicBezTo>
                      <a:pt x="250" y="198"/>
                      <a:pt x="250" y="198"/>
                      <a:pt x="250" y="198"/>
                    </a:cubicBezTo>
                    <a:cubicBezTo>
                      <a:pt x="259" y="192"/>
                      <a:pt x="262" y="186"/>
                      <a:pt x="262" y="178"/>
                    </a:cubicBezTo>
                    <a:cubicBezTo>
                      <a:pt x="262" y="169"/>
                      <a:pt x="259" y="161"/>
                      <a:pt x="250" y="15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35" y="0"/>
                      <a:pt x="23" y="0"/>
                      <a:pt x="14" y="5"/>
                    </a:cubicBezTo>
                    <a:cubicBezTo>
                      <a:pt x="5" y="8"/>
                      <a:pt x="0" y="16"/>
                      <a:pt x="0" y="28"/>
                    </a:cubicBezTo>
                    <a:cubicBezTo>
                      <a:pt x="0" y="324"/>
                      <a:pt x="0" y="324"/>
                      <a:pt x="0" y="324"/>
                    </a:cubicBezTo>
                    <a:cubicBezTo>
                      <a:pt x="0" y="336"/>
                      <a:pt x="5" y="344"/>
                      <a:pt x="14" y="350"/>
                    </a:cubicBezTo>
                    <a:cubicBezTo>
                      <a:pt x="23" y="353"/>
                      <a:pt x="35" y="353"/>
                      <a:pt x="43" y="34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 Light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9653094" y="7220771"/>
              <a:ext cx="2471894" cy="619391"/>
              <a:chOff x="9653094" y="7220771"/>
              <a:chExt cx="2471894" cy="619391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9653094" y="7220771"/>
                <a:ext cx="2471894" cy="32187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9419" tIns="109710" rIns="219419" bIns="109710" rtlCol="0" anchor="ctr"/>
              <a:lstStyle/>
              <a:p>
                <a:pPr algn="ctr"/>
                <a:endParaRPr lang="bg-BG" dirty="0">
                  <a:latin typeface="Calibri Light"/>
                </a:endParaRPr>
              </a:p>
            </p:txBody>
          </p:sp>
          <p:sp>
            <p:nvSpPr>
              <p:cNvPr id="55" name="Freeform 734"/>
              <p:cNvSpPr>
                <a:spLocks noChangeArrowheads="1"/>
              </p:cNvSpPr>
              <p:nvPr/>
            </p:nvSpPr>
            <p:spPr bwMode="auto">
              <a:xfrm rot="5400000">
                <a:off x="10755034" y="7440117"/>
                <a:ext cx="342077" cy="458013"/>
              </a:xfrm>
              <a:custGeom>
                <a:avLst/>
                <a:gdLst>
                  <a:gd name="T0" fmla="*/ 43 w 263"/>
                  <a:gd name="T1" fmla="*/ 348 h 354"/>
                  <a:gd name="T2" fmla="*/ 43 w 263"/>
                  <a:gd name="T3" fmla="*/ 348 h 354"/>
                  <a:gd name="T4" fmla="*/ 250 w 263"/>
                  <a:gd name="T5" fmla="*/ 198 h 354"/>
                  <a:gd name="T6" fmla="*/ 262 w 263"/>
                  <a:gd name="T7" fmla="*/ 178 h 354"/>
                  <a:gd name="T8" fmla="*/ 250 w 263"/>
                  <a:gd name="T9" fmla="*/ 155 h 354"/>
                  <a:gd name="T10" fmla="*/ 43 w 263"/>
                  <a:gd name="T11" fmla="*/ 5 h 354"/>
                  <a:gd name="T12" fmla="*/ 14 w 263"/>
                  <a:gd name="T13" fmla="*/ 5 h 354"/>
                  <a:gd name="T14" fmla="*/ 0 w 263"/>
                  <a:gd name="T15" fmla="*/ 28 h 354"/>
                  <a:gd name="T16" fmla="*/ 0 w 263"/>
                  <a:gd name="T17" fmla="*/ 324 h 354"/>
                  <a:gd name="T18" fmla="*/ 14 w 263"/>
                  <a:gd name="T19" fmla="*/ 350 h 354"/>
                  <a:gd name="T20" fmla="*/ 43 w 263"/>
                  <a:gd name="T21" fmla="*/ 348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3" h="354">
                    <a:moveTo>
                      <a:pt x="43" y="348"/>
                    </a:moveTo>
                    <a:lnTo>
                      <a:pt x="43" y="348"/>
                    </a:lnTo>
                    <a:cubicBezTo>
                      <a:pt x="250" y="198"/>
                      <a:pt x="250" y="198"/>
                      <a:pt x="250" y="198"/>
                    </a:cubicBezTo>
                    <a:cubicBezTo>
                      <a:pt x="259" y="192"/>
                      <a:pt x="262" y="186"/>
                      <a:pt x="262" y="178"/>
                    </a:cubicBezTo>
                    <a:cubicBezTo>
                      <a:pt x="262" y="169"/>
                      <a:pt x="259" y="161"/>
                      <a:pt x="250" y="15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35" y="0"/>
                      <a:pt x="23" y="0"/>
                      <a:pt x="14" y="5"/>
                    </a:cubicBezTo>
                    <a:cubicBezTo>
                      <a:pt x="5" y="8"/>
                      <a:pt x="0" y="16"/>
                      <a:pt x="0" y="28"/>
                    </a:cubicBezTo>
                    <a:cubicBezTo>
                      <a:pt x="0" y="324"/>
                      <a:pt x="0" y="324"/>
                      <a:pt x="0" y="324"/>
                    </a:cubicBezTo>
                    <a:cubicBezTo>
                      <a:pt x="0" y="336"/>
                      <a:pt x="5" y="344"/>
                      <a:pt x="14" y="350"/>
                    </a:cubicBezTo>
                    <a:cubicBezTo>
                      <a:pt x="23" y="353"/>
                      <a:pt x="35" y="353"/>
                      <a:pt x="43" y="34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 Light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4684641" y="7220769"/>
              <a:ext cx="2471894" cy="604161"/>
              <a:chOff x="14684641" y="7220769"/>
              <a:chExt cx="2471894" cy="604161"/>
            </a:xfrm>
            <a:solidFill>
              <a:schemeClr val="accent5"/>
            </a:solidFill>
          </p:grpSpPr>
          <p:sp>
            <p:nvSpPr>
              <p:cNvPr id="28" name="Rectangle 27"/>
              <p:cNvSpPr/>
              <p:nvPr/>
            </p:nvSpPr>
            <p:spPr>
              <a:xfrm>
                <a:off x="14684641" y="7220769"/>
                <a:ext cx="2471894" cy="32187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9419" tIns="109710" rIns="219419" bIns="109710" rtlCol="0" anchor="ctr"/>
              <a:lstStyle/>
              <a:p>
                <a:pPr algn="ctr"/>
                <a:endParaRPr lang="bg-BG" dirty="0">
                  <a:latin typeface="Calibri Light"/>
                </a:endParaRPr>
              </a:p>
            </p:txBody>
          </p:sp>
          <p:sp>
            <p:nvSpPr>
              <p:cNvPr id="68" name="Freeform 734"/>
              <p:cNvSpPr>
                <a:spLocks noChangeArrowheads="1"/>
              </p:cNvSpPr>
              <p:nvPr/>
            </p:nvSpPr>
            <p:spPr bwMode="auto">
              <a:xfrm rot="5400000">
                <a:off x="15834927" y="7424885"/>
                <a:ext cx="342077" cy="458013"/>
              </a:xfrm>
              <a:custGeom>
                <a:avLst/>
                <a:gdLst>
                  <a:gd name="T0" fmla="*/ 43 w 263"/>
                  <a:gd name="T1" fmla="*/ 348 h 354"/>
                  <a:gd name="T2" fmla="*/ 43 w 263"/>
                  <a:gd name="T3" fmla="*/ 348 h 354"/>
                  <a:gd name="T4" fmla="*/ 250 w 263"/>
                  <a:gd name="T5" fmla="*/ 198 h 354"/>
                  <a:gd name="T6" fmla="*/ 262 w 263"/>
                  <a:gd name="T7" fmla="*/ 178 h 354"/>
                  <a:gd name="T8" fmla="*/ 250 w 263"/>
                  <a:gd name="T9" fmla="*/ 155 h 354"/>
                  <a:gd name="T10" fmla="*/ 43 w 263"/>
                  <a:gd name="T11" fmla="*/ 5 h 354"/>
                  <a:gd name="T12" fmla="*/ 14 w 263"/>
                  <a:gd name="T13" fmla="*/ 5 h 354"/>
                  <a:gd name="T14" fmla="*/ 0 w 263"/>
                  <a:gd name="T15" fmla="*/ 28 h 354"/>
                  <a:gd name="T16" fmla="*/ 0 w 263"/>
                  <a:gd name="T17" fmla="*/ 324 h 354"/>
                  <a:gd name="T18" fmla="*/ 14 w 263"/>
                  <a:gd name="T19" fmla="*/ 350 h 354"/>
                  <a:gd name="T20" fmla="*/ 43 w 263"/>
                  <a:gd name="T21" fmla="*/ 348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3" h="354">
                    <a:moveTo>
                      <a:pt x="43" y="348"/>
                    </a:moveTo>
                    <a:lnTo>
                      <a:pt x="43" y="348"/>
                    </a:lnTo>
                    <a:cubicBezTo>
                      <a:pt x="250" y="198"/>
                      <a:pt x="250" y="198"/>
                      <a:pt x="250" y="198"/>
                    </a:cubicBezTo>
                    <a:cubicBezTo>
                      <a:pt x="259" y="192"/>
                      <a:pt x="262" y="186"/>
                      <a:pt x="262" y="178"/>
                    </a:cubicBezTo>
                    <a:cubicBezTo>
                      <a:pt x="262" y="169"/>
                      <a:pt x="259" y="161"/>
                      <a:pt x="250" y="15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35" y="0"/>
                      <a:pt x="23" y="0"/>
                      <a:pt x="14" y="5"/>
                    </a:cubicBezTo>
                    <a:cubicBezTo>
                      <a:pt x="5" y="8"/>
                      <a:pt x="0" y="16"/>
                      <a:pt x="0" y="28"/>
                    </a:cubicBezTo>
                    <a:cubicBezTo>
                      <a:pt x="0" y="324"/>
                      <a:pt x="0" y="324"/>
                      <a:pt x="0" y="324"/>
                    </a:cubicBezTo>
                    <a:cubicBezTo>
                      <a:pt x="0" y="336"/>
                      <a:pt x="5" y="344"/>
                      <a:pt x="14" y="350"/>
                    </a:cubicBezTo>
                    <a:cubicBezTo>
                      <a:pt x="23" y="353"/>
                      <a:pt x="35" y="353"/>
                      <a:pt x="43" y="348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 Light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7200415" y="6945511"/>
              <a:ext cx="2471894" cy="597120"/>
              <a:chOff x="17200415" y="6945511"/>
              <a:chExt cx="2471894" cy="597120"/>
            </a:xfrm>
            <a:solidFill>
              <a:schemeClr val="accent6"/>
            </a:solidFill>
          </p:grpSpPr>
          <p:sp>
            <p:nvSpPr>
              <p:cNvPr id="7" name="Round Same Side Corner Rectangle 6"/>
              <p:cNvSpPr/>
              <p:nvPr/>
            </p:nvSpPr>
            <p:spPr>
              <a:xfrm rot="5400000">
                <a:off x="18275427" y="6145750"/>
                <a:ext cx="321869" cy="247189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9419" tIns="109710" rIns="219419" bIns="109710" rtlCol="0" anchor="ctr"/>
              <a:lstStyle/>
              <a:p>
                <a:pPr algn="ctr"/>
                <a:endParaRPr lang="bg-BG" dirty="0">
                  <a:latin typeface="Calibri Light"/>
                </a:endParaRPr>
              </a:p>
            </p:txBody>
          </p:sp>
          <p:sp>
            <p:nvSpPr>
              <p:cNvPr id="73" name="Freeform 734"/>
              <p:cNvSpPr>
                <a:spLocks noChangeArrowheads="1"/>
              </p:cNvSpPr>
              <p:nvPr/>
            </p:nvSpPr>
            <p:spPr bwMode="auto">
              <a:xfrm rot="16200000">
                <a:off x="18271029" y="6887543"/>
                <a:ext cx="342077" cy="458013"/>
              </a:xfrm>
              <a:custGeom>
                <a:avLst/>
                <a:gdLst>
                  <a:gd name="T0" fmla="*/ 43 w 263"/>
                  <a:gd name="T1" fmla="*/ 348 h 354"/>
                  <a:gd name="T2" fmla="*/ 43 w 263"/>
                  <a:gd name="T3" fmla="*/ 348 h 354"/>
                  <a:gd name="T4" fmla="*/ 250 w 263"/>
                  <a:gd name="T5" fmla="*/ 198 h 354"/>
                  <a:gd name="T6" fmla="*/ 262 w 263"/>
                  <a:gd name="T7" fmla="*/ 178 h 354"/>
                  <a:gd name="T8" fmla="*/ 250 w 263"/>
                  <a:gd name="T9" fmla="*/ 155 h 354"/>
                  <a:gd name="T10" fmla="*/ 43 w 263"/>
                  <a:gd name="T11" fmla="*/ 5 h 354"/>
                  <a:gd name="T12" fmla="*/ 14 w 263"/>
                  <a:gd name="T13" fmla="*/ 5 h 354"/>
                  <a:gd name="T14" fmla="*/ 0 w 263"/>
                  <a:gd name="T15" fmla="*/ 28 h 354"/>
                  <a:gd name="T16" fmla="*/ 0 w 263"/>
                  <a:gd name="T17" fmla="*/ 324 h 354"/>
                  <a:gd name="T18" fmla="*/ 14 w 263"/>
                  <a:gd name="T19" fmla="*/ 350 h 354"/>
                  <a:gd name="T20" fmla="*/ 43 w 263"/>
                  <a:gd name="T21" fmla="*/ 348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3" h="354">
                    <a:moveTo>
                      <a:pt x="43" y="348"/>
                    </a:moveTo>
                    <a:lnTo>
                      <a:pt x="43" y="348"/>
                    </a:lnTo>
                    <a:cubicBezTo>
                      <a:pt x="250" y="198"/>
                      <a:pt x="250" y="198"/>
                      <a:pt x="250" y="198"/>
                    </a:cubicBezTo>
                    <a:cubicBezTo>
                      <a:pt x="259" y="192"/>
                      <a:pt x="262" y="186"/>
                      <a:pt x="262" y="178"/>
                    </a:cubicBezTo>
                    <a:cubicBezTo>
                      <a:pt x="262" y="169"/>
                      <a:pt x="259" y="161"/>
                      <a:pt x="250" y="15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35" y="0"/>
                      <a:pt x="23" y="0"/>
                      <a:pt x="14" y="5"/>
                    </a:cubicBezTo>
                    <a:cubicBezTo>
                      <a:pt x="5" y="8"/>
                      <a:pt x="0" y="16"/>
                      <a:pt x="0" y="28"/>
                    </a:cubicBezTo>
                    <a:cubicBezTo>
                      <a:pt x="0" y="324"/>
                      <a:pt x="0" y="324"/>
                      <a:pt x="0" y="324"/>
                    </a:cubicBezTo>
                    <a:cubicBezTo>
                      <a:pt x="0" y="336"/>
                      <a:pt x="5" y="344"/>
                      <a:pt x="14" y="350"/>
                    </a:cubicBezTo>
                    <a:cubicBezTo>
                      <a:pt x="23" y="353"/>
                      <a:pt x="35" y="353"/>
                      <a:pt x="43" y="348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 Light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12168868" y="6924280"/>
              <a:ext cx="2471894" cy="618360"/>
              <a:chOff x="12168868" y="6924280"/>
              <a:chExt cx="2471894" cy="618360"/>
            </a:xfrm>
            <a:solidFill>
              <a:schemeClr val="accent4"/>
            </a:solidFill>
          </p:grpSpPr>
          <p:sp>
            <p:nvSpPr>
              <p:cNvPr id="27" name="Rectangle 26"/>
              <p:cNvSpPr/>
              <p:nvPr/>
            </p:nvSpPr>
            <p:spPr>
              <a:xfrm>
                <a:off x="12168868" y="7220769"/>
                <a:ext cx="2471894" cy="32187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9419" tIns="109710" rIns="219419" bIns="109710" rtlCol="0" anchor="ctr"/>
              <a:lstStyle/>
              <a:p>
                <a:pPr algn="ctr"/>
                <a:endParaRPr lang="bg-BG" dirty="0">
                  <a:latin typeface="Calibri Light"/>
                </a:endParaRPr>
              </a:p>
            </p:txBody>
          </p:sp>
          <p:sp>
            <p:nvSpPr>
              <p:cNvPr id="74" name="Freeform 734"/>
              <p:cNvSpPr>
                <a:spLocks noChangeArrowheads="1"/>
              </p:cNvSpPr>
              <p:nvPr/>
            </p:nvSpPr>
            <p:spPr bwMode="auto">
              <a:xfrm rot="16200000">
                <a:off x="13261997" y="6866312"/>
                <a:ext cx="342077" cy="458013"/>
              </a:xfrm>
              <a:custGeom>
                <a:avLst/>
                <a:gdLst>
                  <a:gd name="T0" fmla="*/ 43 w 263"/>
                  <a:gd name="T1" fmla="*/ 348 h 354"/>
                  <a:gd name="T2" fmla="*/ 43 w 263"/>
                  <a:gd name="T3" fmla="*/ 348 h 354"/>
                  <a:gd name="T4" fmla="*/ 250 w 263"/>
                  <a:gd name="T5" fmla="*/ 198 h 354"/>
                  <a:gd name="T6" fmla="*/ 262 w 263"/>
                  <a:gd name="T7" fmla="*/ 178 h 354"/>
                  <a:gd name="T8" fmla="*/ 250 w 263"/>
                  <a:gd name="T9" fmla="*/ 155 h 354"/>
                  <a:gd name="T10" fmla="*/ 43 w 263"/>
                  <a:gd name="T11" fmla="*/ 5 h 354"/>
                  <a:gd name="T12" fmla="*/ 14 w 263"/>
                  <a:gd name="T13" fmla="*/ 5 h 354"/>
                  <a:gd name="T14" fmla="*/ 0 w 263"/>
                  <a:gd name="T15" fmla="*/ 28 h 354"/>
                  <a:gd name="T16" fmla="*/ 0 w 263"/>
                  <a:gd name="T17" fmla="*/ 324 h 354"/>
                  <a:gd name="T18" fmla="*/ 14 w 263"/>
                  <a:gd name="T19" fmla="*/ 350 h 354"/>
                  <a:gd name="T20" fmla="*/ 43 w 263"/>
                  <a:gd name="T21" fmla="*/ 348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3" h="354">
                    <a:moveTo>
                      <a:pt x="43" y="348"/>
                    </a:moveTo>
                    <a:lnTo>
                      <a:pt x="43" y="348"/>
                    </a:lnTo>
                    <a:cubicBezTo>
                      <a:pt x="250" y="198"/>
                      <a:pt x="250" y="198"/>
                      <a:pt x="250" y="198"/>
                    </a:cubicBezTo>
                    <a:cubicBezTo>
                      <a:pt x="259" y="192"/>
                      <a:pt x="262" y="186"/>
                      <a:pt x="262" y="178"/>
                    </a:cubicBezTo>
                    <a:cubicBezTo>
                      <a:pt x="262" y="169"/>
                      <a:pt x="259" y="161"/>
                      <a:pt x="250" y="15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35" y="0"/>
                      <a:pt x="23" y="0"/>
                      <a:pt x="14" y="5"/>
                    </a:cubicBezTo>
                    <a:cubicBezTo>
                      <a:pt x="5" y="8"/>
                      <a:pt x="0" y="16"/>
                      <a:pt x="0" y="28"/>
                    </a:cubicBezTo>
                    <a:cubicBezTo>
                      <a:pt x="0" y="324"/>
                      <a:pt x="0" y="324"/>
                      <a:pt x="0" y="324"/>
                    </a:cubicBezTo>
                    <a:cubicBezTo>
                      <a:pt x="0" y="336"/>
                      <a:pt x="5" y="344"/>
                      <a:pt x="14" y="350"/>
                    </a:cubicBezTo>
                    <a:cubicBezTo>
                      <a:pt x="23" y="353"/>
                      <a:pt x="35" y="353"/>
                      <a:pt x="43" y="348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 Light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7137321" y="6939512"/>
              <a:ext cx="2471894" cy="603133"/>
              <a:chOff x="7137321" y="6939512"/>
              <a:chExt cx="2471894" cy="603133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7137321" y="7220774"/>
                <a:ext cx="2471894" cy="3218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9419" tIns="109710" rIns="219419" bIns="109710" rtlCol="0" anchor="ctr"/>
              <a:lstStyle/>
              <a:p>
                <a:pPr algn="ctr"/>
                <a:endParaRPr lang="bg-BG" dirty="0">
                  <a:latin typeface="Calibri Light"/>
                </a:endParaRPr>
              </a:p>
            </p:txBody>
          </p:sp>
          <p:sp>
            <p:nvSpPr>
              <p:cNvPr id="75" name="Freeform 734"/>
              <p:cNvSpPr>
                <a:spLocks noChangeArrowheads="1"/>
              </p:cNvSpPr>
              <p:nvPr/>
            </p:nvSpPr>
            <p:spPr bwMode="auto">
              <a:xfrm rot="16200000">
                <a:off x="8182104" y="6881544"/>
                <a:ext cx="342077" cy="458013"/>
              </a:xfrm>
              <a:custGeom>
                <a:avLst/>
                <a:gdLst>
                  <a:gd name="T0" fmla="*/ 43 w 263"/>
                  <a:gd name="T1" fmla="*/ 348 h 354"/>
                  <a:gd name="T2" fmla="*/ 43 w 263"/>
                  <a:gd name="T3" fmla="*/ 348 h 354"/>
                  <a:gd name="T4" fmla="*/ 250 w 263"/>
                  <a:gd name="T5" fmla="*/ 198 h 354"/>
                  <a:gd name="T6" fmla="*/ 262 w 263"/>
                  <a:gd name="T7" fmla="*/ 178 h 354"/>
                  <a:gd name="T8" fmla="*/ 250 w 263"/>
                  <a:gd name="T9" fmla="*/ 155 h 354"/>
                  <a:gd name="T10" fmla="*/ 43 w 263"/>
                  <a:gd name="T11" fmla="*/ 5 h 354"/>
                  <a:gd name="T12" fmla="*/ 14 w 263"/>
                  <a:gd name="T13" fmla="*/ 5 h 354"/>
                  <a:gd name="T14" fmla="*/ 0 w 263"/>
                  <a:gd name="T15" fmla="*/ 28 h 354"/>
                  <a:gd name="T16" fmla="*/ 0 w 263"/>
                  <a:gd name="T17" fmla="*/ 324 h 354"/>
                  <a:gd name="T18" fmla="*/ 14 w 263"/>
                  <a:gd name="T19" fmla="*/ 350 h 354"/>
                  <a:gd name="T20" fmla="*/ 43 w 263"/>
                  <a:gd name="T21" fmla="*/ 348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3" h="354">
                    <a:moveTo>
                      <a:pt x="43" y="348"/>
                    </a:moveTo>
                    <a:lnTo>
                      <a:pt x="43" y="348"/>
                    </a:lnTo>
                    <a:cubicBezTo>
                      <a:pt x="250" y="198"/>
                      <a:pt x="250" y="198"/>
                      <a:pt x="250" y="198"/>
                    </a:cubicBezTo>
                    <a:cubicBezTo>
                      <a:pt x="259" y="192"/>
                      <a:pt x="262" y="186"/>
                      <a:pt x="262" y="178"/>
                    </a:cubicBezTo>
                    <a:cubicBezTo>
                      <a:pt x="262" y="169"/>
                      <a:pt x="259" y="161"/>
                      <a:pt x="250" y="15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35" y="0"/>
                      <a:pt x="23" y="0"/>
                      <a:pt x="14" y="5"/>
                    </a:cubicBezTo>
                    <a:cubicBezTo>
                      <a:pt x="5" y="8"/>
                      <a:pt x="0" y="16"/>
                      <a:pt x="0" y="28"/>
                    </a:cubicBezTo>
                    <a:cubicBezTo>
                      <a:pt x="0" y="324"/>
                      <a:pt x="0" y="324"/>
                      <a:pt x="0" y="324"/>
                    </a:cubicBezTo>
                    <a:cubicBezTo>
                      <a:pt x="0" y="336"/>
                      <a:pt x="5" y="344"/>
                      <a:pt x="14" y="350"/>
                    </a:cubicBezTo>
                    <a:cubicBezTo>
                      <a:pt x="23" y="353"/>
                      <a:pt x="35" y="353"/>
                      <a:pt x="43" y="34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 Light"/>
                </a:endParaRPr>
              </a:p>
            </p:txBody>
          </p:sp>
        </p:grpSp>
      </p:grpSp>
      <p:sp>
        <p:nvSpPr>
          <p:cNvPr id="71" name="Oval 70"/>
          <p:cNvSpPr/>
          <p:nvPr/>
        </p:nvSpPr>
        <p:spPr>
          <a:xfrm>
            <a:off x="2961510" y="3453535"/>
            <a:ext cx="2067437" cy="2104304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6103518" y="8708702"/>
            <a:ext cx="2067437" cy="2104304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2363283" y="8397002"/>
            <a:ext cx="3263896" cy="1923561"/>
          </a:xfrm>
          <a:prstGeom prst="rect">
            <a:avLst/>
          </a:prstGeom>
          <a:noFill/>
        </p:spPr>
        <p:txBody>
          <a:bodyPr wrap="square" lIns="243797" tIns="121899" rIns="243797" bIns="121899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Lato Light"/>
                <a:cs typeface="Lato Light"/>
              </a:rPr>
              <a:t>DIET</a:t>
            </a:r>
          </a:p>
          <a:p>
            <a:pPr algn="ctr"/>
            <a:endParaRPr lang="en-US" sz="1300" dirty="0">
              <a:solidFill>
                <a:schemeClr val="bg1">
                  <a:lumMod val="65000"/>
                </a:schemeClr>
              </a:solidFill>
              <a:latin typeface="Lato Light"/>
              <a:ea typeface="Roboto Light" panose="02000000000000000000" pitchFamily="2" charset="0"/>
              <a:cs typeface="Lato Light"/>
            </a:endParaRPr>
          </a:p>
          <a:p>
            <a:pPr algn="ctr"/>
            <a:r>
              <a:rPr lang="en-US" sz="2400" dirty="0" err="1">
                <a:ea typeface="Roboto Light" panose="02000000000000000000" pitchFamily="2" charset="0"/>
                <a:cs typeface="Lato Light"/>
              </a:rPr>
              <a:t>Mengatur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pola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makan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agar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gula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darah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tetap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stabil</a:t>
            </a:r>
            <a:endParaRPr lang="en-US" sz="2400" dirty="0">
              <a:ea typeface="Roboto Light" panose="02000000000000000000" pitchFamily="2" charset="0"/>
              <a:cs typeface="Lato Light"/>
            </a:endParaRPr>
          </a:p>
        </p:txBody>
      </p:sp>
      <p:cxnSp>
        <p:nvCxnSpPr>
          <p:cNvPr id="77" name="Straight Connector 76"/>
          <p:cNvCxnSpPr/>
          <p:nvPr/>
        </p:nvCxnSpPr>
        <p:spPr>
          <a:xfrm flipV="1">
            <a:off x="3995226" y="5747351"/>
            <a:ext cx="0" cy="85886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7137234" y="7633941"/>
            <a:ext cx="0" cy="85886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491671" y="3453535"/>
            <a:ext cx="3263896" cy="1846617"/>
          </a:xfrm>
          <a:prstGeom prst="rect">
            <a:avLst/>
          </a:prstGeom>
          <a:noFill/>
        </p:spPr>
        <p:txBody>
          <a:bodyPr wrap="square" lIns="243797" tIns="121899" rIns="243797" bIns="121899" rtlCol="0">
            <a:spAutoFit/>
          </a:bodyPr>
          <a:lstStyle/>
          <a:p>
            <a:pPr algn="ctr"/>
            <a:r>
              <a:rPr lang="en-US" sz="2400" dirty="0" err="1">
                <a:ea typeface="Roboto Light" panose="02000000000000000000" pitchFamily="2" charset="0"/>
                <a:cs typeface="Lato Light"/>
              </a:rPr>
              <a:t>Penderita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memahami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tentang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diabetes mellitus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Lato Light"/>
              <a:ea typeface="Roboto Light" panose="02000000000000000000" pitchFamily="2" charset="0"/>
              <a:cs typeface="Lato Light"/>
            </a:endParaRPr>
          </a:p>
          <a:p>
            <a:pPr algn="ctr"/>
            <a:r>
              <a:rPr lang="en-US" sz="3200" b="1" dirty="0">
                <a:solidFill>
                  <a:schemeClr val="accent2"/>
                </a:solidFill>
                <a:latin typeface="Lato Light"/>
                <a:cs typeface="Lato Light"/>
              </a:rPr>
              <a:t>EDUKASI</a:t>
            </a:r>
            <a:endParaRPr lang="en-US" sz="2100" b="1" dirty="0">
              <a:solidFill>
                <a:schemeClr val="accent2"/>
              </a:solidFill>
              <a:latin typeface="Lato Light"/>
              <a:cs typeface="Lato Light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9457473" y="3453535"/>
            <a:ext cx="2067437" cy="2104304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12893151" y="8708702"/>
            <a:ext cx="2067437" cy="2104304"/>
          </a:xfrm>
          <a:prstGeom prst="ellipse">
            <a:avLst/>
          </a:prstGeom>
          <a:noFill/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8859246" y="8397002"/>
            <a:ext cx="3263896" cy="3523999"/>
          </a:xfrm>
          <a:prstGeom prst="rect">
            <a:avLst/>
          </a:prstGeom>
          <a:noFill/>
        </p:spPr>
        <p:txBody>
          <a:bodyPr wrap="square" lIns="243797" tIns="121899" rIns="243797" bIns="121899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3"/>
                </a:solidFill>
                <a:latin typeface="Lato Light"/>
                <a:cs typeface="Lato Light"/>
              </a:rPr>
              <a:t>KONSUMSI OBAT SECARA TERATUR</a:t>
            </a:r>
            <a:endParaRPr lang="en-US" sz="2400" b="1" dirty="0">
              <a:solidFill>
                <a:schemeClr val="accent3"/>
              </a:solidFill>
              <a:latin typeface="Lato Light"/>
              <a:cs typeface="Lato Light"/>
            </a:endParaRPr>
          </a:p>
          <a:p>
            <a:pPr algn="ctr"/>
            <a:endParaRPr lang="en-US" sz="1300" dirty="0">
              <a:solidFill>
                <a:schemeClr val="bg1">
                  <a:lumMod val="65000"/>
                </a:schemeClr>
              </a:solidFill>
              <a:latin typeface="Lato Light"/>
              <a:ea typeface="Roboto Light" panose="02000000000000000000" pitchFamily="2" charset="0"/>
              <a:cs typeface="Lato Light"/>
            </a:endParaRPr>
          </a:p>
          <a:p>
            <a:pPr algn="ctr"/>
            <a:r>
              <a:rPr lang="en-US" sz="2400" dirty="0" err="1">
                <a:ea typeface="Roboto Light" panose="02000000000000000000" pitchFamily="2" charset="0"/>
                <a:cs typeface="Lato Light"/>
              </a:rPr>
              <a:t>Rutin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Konsumsi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obat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sesuai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anjuran</a:t>
            </a:r>
            <a:r>
              <a:rPr lang="en-US" sz="2400" dirty="0"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ea typeface="Roboto Light" panose="02000000000000000000" pitchFamily="2" charset="0"/>
                <a:cs typeface="Lato Light"/>
              </a:rPr>
              <a:t>dokter</a:t>
            </a:r>
            <a:endParaRPr lang="en-US" sz="2400" dirty="0">
              <a:ea typeface="Roboto Light" panose="02000000000000000000" pitchFamily="2" charset="0"/>
              <a:cs typeface="Lato Light"/>
            </a:endParaRPr>
          </a:p>
        </p:txBody>
      </p:sp>
      <p:cxnSp>
        <p:nvCxnSpPr>
          <p:cNvPr id="85" name="Straight Connector 84"/>
          <p:cNvCxnSpPr/>
          <p:nvPr/>
        </p:nvCxnSpPr>
        <p:spPr>
          <a:xfrm flipV="1">
            <a:off x="10491189" y="5747351"/>
            <a:ext cx="0" cy="85886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V="1">
            <a:off x="13926867" y="7633941"/>
            <a:ext cx="0" cy="85886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2157812" y="3478309"/>
            <a:ext cx="3263896" cy="2477559"/>
          </a:xfrm>
          <a:prstGeom prst="rect">
            <a:avLst/>
          </a:prstGeom>
          <a:noFill/>
        </p:spPr>
        <p:txBody>
          <a:bodyPr wrap="square" lIns="243797" tIns="121899" rIns="243797" bIns="121899" rtlCol="0">
            <a:spAutoFit/>
          </a:bodyPr>
          <a:lstStyle/>
          <a:p>
            <a:pPr algn="ctr"/>
            <a:r>
              <a:rPr lang="en-US" sz="2400" dirty="0">
                <a:ea typeface="Roboto Light" panose="02000000000000000000" pitchFamily="2" charset="0"/>
                <a:cs typeface="Lato Light"/>
              </a:rPr>
              <a:t>PERIKSA GULA DARAH RUTIN</a:t>
            </a:r>
          </a:p>
          <a:p>
            <a:pPr algn="ctr"/>
            <a:endParaRPr lang="en-US" sz="1300" dirty="0">
              <a:solidFill>
                <a:schemeClr val="bg1">
                  <a:lumMod val="65000"/>
                </a:schemeClr>
              </a:solidFill>
              <a:latin typeface="Lato Light"/>
              <a:ea typeface="Roboto Light" panose="02000000000000000000" pitchFamily="2" charset="0"/>
              <a:cs typeface="Lato Light"/>
            </a:endParaRPr>
          </a:p>
          <a:p>
            <a:pPr algn="ctr"/>
            <a:r>
              <a:rPr lang="en-US" sz="2100" dirty="0" err="1">
                <a:solidFill>
                  <a:schemeClr val="accent4"/>
                </a:solidFill>
                <a:latin typeface="Lato Light"/>
                <a:cs typeface="Lato Light"/>
              </a:rPr>
              <a:t>Setelah</a:t>
            </a:r>
            <a:r>
              <a:rPr lang="en-US" sz="2100" dirty="0">
                <a:solidFill>
                  <a:schemeClr val="accent4"/>
                </a:solidFill>
                <a:latin typeface="Lato Light"/>
                <a:cs typeface="Lato Light"/>
              </a:rPr>
              <a:t> </a:t>
            </a:r>
            <a:r>
              <a:rPr lang="en-US" sz="2100" dirty="0" err="1">
                <a:solidFill>
                  <a:schemeClr val="accent4"/>
                </a:solidFill>
                <a:latin typeface="Lato Light"/>
                <a:cs typeface="Lato Light"/>
              </a:rPr>
              <a:t>makan</a:t>
            </a:r>
            <a:r>
              <a:rPr lang="en-US" sz="2100" dirty="0">
                <a:solidFill>
                  <a:schemeClr val="accent4"/>
                </a:solidFill>
                <a:latin typeface="Lato Light"/>
                <a:cs typeface="Lato Light"/>
              </a:rPr>
              <a:t> ( &lt;180 mg/dl )</a:t>
            </a:r>
          </a:p>
          <a:p>
            <a:pPr algn="ctr"/>
            <a:r>
              <a:rPr lang="en-US" sz="2100" dirty="0" err="1">
                <a:solidFill>
                  <a:schemeClr val="accent4"/>
                </a:solidFill>
                <a:latin typeface="Lato Light"/>
                <a:cs typeface="Lato Light"/>
              </a:rPr>
              <a:t>Sebelum</a:t>
            </a:r>
            <a:r>
              <a:rPr lang="en-US" sz="2100" dirty="0">
                <a:solidFill>
                  <a:schemeClr val="accent4"/>
                </a:solidFill>
                <a:latin typeface="Lato Light"/>
                <a:cs typeface="Lato Light"/>
              </a:rPr>
              <a:t> </a:t>
            </a:r>
            <a:r>
              <a:rPr lang="en-US" sz="2100" dirty="0" err="1">
                <a:solidFill>
                  <a:schemeClr val="accent4"/>
                </a:solidFill>
                <a:latin typeface="Lato Light"/>
                <a:cs typeface="Lato Light"/>
              </a:rPr>
              <a:t>makan</a:t>
            </a:r>
            <a:r>
              <a:rPr lang="en-US" sz="2100" dirty="0">
                <a:solidFill>
                  <a:schemeClr val="accent4"/>
                </a:solidFill>
                <a:latin typeface="Lato Light"/>
                <a:cs typeface="Lato Light"/>
              </a:rPr>
              <a:t> ( 80-130 mg/dl)</a:t>
            </a:r>
          </a:p>
        </p:txBody>
      </p:sp>
      <p:sp>
        <p:nvSpPr>
          <p:cNvPr id="90" name="Oval 89"/>
          <p:cNvSpPr/>
          <p:nvPr/>
        </p:nvSpPr>
        <p:spPr>
          <a:xfrm>
            <a:off x="16170164" y="3453535"/>
            <a:ext cx="2067437" cy="210430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97" tIns="121899" rIns="243797" bIns="121899"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15571937" y="8397002"/>
            <a:ext cx="3263896" cy="2662225"/>
          </a:xfrm>
          <a:prstGeom prst="rect">
            <a:avLst/>
          </a:prstGeom>
          <a:noFill/>
        </p:spPr>
        <p:txBody>
          <a:bodyPr wrap="square" lIns="243797" tIns="121899" rIns="243797" bIns="121899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/>
                </a:solidFill>
                <a:latin typeface="Lato Light"/>
                <a:cs typeface="Lato Light"/>
              </a:rPr>
              <a:t>AKTIVITAS FISIK</a:t>
            </a:r>
          </a:p>
          <a:p>
            <a:pPr algn="ctr"/>
            <a:endParaRPr lang="en-US" sz="1300" dirty="0">
              <a:solidFill>
                <a:schemeClr val="bg1">
                  <a:lumMod val="65000"/>
                </a:schemeClr>
              </a:solidFill>
              <a:latin typeface="Lato Light"/>
              <a:ea typeface="Roboto Light" panose="02000000000000000000" pitchFamily="2" charset="0"/>
              <a:cs typeface="Lato Light"/>
            </a:endParaRPr>
          </a:p>
          <a:p>
            <a:pPr algn="ctr"/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Latihan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rutin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 (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Jalan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,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senam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,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berenang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,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bersepeda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)  Minimal 3x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seminggu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durasi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 30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ea typeface="Roboto Light" panose="02000000000000000000" pitchFamily="2" charset="0"/>
                <a:cs typeface="Lato Light"/>
              </a:rPr>
              <a:t>menit</a:t>
            </a:r>
            <a:endParaRPr lang="en-US" sz="2400" dirty="0">
              <a:solidFill>
                <a:schemeClr val="bg1">
                  <a:lumMod val="65000"/>
                </a:schemeClr>
              </a:solidFill>
              <a:ea typeface="Roboto Light" panose="02000000000000000000" pitchFamily="2" charset="0"/>
              <a:cs typeface="Lato Light"/>
            </a:endParaRPr>
          </a:p>
        </p:txBody>
      </p:sp>
      <p:cxnSp>
        <p:nvCxnSpPr>
          <p:cNvPr id="93" name="Straight Connector 92"/>
          <p:cNvCxnSpPr/>
          <p:nvPr/>
        </p:nvCxnSpPr>
        <p:spPr>
          <a:xfrm flipV="1">
            <a:off x="17203880" y="5747351"/>
            <a:ext cx="0" cy="85886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565721" y="397514"/>
            <a:ext cx="3924472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 err="1">
                <a:latin typeface="Lato Light"/>
                <a:cs typeface="Lato Light"/>
              </a:rPr>
              <a:t>Draf</a:t>
            </a:r>
            <a:r>
              <a:rPr lang="en-US" sz="2800" dirty="0">
                <a:latin typeface="Lato Light"/>
                <a:cs typeface="Lato Light"/>
              </a:rPr>
              <a:t> </a:t>
            </a:r>
            <a:r>
              <a:rPr lang="en-US" sz="2800" dirty="0" err="1">
                <a:latin typeface="Lato Light"/>
                <a:cs typeface="Lato Light"/>
              </a:rPr>
              <a:t>aplikasi</a:t>
            </a:r>
            <a:r>
              <a:rPr lang="en-US" sz="2800" dirty="0">
                <a:latin typeface="Lato Light"/>
                <a:cs typeface="Lato Light"/>
              </a:rPr>
              <a:t> mobile </a:t>
            </a:r>
            <a:r>
              <a:rPr lang="en-US" sz="2800" dirty="0" err="1">
                <a:latin typeface="Lato Light"/>
                <a:cs typeface="Lato Light"/>
              </a:rPr>
              <a:t>dm</a:t>
            </a:r>
            <a:endParaRPr lang="en-US" sz="2800" dirty="0">
              <a:latin typeface="Lato Light"/>
              <a:cs typeface="Lato Light"/>
            </a:endParaRPr>
          </a:p>
        </p:txBody>
      </p:sp>
      <p:pic>
        <p:nvPicPr>
          <p:cNvPr id="70" name="Picture 69" descr="https://imgv2-2-f.scribdassets.com/img/document/667167829/original/4f702d1f7c/1?v=1"/>
          <p:cNvPicPr/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4" t="16641" b="57452"/>
          <a:stretch/>
        </p:blipFill>
        <p:spPr bwMode="auto">
          <a:xfrm>
            <a:off x="16660843" y="3734212"/>
            <a:ext cx="1107166" cy="152253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6" name="Picture 55" descr="https://idsch.id/wp-content/uploads/2022/09/s-1024x1024.png"/>
          <p:cNvPicPr/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8" b="14112"/>
          <a:stretch/>
        </p:blipFill>
        <p:spPr bwMode="auto">
          <a:xfrm>
            <a:off x="13441727" y="8872088"/>
            <a:ext cx="970280" cy="177051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7" name="Picture 56" descr="https://img.lovepik.com/element/40069/6903.png_860.png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117" y="8938905"/>
            <a:ext cx="1016000" cy="1381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Picture 57" descr="https://tse4.mm.bing.net/th/id/OIP.y_3lwFe6GKqZM2nxjnATzwAAAA?pid=Api&amp;P=0&amp;h=220"/>
          <p:cNvPicPr/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7011" y="3979118"/>
            <a:ext cx="1333500" cy="1092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Picture 58" descr="https://info-sihat.my/wp-content/uploads/2020/12/menu-untuk-pesakit-kencing-manis.jpg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137" y="3979118"/>
            <a:ext cx="1270000" cy="10927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962060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Innovation - Light Version">
      <a:dk1>
        <a:srgbClr val="737572"/>
      </a:dk1>
      <a:lt1>
        <a:sysClr val="window" lastClr="FFFFFF"/>
      </a:lt1>
      <a:dk2>
        <a:srgbClr val="445469"/>
      </a:dk2>
      <a:lt2>
        <a:srgbClr val="FFFFFF"/>
      </a:lt2>
      <a:accent1>
        <a:srgbClr val="1EA185"/>
      </a:accent1>
      <a:accent2>
        <a:srgbClr val="9BBB5C"/>
      </a:accent2>
      <a:accent3>
        <a:srgbClr val="F29B26"/>
      </a:accent3>
      <a:accent4>
        <a:srgbClr val="BD392F"/>
      </a:accent4>
      <a:accent5>
        <a:srgbClr val="445469"/>
      </a:accent5>
      <a:accent6>
        <a:srgbClr val="6D6F6B"/>
      </a:accent6>
      <a:hlink>
        <a:srgbClr val="1E9272"/>
      </a:hlink>
      <a:folHlink>
        <a:srgbClr val="AC2624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Foundry.thmx</Template>
  <TotalTime>20971</TotalTime>
  <Words>198</Words>
  <Application>Microsoft Macintosh PowerPoint</Application>
  <PresentationFormat>Custom</PresentationFormat>
  <Paragraphs>51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 Light</vt:lpstr>
      <vt:lpstr>Lato Black</vt:lpstr>
      <vt:lpstr>Lato Bold</vt:lpstr>
      <vt:lpstr>Lato Light</vt:lpstr>
      <vt:lpstr>Open Sans Light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Microsoft Office User</cp:lastModifiedBy>
  <cp:revision>3599</cp:revision>
  <dcterms:created xsi:type="dcterms:W3CDTF">2014-11-12T21:47:38Z</dcterms:created>
  <dcterms:modified xsi:type="dcterms:W3CDTF">2026-08-18T14:10:01Z</dcterms:modified>
  <cp:category/>
</cp:coreProperties>
</file>